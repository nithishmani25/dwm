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-12700" y="2838374"/>
            <a:ext cx="9272905" cy="246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50079" y="6313907"/>
            <a:ext cx="7745730" cy="2006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ED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3406" y="819251"/>
            <a:ext cx="590550" cy="29845"/>
          </a:xfrm>
          <a:custGeom>
            <a:avLst/>
            <a:gdLst/>
            <a:ahLst/>
            <a:cxnLst/>
            <a:rect l="l" t="t" r="r" b="b"/>
            <a:pathLst>
              <a:path w="590550" h="29844">
                <a:moveTo>
                  <a:pt x="589065" y="29743"/>
                </a:moveTo>
                <a:lnTo>
                  <a:pt x="5799" y="29743"/>
                </a:lnTo>
                <a:lnTo>
                  <a:pt x="0" y="22010"/>
                </a:lnTo>
                <a:lnTo>
                  <a:pt x="0" y="7733"/>
                </a:lnTo>
                <a:lnTo>
                  <a:pt x="5799" y="0"/>
                </a:lnTo>
                <a:lnTo>
                  <a:pt x="589065" y="0"/>
                </a:lnTo>
                <a:lnTo>
                  <a:pt x="590549" y="1978"/>
                </a:lnTo>
                <a:lnTo>
                  <a:pt x="590549" y="27764"/>
                </a:lnTo>
                <a:lnTo>
                  <a:pt x="589065" y="29743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23406" y="967967"/>
            <a:ext cx="590550" cy="29845"/>
          </a:xfrm>
          <a:custGeom>
            <a:avLst/>
            <a:gdLst/>
            <a:ahLst/>
            <a:cxnLst/>
            <a:rect l="l" t="t" r="r" b="b"/>
            <a:pathLst>
              <a:path w="590550" h="29844">
                <a:moveTo>
                  <a:pt x="589065" y="29743"/>
                </a:moveTo>
                <a:lnTo>
                  <a:pt x="5799" y="29743"/>
                </a:lnTo>
                <a:lnTo>
                  <a:pt x="0" y="22010"/>
                </a:lnTo>
                <a:lnTo>
                  <a:pt x="0" y="7733"/>
                </a:lnTo>
                <a:lnTo>
                  <a:pt x="5799" y="0"/>
                </a:lnTo>
                <a:lnTo>
                  <a:pt x="589065" y="0"/>
                </a:lnTo>
                <a:lnTo>
                  <a:pt x="590549" y="1978"/>
                </a:lnTo>
                <a:lnTo>
                  <a:pt x="590549" y="27764"/>
                </a:lnTo>
                <a:lnTo>
                  <a:pt x="589065" y="29743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23406" y="1116684"/>
            <a:ext cx="590550" cy="26670"/>
          </a:xfrm>
          <a:custGeom>
            <a:avLst/>
            <a:gdLst/>
            <a:ahLst/>
            <a:cxnLst/>
            <a:rect l="l" t="t" r="r" b="b"/>
            <a:pathLst>
              <a:path w="590550" h="26669">
                <a:moveTo>
                  <a:pt x="590549" y="26145"/>
                </a:moveTo>
                <a:lnTo>
                  <a:pt x="3101" y="26145"/>
                </a:lnTo>
                <a:lnTo>
                  <a:pt x="0" y="22010"/>
                </a:lnTo>
                <a:lnTo>
                  <a:pt x="0" y="7733"/>
                </a:lnTo>
                <a:lnTo>
                  <a:pt x="5799" y="0"/>
                </a:lnTo>
                <a:lnTo>
                  <a:pt x="589065" y="0"/>
                </a:lnTo>
                <a:lnTo>
                  <a:pt x="590549" y="1978"/>
                </a:lnTo>
                <a:lnTo>
                  <a:pt x="590549" y="26145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3367424" y="3927702"/>
            <a:ext cx="4920615" cy="2626360"/>
          </a:xfrm>
          <a:custGeom>
            <a:avLst/>
            <a:gdLst/>
            <a:ahLst/>
            <a:cxnLst/>
            <a:rect l="l" t="t" r="r" b="b"/>
            <a:pathLst>
              <a:path w="4920615" h="2626359">
                <a:moveTo>
                  <a:pt x="4220045" y="912977"/>
                </a:moveTo>
                <a:lnTo>
                  <a:pt x="4217936" y="908710"/>
                </a:lnTo>
                <a:lnTo>
                  <a:pt x="3594824" y="696607"/>
                </a:lnTo>
                <a:lnTo>
                  <a:pt x="3030029" y="863"/>
                </a:lnTo>
                <a:lnTo>
                  <a:pt x="3026295" y="0"/>
                </a:lnTo>
                <a:lnTo>
                  <a:pt x="2216505" y="383717"/>
                </a:lnTo>
                <a:lnTo>
                  <a:pt x="1372628" y="480834"/>
                </a:lnTo>
                <a:lnTo>
                  <a:pt x="1370253" y="482676"/>
                </a:lnTo>
                <a:lnTo>
                  <a:pt x="947864" y="1585506"/>
                </a:lnTo>
                <a:lnTo>
                  <a:pt x="460159" y="1178090"/>
                </a:lnTo>
                <a:lnTo>
                  <a:pt x="458038" y="1177480"/>
                </a:lnTo>
                <a:lnTo>
                  <a:pt x="453898" y="1178013"/>
                </a:lnTo>
                <a:lnTo>
                  <a:pt x="452018" y="1179156"/>
                </a:lnTo>
                <a:lnTo>
                  <a:pt x="0" y="1819757"/>
                </a:lnTo>
                <a:lnTo>
                  <a:pt x="800" y="1824443"/>
                </a:lnTo>
                <a:lnTo>
                  <a:pt x="5511" y="1827771"/>
                </a:lnTo>
                <a:lnTo>
                  <a:pt x="7023" y="1828215"/>
                </a:lnTo>
                <a:lnTo>
                  <a:pt x="8521" y="1828215"/>
                </a:lnTo>
                <a:lnTo>
                  <a:pt x="10871" y="1828203"/>
                </a:lnTo>
                <a:lnTo>
                  <a:pt x="13208" y="1827110"/>
                </a:lnTo>
                <a:lnTo>
                  <a:pt x="458393" y="1196187"/>
                </a:lnTo>
                <a:lnTo>
                  <a:pt x="948169" y="1605343"/>
                </a:lnTo>
                <a:lnTo>
                  <a:pt x="950683" y="1605889"/>
                </a:lnTo>
                <a:lnTo>
                  <a:pt x="955370" y="1604683"/>
                </a:lnTo>
                <a:lnTo>
                  <a:pt x="957275" y="1602968"/>
                </a:lnTo>
                <a:lnTo>
                  <a:pt x="1381645" y="494931"/>
                </a:lnTo>
                <a:lnTo>
                  <a:pt x="2219464" y="398513"/>
                </a:lnTo>
                <a:lnTo>
                  <a:pt x="2221077" y="398183"/>
                </a:lnTo>
                <a:lnTo>
                  <a:pt x="3024276" y="17589"/>
                </a:lnTo>
                <a:lnTo>
                  <a:pt x="3585426" y="708850"/>
                </a:lnTo>
                <a:lnTo>
                  <a:pt x="3586607" y="709676"/>
                </a:lnTo>
                <a:lnTo>
                  <a:pt x="4213123" y="922972"/>
                </a:lnTo>
                <a:lnTo>
                  <a:pt x="4217365" y="920826"/>
                </a:lnTo>
                <a:lnTo>
                  <a:pt x="4220045" y="912977"/>
                </a:lnTo>
                <a:close/>
              </a:path>
              <a:path w="4920615" h="2626359">
                <a:moveTo>
                  <a:pt x="4920564" y="1271409"/>
                </a:moveTo>
                <a:lnTo>
                  <a:pt x="4699368" y="1252893"/>
                </a:lnTo>
                <a:lnTo>
                  <a:pt x="4520133" y="1237894"/>
                </a:lnTo>
                <a:lnTo>
                  <a:pt x="4474337" y="1242225"/>
                </a:lnTo>
                <a:lnTo>
                  <a:pt x="4434306" y="1261579"/>
                </a:lnTo>
                <a:lnTo>
                  <a:pt x="4403356" y="1293571"/>
                </a:lnTo>
                <a:lnTo>
                  <a:pt x="4384827" y="1335786"/>
                </a:lnTo>
                <a:lnTo>
                  <a:pt x="4124591" y="2414105"/>
                </a:lnTo>
                <a:lnTo>
                  <a:pt x="4126992" y="2418118"/>
                </a:lnTo>
                <a:lnTo>
                  <a:pt x="4920564" y="2625902"/>
                </a:lnTo>
                <a:lnTo>
                  <a:pt x="4920564" y="2618143"/>
                </a:lnTo>
                <a:lnTo>
                  <a:pt x="4920564" y="2610383"/>
                </a:lnTo>
                <a:lnTo>
                  <a:pt x="4920564" y="1286510"/>
                </a:lnTo>
                <a:lnTo>
                  <a:pt x="4920564" y="1278940"/>
                </a:lnTo>
                <a:lnTo>
                  <a:pt x="4920564" y="12714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1590020" y="7332560"/>
            <a:ext cx="5984875" cy="1931035"/>
          </a:xfrm>
          <a:custGeom>
            <a:avLst/>
            <a:gdLst/>
            <a:ahLst/>
            <a:cxnLst/>
            <a:rect l="l" t="t" r="r" b="b"/>
            <a:pathLst>
              <a:path w="5984875" h="1931034">
                <a:moveTo>
                  <a:pt x="5984811" y="1467485"/>
                </a:moveTo>
                <a:lnTo>
                  <a:pt x="5982462" y="1464475"/>
                </a:lnTo>
                <a:lnTo>
                  <a:pt x="143903" y="15875"/>
                </a:lnTo>
                <a:lnTo>
                  <a:pt x="79883" y="0"/>
                </a:lnTo>
                <a:lnTo>
                  <a:pt x="77711" y="355"/>
                </a:lnTo>
                <a:lnTo>
                  <a:pt x="44030" y="28778"/>
                </a:lnTo>
                <a:lnTo>
                  <a:pt x="20142" y="62471"/>
                </a:lnTo>
                <a:lnTo>
                  <a:pt x="5181" y="100965"/>
                </a:lnTo>
                <a:lnTo>
                  <a:pt x="0" y="142671"/>
                </a:lnTo>
                <a:lnTo>
                  <a:pt x="0" y="188366"/>
                </a:lnTo>
                <a:lnTo>
                  <a:pt x="19291" y="245643"/>
                </a:lnTo>
                <a:lnTo>
                  <a:pt x="69100" y="279895"/>
                </a:lnTo>
                <a:lnTo>
                  <a:pt x="5732513" y="1896351"/>
                </a:lnTo>
                <a:lnTo>
                  <a:pt x="5792876" y="1911324"/>
                </a:lnTo>
                <a:lnTo>
                  <a:pt x="5853760" y="1921967"/>
                </a:lnTo>
                <a:lnTo>
                  <a:pt x="5915711" y="1928418"/>
                </a:lnTo>
                <a:lnTo>
                  <a:pt x="5977306" y="1930577"/>
                </a:lnTo>
                <a:lnTo>
                  <a:pt x="5981458" y="1930577"/>
                </a:lnTo>
                <a:lnTo>
                  <a:pt x="5984811" y="1927212"/>
                </a:lnTo>
                <a:lnTo>
                  <a:pt x="5984811" y="1915502"/>
                </a:lnTo>
                <a:lnTo>
                  <a:pt x="5984811" y="14674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7567326" y="8546911"/>
            <a:ext cx="720725" cy="709295"/>
          </a:xfrm>
          <a:custGeom>
            <a:avLst/>
            <a:gdLst/>
            <a:ahLst/>
            <a:cxnLst/>
            <a:rect l="l" t="t" r="r" b="b"/>
            <a:pathLst>
              <a:path w="720725" h="709295">
                <a:moveTo>
                  <a:pt x="0" y="708695"/>
                </a:moveTo>
                <a:lnTo>
                  <a:pt x="0" y="256571"/>
                </a:lnTo>
                <a:lnTo>
                  <a:pt x="720673" y="0"/>
                </a:lnTo>
                <a:lnTo>
                  <a:pt x="720673" y="448173"/>
                </a:lnTo>
                <a:lnTo>
                  <a:pt x="165555" y="676017"/>
                </a:lnTo>
                <a:lnTo>
                  <a:pt x="125517" y="690210"/>
                </a:lnTo>
                <a:lnTo>
                  <a:pt x="84376" y="700434"/>
                </a:lnTo>
                <a:lnTo>
                  <a:pt x="42435" y="706618"/>
                </a:lnTo>
                <a:lnTo>
                  <a:pt x="0" y="708695"/>
                </a:lnTo>
                <a:close/>
              </a:path>
            </a:pathLst>
          </a:custGeom>
          <a:solidFill>
            <a:srgbClr val="FE9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7559819" y="8538946"/>
            <a:ext cx="728345" cy="723900"/>
          </a:xfrm>
          <a:custGeom>
            <a:avLst/>
            <a:gdLst/>
            <a:ahLst/>
            <a:cxnLst/>
            <a:rect l="l" t="t" r="r" b="b"/>
            <a:pathLst>
              <a:path w="728344" h="723900">
                <a:moveTo>
                  <a:pt x="17367" y="723715"/>
                </a:moveTo>
                <a:lnTo>
                  <a:pt x="2887" y="723715"/>
                </a:lnTo>
                <a:lnTo>
                  <a:pt x="0" y="720824"/>
                </a:lnTo>
                <a:lnTo>
                  <a:pt x="0" y="261370"/>
                </a:lnTo>
                <a:lnTo>
                  <a:pt x="1998" y="258526"/>
                </a:lnTo>
                <a:lnTo>
                  <a:pt x="728180" y="0"/>
                </a:lnTo>
                <a:lnTo>
                  <a:pt x="728180" y="15951"/>
                </a:lnTo>
                <a:lnTo>
                  <a:pt x="15014" y="269847"/>
                </a:lnTo>
                <a:lnTo>
                  <a:pt x="15014" y="709082"/>
                </a:lnTo>
                <a:lnTo>
                  <a:pt x="120479" y="709082"/>
                </a:lnTo>
                <a:lnTo>
                  <a:pt x="93304" y="715842"/>
                </a:lnTo>
                <a:lnTo>
                  <a:pt x="50732" y="722099"/>
                </a:lnTo>
                <a:lnTo>
                  <a:pt x="17367" y="723715"/>
                </a:lnTo>
                <a:close/>
              </a:path>
              <a:path w="728344" h="723900">
                <a:moveTo>
                  <a:pt x="120479" y="709082"/>
                </a:moveTo>
                <a:lnTo>
                  <a:pt x="15014" y="709082"/>
                </a:lnTo>
                <a:lnTo>
                  <a:pt x="54812" y="706545"/>
                </a:lnTo>
                <a:lnTo>
                  <a:pt x="94030" y="700341"/>
                </a:lnTo>
                <a:lnTo>
                  <a:pt x="132542" y="690494"/>
                </a:lnTo>
                <a:lnTo>
                  <a:pt x="170221" y="677027"/>
                </a:lnTo>
                <a:lnTo>
                  <a:pt x="728180" y="448018"/>
                </a:lnTo>
                <a:lnTo>
                  <a:pt x="728180" y="464280"/>
                </a:lnTo>
                <a:lnTo>
                  <a:pt x="175931" y="690945"/>
                </a:lnTo>
                <a:lnTo>
                  <a:pt x="135086" y="705448"/>
                </a:lnTo>
                <a:lnTo>
                  <a:pt x="120479" y="709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1670067" y="6939161"/>
            <a:ext cx="6617970" cy="1864995"/>
          </a:xfrm>
          <a:custGeom>
            <a:avLst/>
            <a:gdLst/>
            <a:ahLst/>
            <a:cxnLst/>
            <a:rect l="l" t="t" r="r" b="b"/>
            <a:pathLst>
              <a:path w="6617969" h="1864995">
                <a:moveTo>
                  <a:pt x="5897222" y="1864366"/>
                </a:moveTo>
                <a:lnTo>
                  <a:pt x="0" y="401098"/>
                </a:lnTo>
                <a:lnTo>
                  <a:pt x="13200" y="392924"/>
                </a:lnTo>
                <a:lnTo>
                  <a:pt x="26834" y="385537"/>
                </a:lnTo>
                <a:lnTo>
                  <a:pt x="69709" y="368145"/>
                </a:lnTo>
                <a:lnTo>
                  <a:pt x="114911" y="358255"/>
                </a:lnTo>
                <a:lnTo>
                  <a:pt x="2815358" y="0"/>
                </a:lnTo>
                <a:lnTo>
                  <a:pt x="6617932" y="571113"/>
                </a:lnTo>
                <a:lnTo>
                  <a:pt x="6617932" y="1607761"/>
                </a:lnTo>
                <a:lnTo>
                  <a:pt x="5897222" y="1864366"/>
                </a:lnTo>
                <a:close/>
              </a:path>
            </a:pathLst>
          </a:custGeom>
          <a:solidFill>
            <a:srgbClr val="FFC6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1662156" y="6931694"/>
            <a:ext cx="6626225" cy="1879600"/>
          </a:xfrm>
          <a:custGeom>
            <a:avLst/>
            <a:gdLst/>
            <a:ahLst/>
            <a:cxnLst/>
            <a:rect l="l" t="t" r="r" b="b"/>
            <a:pathLst>
              <a:path w="6626225" h="1879600">
                <a:moveTo>
                  <a:pt x="5906828" y="1879200"/>
                </a:moveTo>
                <a:lnTo>
                  <a:pt x="5903618" y="1879200"/>
                </a:lnTo>
                <a:lnTo>
                  <a:pt x="3208" y="415143"/>
                </a:lnTo>
                <a:lnTo>
                  <a:pt x="1017" y="412776"/>
                </a:lnTo>
                <a:lnTo>
                  <a:pt x="0" y="406895"/>
                </a:lnTo>
                <a:lnTo>
                  <a:pt x="1274" y="403941"/>
                </a:lnTo>
                <a:lnTo>
                  <a:pt x="45444" y="379639"/>
                </a:lnTo>
                <a:lnTo>
                  <a:pt x="90505" y="364208"/>
                </a:lnTo>
                <a:lnTo>
                  <a:pt x="2822278" y="0"/>
                </a:lnTo>
                <a:lnTo>
                  <a:pt x="2824264" y="0"/>
                </a:lnTo>
                <a:lnTo>
                  <a:pt x="2924442" y="15045"/>
                </a:lnTo>
                <a:lnTo>
                  <a:pt x="2823204" y="15045"/>
                </a:lnTo>
                <a:lnTo>
                  <a:pt x="123811" y="373172"/>
                </a:lnTo>
                <a:lnTo>
                  <a:pt x="79743" y="382823"/>
                </a:lnTo>
                <a:lnTo>
                  <a:pt x="36401" y="400588"/>
                </a:lnTo>
                <a:lnTo>
                  <a:pt x="27141" y="405584"/>
                </a:lnTo>
                <a:lnTo>
                  <a:pt x="5904739" y="1863990"/>
                </a:lnTo>
                <a:lnTo>
                  <a:pt x="5949551" y="1863990"/>
                </a:lnTo>
                <a:lnTo>
                  <a:pt x="5906828" y="1879200"/>
                </a:lnTo>
                <a:close/>
              </a:path>
              <a:path w="6626225" h="1879600">
                <a:moveTo>
                  <a:pt x="6625843" y="586167"/>
                </a:moveTo>
                <a:lnTo>
                  <a:pt x="2823204" y="15045"/>
                </a:lnTo>
                <a:lnTo>
                  <a:pt x="2924442" y="15045"/>
                </a:lnTo>
                <a:lnTo>
                  <a:pt x="6625843" y="570962"/>
                </a:lnTo>
                <a:lnTo>
                  <a:pt x="6625843" y="586167"/>
                </a:lnTo>
                <a:close/>
              </a:path>
              <a:path w="6626225" h="1879600">
                <a:moveTo>
                  <a:pt x="5949551" y="1863990"/>
                </a:moveTo>
                <a:lnTo>
                  <a:pt x="5904739" y="1863990"/>
                </a:lnTo>
                <a:lnTo>
                  <a:pt x="6625843" y="1607243"/>
                </a:lnTo>
                <a:lnTo>
                  <a:pt x="6625843" y="1623205"/>
                </a:lnTo>
                <a:lnTo>
                  <a:pt x="5949551" y="1863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2099105" y="7033700"/>
            <a:ext cx="6189345" cy="1672589"/>
          </a:xfrm>
          <a:custGeom>
            <a:avLst/>
            <a:gdLst/>
            <a:ahLst/>
            <a:cxnLst/>
            <a:rect l="l" t="t" r="r" b="b"/>
            <a:pathLst>
              <a:path w="6189344" h="1672590">
                <a:moveTo>
                  <a:pt x="5463354" y="1672078"/>
                </a:moveTo>
                <a:lnTo>
                  <a:pt x="0" y="316596"/>
                </a:lnTo>
                <a:lnTo>
                  <a:pt x="2385587" y="0"/>
                </a:lnTo>
                <a:lnTo>
                  <a:pt x="6188895" y="571302"/>
                </a:lnTo>
                <a:lnTo>
                  <a:pt x="6188895" y="1413783"/>
                </a:lnTo>
                <a:lnTo>
                  <a:pt x="5463354" y="1672078"/>
                </a:lnTo>
                <a:close/>
              </a:path>
            </a:pathLst>
          </a:custGeom>
          <a:solidFill>
            <a:srgbClr val="F453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2091404" y="4533836"/>
            <a:ext cx="6196965" cy="4179570"/>
          </a:xfrm>
          <a:custGeom>
            <a:avLst/>
            <a:gdLst/>
            <a:ahLst/>
            <a:cxnLst/>
            <a:rect l="l" t="t" r="r" b="b"/>
            <a:pathLst>
              <a:path w="6196965" h="4179570">
                <a:moveTo>
                  <a:pt x="6196584" y="3063570"/>
                </a:moveTo>
                <a:lnTo>
                  <a:pt x="4937658" y="2874492"/>
                </a:lnTo>
                <a:lnTo>
                  <a:pt x="4937658" y="453732"/>
                </a:lnTo>
                <a:lnTo>
                  <a:pt x="4937658" y="442048"/>
                </a:lnTo>
                <a:lnTo>
                  <a:pt x="4934305" y="438696"/>
                </a:lnTo>
                <a:lnTo>
                  <a:pt x="4547349" y="438696"/>
                </a:lnTo>
                <a:lnTo>
                  <a:pt x="4543996" y="442048"/>
                </a:lnTo>
                <a:lnTo>
                  <a:pt x="4543996" y="2815374"/>
                </a:lnTo>
                <a:lnTo>
                  <a:pt x="4346435" y="2785681"/>
                </a:lnTo>
                <a:lnTo>
                  <a:pt x="4346435" y="15024"/>
                </a:lnTo>
                <a:lnTo>
                  <a:pt x="4346435" y="3352"/>
                </a:lnTo>
                <a:lnTo>
                  <a:pt x="4343082" y="0"/>
                </a:lnTo>
                <a:lnTo>
                  <a:pt x="3956126" y="0"/>
                </a:lnTo>
                <a:lnTo>
                  <a:pt x="3952773" y="3352"/>
                </a:lnTo>
                <a:lnTo>
                  <a:pt x="3952773" y="2726563"/>
                </a:lnTo>
                <a:lnTo>
                  <a:pt x="3755225" y="2696870"/>
                </a:lnTo>
                <a:lnTo>
                  <a:pt x="3755225" y="152603"/>
                </a:lnTo>
                <a:lnTo>
                  <a:pt x="3755225" y="140931"/>
                </a:lnTo>
                <a:lnTo>
                  <a:pt x="3751859" y="137579"/>
                </a:lnTo>
                <a:lnTo>
                  <a:pt x="3364915" y="137579"/>
                </a:lnTo>
                <a:lnTo>
                  <a:pt x="3361550" y="140931"/>
                </a:lnTo>
                <a:lnTo>
                  <a:pt x="3361550" y="2637739"/>
                </a:lnTo>
                <a:lnTo>
                  <a:pt x="3163989" y="2608046"/>
                </a:lnTo>
                <a:lnTo>
                  <a:pt x="3163989" y="376174"/>
                </a:lnTo>
                <a:lnTo>
                  <a:pt x="3163989" y="364490"/>
                </a:lnTo>
                <a:lnTo>
                  <a:pt x="3160636" y="361137"/>
                </a:lnTo>
                <a:lnTo>
                  <a:pt x="2773680" y="361137"/>
                </a:lnTo>
                <a:lnTo>
                  <a:pt x="2770327" y="364490"/>
                </a:lnTo>
                <a:lnTo>
                  <a:pt x="2770327" y="2548928"/>
                </a:lnTo>
                <a:lnTo>
                  <a:pt x="2572778" y="2519235"/>
                </a:lnTo>
                <a:lnTo>
                  <a:pt x="2572778" y="1768030"/>
                </a:lnTo>
                <a:lnTo>
                  <a:pt x="2572778" y="1756346"/>
                </a:lnTo>
                <a:lnTo>
                  <a:pt x="2569426" y="1752993"/>
                </a:lnTo>
                <a:lnTo>
                  <a:pt x="2182469" y="1752993"/>
                </a:lnTo>
                <a:lnTo>
                  <a:pt x="2179116" y="1756346"/>
                </a:lnTo>
                <a:lnTo>
                  <a:pt x="2179116" y="2520734"/>
                </a:lnTo>
                <a:lnTo>
                  <a:pt x="3124" y="2809494"/>
                </a:lnTo>
                <a:lnTo>
                  <a:pt x="393" y="2812453"/>
                </a:lnTo>
                <a:lnTo>
                  <a:pt x="0" y="2819654"/>
                </a:lnTo>
                <a:lnTo>
                  <a:pt x="2387" y="2822905"/>
                </a:lnTo>
                <a:lnTo>
                  <a:pt x="5469509" y="4179303"/>
                </a:lnTo>
                <a:lnTo>
                  <a:pt x="5472760" y="4179303"/>
                </a:lnTo>
                <a:lnTo>
                  <a:pt x="5515457" y="4164101"/>
                </a:lnTo>
                <a:lnTo>
                  <a:pt x="6196584" y="3921633"/>
                </a:lnTo>
                <a:lnTo>
                  <a:pt x="6196584" y="3905669"/>
                </a:lnTo>
                <a:lnTo>
                  <a:pt x="5470664" y="4164101"/>
                </a:lnTo>
                <a:lnTo>
                  <a:pt x="47942" y="2818714"/>
                </a:lnTo>
                <a:lnTo>
                  <a:pt x="2179116" y="2535885"/>
                </a:lnTo>
                <a:lnTo>
                  <a:pt x="2179116" y="2966593"/>
                </a:lnTo>
                <a:lnTo>
                  <a:pt x="2181669" y="2969679"/>
                </a:lnTo>
                <a:lnTo>
                  <a:pt x="2472728" y="3026524"/>
                </a:lnTo>
                <a:lnTo>
                  <a:pt x="2472728" y="3041091"/>
                </a:lnTo>
                <a:lnTo>
                  <a:pt x="2476068" y="3044444"/>
                </a:lnTo>
                <a:lnTo>
                  <a:pt x="2569426" y="3044444"/>
                </a:lnTo>
                <a:lnTo>
                  <a:pt x="2572778" y="3041091"/>
                </a:lnTo>
                <a:lnTo>
                  <a:pt x="2572778" y="3029420"/>
                </a:lnTo>
                <a:lnTo>
                  <a:pt x="2572778" y="2534437"/>
                </a:lnTo>
                <a:lnTo>
                  <a:pt x="2770327" y="2564130"/>
                </a:lnTo>
                <a:lnTo>
                  <a:pt x="2770327" y="3082023"/>
                </a:lnTo>
                <a:lnTo>
                  <a:pt x="2772880" y="3085122"/>
                </a:lnTo>
                <a:lnTo>
                  <a:pt x="3063938" y="3141967"/>
                </a:lnTo>
                <a:lnTo>
                  <a:pt x="3063938" y="3156521"/>
                </a:lnTo>
                <a:lnTo>
                  <a:pt x="3067278" y="3159874"/>
                </a:lnTo>
                <a:lnTo>
                  <a:pt x="3160636" y="3159874"/>
                </a:lnTo>
                <a:lnTo>
                  <a:pt x="3163989" y="3156521"/>
                </a:lnTo>
                <a:lnTo>
                  <a:pt x="3163989" y="3144850"/>
                </a:lnTo>
                <a:lnTo>
                  <a:pt x="3163989" y="2623248"/>
                </a:lnTo>
                <a:lnTo>
                  <a:pt x="3361550" y="2652941"/>
                </a:lnTo>
                <a:lnTo>
                  <a:pt x="3361550" y="3197479"/>
                </a:lnTo>
                <a:lnTo>
                  <a:pt x="3364103" y="3200565"/>
                </a:lnTo>
                <a:lnTo>
                  <a:pt x="3655174" y="3257410"/>
                </a:lnTo>
                <a:lnTo>
                  <a:pt x="3655174" y="3271964"/>
                </a:lnTo>
                <a:lnTo>
                  <a:pt x="3658514" y="3275330"/>
                </a:lnTo>
                <a:lnTo>
                  <a:pt x="3751859" y="3275330"/>
                </a:lnTo>
                <a:lnTo>
                  <a:pt x="3755225" y="3271964"/>
                </a:lnTo>
                <a:lnTo>
                  <a:pt x="3755225" y="3260293"/>
                </a:lnTo>
                <a:lnTo>
                  <a:pt x="3755225" y="2712072"/>
                </a:lnTo>
                <a:lnTo>
                  <a:pt x="3952773" y="2741765"/>
                </a:lnTo>
                <a:lnTo>
                  <a:pt x="3952773" y="3312909"/>
                </a:lnTo>
                <a:lnTo>
                  <a:pt x="3955313" y="3316008"/>
                </a:lnTo>
                <a:lnTo>
                  <a:pt x="4246384" y="3372840"/>
                </a:lnTo>
                <a:lnTo>
                  <a:pt x="4246384" y="3387407"/>
                </a:lnTo>
                <a:lnTo>
                  <a:pt x="4249737" y="3390773"/>
                </a:lnTo>
                <a:lnTo>
                  <a:pt x="4343070" y="3390773"/>
                </a:lnTo>
                <a:lnTo>
                  <a:pt x="4346435" y="3387407"/>
                </a:lnTo>
                <a:lnTo>
                  <a:pt x="4346435" y="3375736"/>
                </a:lnTo>
                <a:lnTo>
                  <a:pt x="4346435" y="2800883"/>
                </a:lnTo>
                <a:lnTo>
                  <a:pt x="4543996" y="2830576"/>
                </a:lnTo>
                <a:lnTo>
                  <a:pt x="4543996" y="3428365"/>
                </a:lnTo>
                <a:lnTo>
                  <a:pt x="4546549" y="3431463"/>
                </a:lnTo>
                <a:lnTo>
                  <a:pt x="4837608" y="3488296"/>
                </a:lnTo>
                <a:lnTo>
                  <a:pt x="4837608" y="3502850"/>
                </a:lnTo>
                <a:lnTo>
                  <a:pt x="4840960" y="3506203"/>
                </a:lnTo>
                <a:lnTo>
                  <a:pt x="4934305" y="3506203"/>
                </a:lnTo>
                <a:lnTo>
                  <a:pt x="4937658" y="3502850"/>
                </a:lnTo>
                <a:lnTo>
                  <a:pt x="4937658" y="3491179"/>
                </a:lnTo>
                <a:lnTo>
                  <a:pt x="4937658" y="2889694"/>
                </a:lnTo>
                <a:lnTo>
                  <a:pt x="6196584" y="3078772"/>
                </a:lnTo>
                <a:lnTo>
                  <a:pt x="6196584" y="3063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4192987" y="6294346"/>
            <a:ext cx="379095" cy="1276985"/>
          </a:xfrm>
          <a:custGeom>
            <a:avLst/>
            <a:gdLst/>
            <a:ahLst/>
            <a:cxnLst/>
            <a:rect l="l" t="t" r="r" b="b"/>
            <a:pathLst>
              <a:path w="379094" h="1276984">
                <a:moveTo>
                  <a:pt x="378649" y="1276411"/>
                </a:moveTo>
                <a:lnTo>
                  <a:pt x="0" y="1202477"/>
                </a:lnTo>
                <a:lnTo>
                  <a:pt x="0" y="0"/>
                </a:lnTo>
                <a:lnTo>
                  <a:pt x="378649" y="0"/>
                </a:lnTo>
                <a:lnTo>
                  <a:pt x="378649" y="1276411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4185479" y="6286842"/>
            <a:ext cx="393700" cy="1291590"/>
          </a:xfrm>
          <a:custGeom>
            <a:avLst/>
            <a:gdLst/>
            <a:ahLst/>
            <a:cxnLst/>
            <a:rect l="l" t="t" r="r" b="b"/>
            <a:pathLst>
              <a:path w="393700" h="1291590">
                <a:moveTo>
                  <a:pt x="388016" y="1291393"/>
                </a:moveTo>
                <a:lnTo>
                  <a:pt x="385203" y="1291393"/>
                </a:lnTo>
                <a:lnTo>
                  <a:pt x="2548" y="1216679"/>
                </a:lnTo>
                <a:lnTo>
                  <a:pt x="0" y="1213587"/>
                </a:lnTo>
                <a:lnTo>
                  <a:pt x="0" y="3357"/>
                </a:lnTo>
                <a:lnTo>
                  <a:pt x="3354" y="0"/>
                </a:lnTo>
                <a:lnTo>
                  <a:pt x="390308" y="0"/>
                </a:lnTo>
                <a:lnTo>
                  <a:pt x="393663" y="3357"/>
                </a:lnTo>
                <a:lnTo>
                  <a:pt x="393663" y="15027"/>
                </a:lnTo>
                <a:lnTo>
                  <a:pt x="15023" y="15027"/>
                </a:lnTo>
                <a:lnTo>
                  <a:pt x="15023" y="1203790"/>
                </a:lnTo>
                <a:lnTo>
                  <a:pt x="378658" y="1274797"/>
                </a:lnTo>
                <a:lnTo>
                  <a:pt x="393663" y="1274797"/>
                </a:lnTo>
                <a:lnTo>
                  <a:pt x="393663" y="1286172"/>
                </a:lnTo>
                <a:lnTo>
                  <a:pt x="392655" y="1288300"/>
                </a:lnTo>
                <a:lnTo>
                  <a:pt x="389575" y="1290842"/>
                </a:lnTo>
                <a:lnTo>
                  <a:pt x="388016" y="1291393"/>
                </a:lnTo>
                <a:close/>
              </a:path>
              <a:path w="393700" h="1291590">
                <a:moveTo>
                  <a:pt x="393663" y="1274797"/>
                </a:moveTo>
                <a:lnTo>
                  <a:pt x="378658" y="1274797"/>
                </a:lnTo>
                <a:lnTo>
                  <a:pt x="378658" y="15027"/>
                </a:lnTo>
                <a:lnTo>
                  <a:pt x="393663" y="15027"/>
                </a:lnTo>
                <a:lnTo>
                  <a:pt x="393663" y="1274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4784207" y="4902489"/>
            <a:ext cx="379095" cy="2783840"/>
          </a:xfrm>
          <a:custGeom>
            <a:avLst/>
            <a:gdLst/>
            <a:ahLst/>
            <a:cxnLst/>
            <a:rect l="l" t="t" r="r" b="b"/>
            <a:pathLst>
              <a:path w="379094" h="2783840">
                <a:moveTo>
                  <a:pt x="378649" y="2783714"/>
                </a:moveTo>
                <a:lnTo>
                  <a:pt x="0" y="2709772"/>
                </a:lnTo>
                <a:lnTo>
                  <a:pt x="0" y="0"/>
                </a:lnTo>
                <a:lnTo>
                  <a:pt x="378649" y="0"/>
                </a:lnTo>
                <a:lnTo>
                  <a:pt x="378649" y="2783714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4776690" y="4894966"/>
            <a:ext cx="393700" cy="2799080"/>
          </a:xfrm>
          <a:custGeom>
            <a:avLst/>
            <a:gdLst/>
            <a:ahLst/>
            <a:cxnLst/>
            <a:rect l="l" t="t" r="r" b="b"/>
            <a:pathLst>
              <a:path w="393700" h="2799079">
                <a:moveTo>
                  <a:pt x="387983" y="2798705"/>
                </a:moveTo>
                <a:lnTo>
                  <a:pt x="385203" y="2798705"/>
                </a:lnTo>
                <a:lnTo>
                  <a:pt x="2548" y="2723991"/>
                </a:lnTo>
                <a:lnTo>
                  <a:pt x="0" y="2720900"/>
                </a:lnTo>
                <a:lnTo>
                  <a:pt x="0" y="3357"/>
                </a:lnTo>
                <a:lnTo>
                  <a:pt x="3354" y="0"/>
                </a:lnTo>
                <a:lnTo>
                  <a:pt x="390308" y="0"/>
                </a:lnTo>
                <a:lnTo>
                  <a:pt x="393663" y="3357"/>
                </a:lnTo>
                <a:lnTo>
                  <a:pt x="393663" y="15036"/>
                </a:lnTo>
                <a:lnTo>
                  <a:pt x="15033" y="15036"/>
                </a:lnTo>
                <a:lnTo>
                  <a:pt x="15033" y="2711102"/>
                </a:lnTo>
                <a:lnTo>
                  <a:pt x="378658" y="2782109"/>
                </a:lnTo>
                <a:lnTo>
                  <a:pt x="393663" y="2782109"/>
                </a:lnTo>
                <a:lnTo>
                  <a:pt x="393663" y="2793475"/>
                </a:lnTo>
                <a:lnTo>
                  <a:pt x="392655" y="2795604"/>
                </a:lnTo>
                <a:lnTo>
                  <a:pt x="389575" y="2798145"/>
                </a:lnTo>
                <a:lnTo>
                  <a:pt x="387983" y="2798705"/>
                </a:lnTo>
                <a:close/>
              </a:path>
              <a:path w="393700" h="2799079">
                <a:moveTo>
                  <a:pt x="393663" y="2782109"/>
                </a:moveTo>
                <a:lnTo>
                  <a:pt x="378658" y="2782109"/>
                </a:lnTo>
                <a:lnTo>
                  <a:pt x="378658" y="15036"/>
                </a:lnTo>
                <a:lnTo>
                  <a:pt x="393663" y="15036"/>
                </a:lnTo>
                <a:lnTo>
                  <a:pt x="393663" y="2782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5375427" y="4678917"/>
            <a:ext cx="379095" cy="3122930"/>
          </a:xfrm>
          <a:custGeom>
            <a:avLst/>
            <a:gdLst/>
            <a:ahLst/>
            <a:cxnLst/>
            <a:rect l="l" t="t" r="r" b="b"/>
            <a:pathLst>
              <a:path w="379094" h="3122929">
                <a:moveTo>
                  <a:pt x="378649" y="3122723"/>
                </a:moveTo>
                <a:lnTo>
                  <a:pt x="0" y="3048789"/>
                </a:lnTo>
                <a:lnTo>
                  <a:pt x="0" y="0"/>
                </a:lnTo>
                <a:lnTo>
                  <a:pt x="378649" y="0"/>
                </a:lnTo>
                <a:lnTo>
                  <a:pt x="378649" y="3122723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5367920" y="4671404"/>
            <a:ext cx="393700" cy="3138170"/>
          </a:xfrm>
          <a:custGeom>
            <a:avLst/>
            <a:gdLst/>
            <a:ahLst/>
            <a:cxnLst/>
            <a:rect l="l" t="t" r="r" b="b"/>
            <a:pathLst>
              <a:path w="393700" h="3138170">
                <a:moveTo>
                  <a:pt x="387993" y="3137713"/>
                </a:moveTo>
                <a:lnTo>
                  <a:pt x="385203" y="3137713"/>
                </a:lnTo>
                <a:lnTo>
                  <a:pt x="2548" y="3062999"/>
                </a:lnTo>
                <a:lnTo>
                  <a:pt x="0" y="3059908"/>
                </a:lnTo>
                <a:lnTo>
                  <a:pt x="0" y="3357"/>
                </a:lnTo>
                <a:lnTo>
                  <a:pt x="3354" y="0"/>
                </a:lnTo>
                <a:lnTo>
                  <a:pt x="390308" y="0"/>
                </a:lnTo>
                <a:lnTo>
                  <a:pt x="393663" y="3357"/>
                </a:lnTo>
                <a:lnTo>
                  <a:pt x="393663" y="15027"/>
                </a:lnTo>
                <a:lnTo>
                  <a:pt x="15023" y="15027"/>
                </a:lnTo>
                <a:lnTo>
                  <a:pt x="15023" y="3050101"/>
                </a:lnTo>
                <a:lnTo>
                  <a:pt x="378658" y="3121117"/>
                </a:lnTo>
                <a:lnTo>
                  <a:pt x="393663" y="3121117"/>
                </a:lnTo>
                <a:lnTo>
                  <a:pt x="393663" y="3132484"/>
                </a:lnTo>
                <a:lnTo>
                  <a:pt x="392655" y="3134612"/>
                </a:lnTo>
                <a:lnTo>
                  <a:pt x="389575" y="3137154"/>
                </a:lnTo>
                <a:lnTo>
                  <a:pt x="387993" y="3137713"/>
                </a:lnTo>
                <a:close/>
              </a:path>
              <a:path w="393700" h="3138170">
                <a:moveTo>
                  <a:pt x="393663" y="3121117"/>
                </a:moveTo>
                <a:lnTo>
                  <a:pt x="378658" y="3121117"/>
                </a:lnTo>
                <a:lnTo>
                  <a:pt x="378658" y="15027"/>
                </a:lnTo>
                <a:lnTo>
                  <a:pt x="393663" y="15027"/>
                </a:lnTo>
                <a:lnTo>
                  <a:pt x="393663" y="3121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5966647" y="4541344"/>
            <a:ext cx="379095" cy="3376295"/>
          </a:xfrm>
          <a:custGeom>
            <a:avLst/>
            <a:gdLst/>
            <a:ahLst/>
            <a:cxnLst/>
            <a:rect l="l" t="t" r="r" b="b"/>
            <a:pathLst>
              <a:path w="379094" h="3376295">
                <a:moveTo>
                  <a:pt x="378649" y="3375742"/>
                </a:moveTo>
                <a:lnTo>
                  <a:pt x="0" y="3301809"/>
                </a:lnTo>
                <a:lnTo>
                  <a:pt x="0" y="0"/>
                </a:lnTo>
                <a:lnTo>
                  <a:pt x="378649" y="0"/>
                </a:lnTo>
                <a:lnTo>
                  <a:pt x="378649" y="3375742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5959131" y="4533830"/>
            <a:ext cx="393700" cy="3390900"/>
          </a:xfrm>
          <a:custGeom>
            <a:avLst/>
            <a:gdLst/>
            <a:ahLst/>
            <a:cxnLst/>
            <a:rect l="l" t="t" r="r" b="b"/>
            <a:pathLst>
              <a:path w="393700" h="3390900">
                <a:moveTo>
                  <a:pt x="388018" y="3390724"/>
                </a:moveTo>
                <a:lnTo>
                  <a:pt x="385203" y="3390724"/>
                </a:lnTo>
                <a:lnTo>
                  <a:pt x="2548" y="3316010"/>
                </a:lnTo>
                <a:lnTo>
                  <a:pt x="0" y="3312919"/>
                </a:lnTo>
                <a:lnTo>
                  <a:pt x="0" y="3357"/>
                </a:lnTo>
                <a:lnTo>
                  <a:pt x="3354" y="0"/>
                </a:lnTo>
                <a:lnTo>
                  <a:pt x="390308" y="0"/>
                </a:lnTo>
                <a:lnTo>
                  <a:pt x="393663" y="3357"/>
                </a:lnTo>
                <a:lnTo>
                  <a:pt x="393663" y="15027"/>
                </a:lnTo>
                <a:lnTo>
                  <a:pt x="15032" y="15027"/>
                </a:lnTo>
                <a:lnTo>
                  <a:pt x="15032" y="3303121"/>
                </a:lnTo>
                <a:lnTo>
                  <a:pt x="378657" y="3374128"/>
                </a:lnTo>
                <a:lnTo>
                  <a:pt x="393663" y="3374128"/>
                </a:lnTo>
                <a:lnTo>
                  <a:pt x="393663" y="3385504"/>
                </a:lnTo>
                <a:lnTo>
                  <a:pt x="392655" y="3387632"/>
                </a:lnTo>
                <a:lnTo>
                  <a:pt x="389575" y="3390174"/>
                </a:lnTo>
                <a:lnTo>
                  <a:pt x="388018" y="3390724"/>
                </a:lnTo>
                <a:close/>
              </a:path>
              <a:path w="393700" h="3390900">
                <a:moveTo>
                  <a:pt x="393663" y="3374128"/>
                </a:moveTo>
                <a:lnTo>
                  <a:pt x="378657" y="3374128"/>
                </a:lnTo>
                <a:lnTo>
                  <a:pt x="378657" y="15027"/>
                </a:lnTo>
                <a:lnTo>
                  <a:pt x="393663" y="15027"/>
                </a:lnTo>
                <a:lnTo>
                  <a:pt x="393663" y="33741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16557867" y="4980037"/>
            <a:ext cx="379095" cy="3053080"/>
          </a:xfrm>
          <a:custGeom>
            <a:avLst/>
            <a:gdLst/>
            <a:ahLst/>
            <a:cxnLst/>
            <a:rect l="l" t="t" r="r" b="b"/>
            <a:pathLst>
              <a:path w="379094" h="3053079">
                <a:moveTo>
                  <a:pt x="378649" y="3052495"/>
                </a:moveTo>
                <a:lnTo>
                  <a:pt x="0" y="2978552"/>
                </a:lnTo>
                <a:lnTo>
                  <a:pt x="0" y="0"/>
                </a:lnTo>
                <a:lnTo>
                  <a:pt x="378649" y="0"/>
                </a:lnTo>
                <a:lnTo>
                  <a:pt x="378649" y="3052495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6550351" y="4972523"/>
            <a:ext cx="393700" cy="3067685"/>
          </a:xfrm>
          <a:custGeom>
            <a:avLst/>
            <a:gdLst/>
            <a:ahLst/>
            <a:cxnLst/>
            <a:rect l="l" t="t" r="r" b="b"/>
            <a:pathLst>
              <a:path w="393700" h="3067684">
                <a:moveTo>
                  <a:pt x="387993" y="3067477"/>
                </a:moveTo>
                <a:lnTo>
                  <a:pt x="385203" y="3067477"/>
                </a:lnTo>
                <a:lnTo>
                  <a:pt x="2548" y="2992763"/>
                </a:lnTo>
                <a:lnTo>
                  <a:pt x="0" y="2989671"/>
                </a:lnTo>
                <a:lnTo>
                  <a:pt x="0" y="3357"/>
                </a:lnTo>
                <a:lnTo>
                  <a:pt x="3355" y="0"/>
                </a:lnTo>
                <a:lnTo>
                  <a:pt x="390308" y="0"/>
                </a:lnTo>
                <a:lnTo>
                  <a:pt x="393663" y="3357"/>
                </a:lnTo>
                <a:lnTo>
                  <a:pt x="393663" y="15036"/>
                </a:lnTo>
                <a:lnTo>
                  <a:pt x="15023" y="15036"/>
                </a:lnTo>
                <a:lnTo>
                  <a:pt x="15023" y="2979874"/>
                </a:lnTo>
                <a:lnTo>
                  <a:pt x="378658" y="3050881"/>
                </a:lnTo>
                <a:lnTo>
                  <a:pt x="393663" y="3050881"/>
                </a:lnTo>
                <a:lnTo>
                  <a:pt x="393663" y="3062247"/>
                </a:lnTo>
                <a:lnTo>
                  <a:pt x="392655" y="3064376"/>
                </a:lnTo>
                <a:lnTo>
                  <a:pt x="389575" y="3066917"/>
                </a:lnTo>
                <a:lnTo>
                  <a:pt x="387993" y="3067477"/>
                </a:lnTo>
                <a:close/>
              </a:path>
              <a:path w="393700" h="3067684">
                <a:moveTo>
                  <a:pt x="393663" y="3050881"/>
                </a:moveTo>
                <a:lnTo>
                  <a:pt x="378658" y="3050881"/>
                </a:lnTo>
                <a:lnTo>
                  <a:pt x="378658" y="15036"/>
                </a:lnTo>
                <a:lnTo>
                  <a:pt x="393663" y="15036"/>
                </a:lnTo>
                <a:lnTo>
                  <a:pt x="393663" y="30508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14556145" y="8152869"/>
            <a:ext cx="828040" cy="397510"/>
          </a:xfrm>
          <a:custGeom>
            <a:avLst/>
            <a:gdLst/>
            <a:ahLst/>
            <a:cxnLst/>
            <a:rect l="l" t="t" r="r" b="b"/>
            <a:pathLst>
              <a:path w="828040" h="397509">
                <a:moveTo>
                  <a:pt x="763577" y="397282"/>
                </a:moveTo>
                <a:lnTo>
                  <a:pt x="0" y="37081"/>
                </a:lnTo>
                <a:lnTo>
                  <a:pt x="51313" y="7036"/>
                </a:lnTo>
                <a:lnTo>
                  <a:pt x="57125" y="2247"/>
                </a:lnTo>
                <a:lnTo>
                  <a:pt x="808749" y="184490"/>
                </a:lnTo>
                <a:lnTo>
                  <a:pt x="827486" y="208461"/>
                </a:lnTo>
                <a:lnTo>
                  <a:pt x="827486" y="352925"/>
                </a:lnTo>
                <a:lnTo>
                  <a:pt x="824286" y="359191"/>
                </a:lnTo>
                <a:lnTo>
                  <a:pt x="819465" y="363650"/>
                </a:lnTo>
                <a:lnTo>
                  <a:pt x="819602" y="363714"/>
                </a:lnTo>
                <a:lnTo>
                  <a:pt x="817137" y="365613"/>
                </a:lnTo>
                <a:lnTo>
                  <a:pt x="763577" y="397282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14548509" y="8146631"/>
            <a:ext cx="842644" cy="411480"/>
          </a:xfrm>
          <a:custGeom>
            <a:avLst/>
            <a:gdLst/>
            <a:ahLst/>
            <a:cxnLst/>
            <a:rect l="l" t="t" r="r" b="b"/>
            <a:pathLst>
              <a:path w="842644" h="411479">
                <a:moveTo>
                  <a:pt x="772572" y="411032"/>
                </a:moveTo>
                <a:lnTo>
                  <a:pt x="770131" y="411032"/>
                </a:lnTo>
                <a:lnTo>
                  <a:pt x="768543" y="410685"/>
                </a:lnTo>
                <a:lnTo>
                  <a:pt x="768810" y="410685"/>
                </a:lnTo>
                <a:lnTo>
                  <a:pt x="1915" y="48923"/>
                </a:lnTo>
                <a:lnTo>
                  <a:pt x="256" y="46437"/>
                </a:lnTo>
                <a:lnTo>
                  <a:pt x="79" y="42593"/>
                </a:lnTo>
                <a:lnTo>
                  <a:pt x="0" y="40869"/>
                </a:lnTo>
                <a:lnTo>
                  <a:pt x="1430" y="38235"/>
                </a:lnTo>
                <a:lnTo>
                  <a:pt x="54916" y="6925"/>
                </a:lnTo>
                <a:lnTo>
                  <a:pt x="61188" y="3038"/>
                </a:lnTo>
                <a:lnTo>
                  <a:pt x="68027" y="714"/>
                </a:lnTo>
                <a:lnTo>
                  <a:pt x="75201" y="0"/>
                </a:lnTo>
                <a:lnTo>
                  <a:pt x="82479" y="943"/>
                </a:lnTo>
                <a:lnTo>
                  <a:pt x="135954" y="14208"/>
                </a:lnTo>
                <a:lnTo>
                  <a:pt x="73570" y="14208"/>
                </a:lnTo>
                <a:lnTo>
                  <a:pt x="68079" y="15511"/>
                </a:lnTo>
                <a:lnTo>
                  <a:pt x="63294" y="19519"/>
                </a:lnTo>
                <a:lnTo>
                  <a:pt x="62707" y="19877"/>
                </a:lnTo>
                <a:lnTo>
                  <a:pt x="62103" y="20153"/>
                </a:lnTo>
                <a:lnTo>
                  <a:pt x="23789" y="42593"/>
                </a:lnTo>
                <a:lnTo>
                  <a:pt x="770828" y="395023"/>
                </a:lnTo>
                <a:lnTo>
                  <a:pt x="800374" y="395023"/>
                </a:lnTo>
                <a:lnTo>
                  <a:pt x="773853" y="410685"/>
                </a:lnTo>
                <a:lnTo>
                  <a:pt x="772572" y="411032"/>
                </a:lnTo>
                <a:close/>
              </a:path>
              <a:path w="842644" h="411479">
                <a:moveTo>
                  <a:pt x="800374" y="395023"/>
                </a:moveTo>
                <a:lnTo>
                  <a:pt x="770828" y="395023"/>
                </a:lnTo>
                <a:lnTo>
                  <a:pt x="820162" y="365905"/>
                </a:lnTo>
                <a:lnTo>
                  <a:pt x="820932" y="365336"/>
                </a:lnTo>
                <a:lnTo>
                  <a:pt x="821464" y="364905"/>
                </a:lnTo>
                <a:lnTo>
                  <a:pt x="822023" y="364354"/>
                </a:lnTo>
                <a:lnTo>
                  <a:pt x="825634" y="361024"/>
                </a:lnTo>
                <a:lnTo>
                  <a:pt x="827623" y="356584"/>
                </a:lnTo>
                <a:lnTo>
                  <a:pt x="827623" y="206781"/>
                </a:lnTo>
                <a:lnTo>
                  <a:pt x="822261" y="199928"/>
                </a:lnTo>
                <a:lnTo>
                  <a:pt x="73570" y="14208"/>
                </a:lnTo>
                <a:lnTo>
                  <a:pt x="135954" y="14208"/>
                </a:lnTo>
                <a:lnTo>
                  <a:pt x="818173" y="183434"/>
                </a:lnTo>
                <a:lnTo>
                  <a:pt x="842619" y="214699"/>
                </a:lnTo>
                <a:lnTo>
                  <a:pt x="842619" y="360300"/>
                </a:lnTo>
                <a:lnTo>
                  <a:pt x="839338" y="368199"/>
                </a:lnTo>
                <a:lnTo>
                  <a:pt x="833352" y="374281"/>
                </a:lnTo>
                <a:lnTo>
                  <a:pt x="832903" y="374933"/>
                </a:lnTo>
                <a:lnTo>
                  <a:pt x="832344" y="375511"/>
                </a:lnTo>
                <a:lnTo>
                  <a:pt x="831693" y="375997"/>
                </a:lnTo>
                <a:lnTo>
                  <a:pt x="830162" y="377217"/>
                </a:lnTo>
                <a:lnTo>
                  <a:pt x="829163" y="377951"/>
                </a:lnTo>
                <a:lnTo>
                  <a:pt x="828118" y="378640"/>
                </a:lnTo>
                <a:lnTo>
                  <a:pt x="800374" y="3950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14546006" y="8185728"/>
            <a:ext cx="785495" cy="368300"/>
          </a:xfrm>
          <a:custGeom>
            <a:avLst/>
            <a:gdLst/>
            <a:ahLst/>
            <a:cxnLst/>
            <a:rect l="l" t="t" r="r" b="b"/>
            <a:pathLst>
              <a:path w="785494" h="368300">
                <a:moveTo>
                  <a:pt x="765179" y="368015"/>
                </a:moveTo>
                <a:lnTo>
                  <a:pt x="17911" y="157529"/>
                </a:lnTo>
                <a:lnTo>
                  <a:pt x="0" y="133778"/>
                </a:lnTo>
                <a:lnTo>
                  <a:pt x="0" y="24111"/>
                </a:lnTo>
                <a:lnTo>
                  <a:pt x="2594" y="13053"/>
                </a:lnTo>
                <a:lnTo>
                  <a:pt x="9471" y="4660"/>
                </a:lnTo>
                <a:lnTo>
                  <a:pt x="19265" y="0"/>
                </a:lnTo>
                <a:lnTo>
                  <a:pt x="30625" y="139"/>
                </a:lnTo>
                <a:lnTo>
                  <a:pt x="766327" y="182629"/>
                </a:lnTo>
                <a:lnTo>
                  <a:pt x="785063" y="206601"/>
                </a:lnTo>
                <a:lnTo>
                  <a:pt x="785063" y="343771"/>
                </a:lnTo>
                <a:lnTo>
                  <a:pt x="782366" y="355035"/>
                </a:lnTo>
                <a:lnTo>
                  <a:pt x="775251" y="363484"/>
                </a:lnTo>
                <a:lnTo>
                  <a:pt x="765179" y="368015"/>
                </a:lnTo>
                <a:close/>
              </a:path>
            </a:pathLst>
          </a:custGeom>
          <a:solidFill>
            <a:srgbClr val="FFC6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14538491" y="8177618"/>
            <a:ext cx="800100" cy="384175"/>
          </a:xfrm>
          <a:custGeom>
            <a:avLst/>
            <a:gdLst/>
            <a:ahLst/>
            <a:cxnLst/>
            <a:rect l="l" t="t" r="r" b="b"/>
            <a:pathLst>
              <a:path w="800100" h="384175">
                <a:moveTo>
                  <a:pt x="800074" y="214706"/>
                </a:moveTo>
                <a:lnTo>
                  <a:pt x="798271" y="204063"/>
                </a:lnTo>
                <a:lnTo>
                  <a:pt x="793254" y="194843"/>
                </a:lnTo>
                <a:lnTo>
                  <a:pt x="785520" y="187744"/>
                </a:lnTo>
                <a:lnTo>
                  <a:pt x="785050" y="187540"/>
                </a:lnTo>
                <a:lnTo>
                  <a:pt x="785050" y="206794"/>
                </a:lnTo>
                <a:lnTo>
                  <a:pt x="785050" y="357314"/>
                </a:lnTo>
                <a:lnTo>
                  <a:pt x="782561" y="362318"/>
                </a:lnTo>
                <a:lnTo>
                  <a:pt x="773874" y="368871"/>
                </a:lnTo>
                <a:lnTo>
                  <a:pt x="768388" y="369887"/>
                </a:lnTo>
                <a:lnTo>
                  <a:pt x="407555" y="266903"/>
                </a:lnTo>
                <a:lnTo>
                  <a:pt x="407555" y="107619"/>
                </a:lnTo>
                <a:lnTo>
                  <a:pt x="779691" y="199923"/>
                </a:lnTo>
                <a:lnTo>
                  <a:pt x="785050" y="206794"/>
                </a:lnTo>
                <a:lnTo>
                  <a:pt x="785050" y="187540"/>
                </a:lnTo>
                <a:lnTo>
                  <a:pt x="775627" y="183438"/>
                </a:lnTo>
                <a:lnTo>
                  <a:pt x="405244" y="91567"/>
                </a:lnTo>
                <a:lnTo>
                  <a:pt x="404202" y="90512"/>
                </a:lnTo>
                <a:lnTo>
                  <a:pt x="401015" y="90512"/>
                </a:lnTo>
                <a:lnTo>
                  <a:pt x="392544" y="88417"/>
                </a:lnTo>
                <a:lnTo>
                  <a:pt x="392544" y="103898"/>
                </a:lnTo>
                <a:lnTo>
                  <a:pt x="392544" y="262610"/>
                </a:lnTo>
                <a:lnTo>
                  <a:pt x="20142" y="156311"/>
                </a:lnTo>
                <a:lnTo>
                  <a:pt x="15011" y="149517"/>
                </a:lnTo>
                <a:lnTo>
                  <a:pt x="15011" y="26898"/>
                </a:lnTo>
                <a:lnTo>
                  <a:pt x="17424" y="21971"/>
                </a:lnTo>
                <a:lnTo>
                  <a:pt x="24676" y="16294"/>
                </a:lnTo>
                <a:lnTo>
                  <a:pt x="28397" y="15024"/>
                </a:lnTo>
                <a:lnTo>
                  <a:pt x="33528" y="15024"/>
                </a:lnTo>
                <a:lnTo>
                  <a:pt x="34937" y="15189"/>
                </a:lnTo>
                <a:lnTo>
                  <a:pt x="392544" y="103898"/>
                </a:lnTo>
                <a:lnTo>
                  <a:pt x="392544" y="88417"/>
                </a:lnTo>
                <a:lnTo>
                  <a:pt x="96697" y="15024"/>
                </a:lnTo>
                <a:lnTo>
                  <a:pt x="39928" y="939"/>
                </a:lnTo>
                <a:lnTo>
                  <a:pt x="32639" y="0"/>
                </a:lnTo>
                <a:lnTo>
                  <a:pt x="825" y="24904"/>
                </a:lnTo>
                <a:lnTo>
                  <a:pt x="0" y="32207"/>
                </a:lnTo>
                <a:lnTo>
                  <a:pt x="0" y="141871"/>
                </a:lnTo>
                <a:lnTo>
                  <a:pt x="23368" y="172859"/>
                </a:lnTo>
                <a:lnTo>
                  <a:pt x="394652" y="278853"/>
                </a:lnTo>
                <a:lnTo>
                  <a:pt x="395897" y="280085"/>
                </a:lnTo>
                <a:lnTo>
                  <a:pt x="398995" y="280085"/>
                </a:lnTo>
                <a:lnTo>
                  <a:pt x="762012" y="383705"/>
                </a:lnTo>
                <a:lnTo>
                  <a:pt x="765009" y="384111"/>
                </a:lnTo>
                <a:lnTo>
                  <a:pt x="774852" y="384111"/>
                </a:lnTo>
                <a:lnTo>
                  <a:pt x="781596" y="381876"/>
                </a:lnTo>
                <a:lnTo>
                  <a:pt x="800074" y="351878"/>
                </a:lnTo>
                <a:lnTo>
                  <a:pt x="800074" y="214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15450711" y="8374614"/>
            <a:ext cx="979805" cy="473075"/>
          </a:xfrm>
          <a:custGeom>
            <a:avLst/>
            <a:gdLst/>
            <a:ahLst/>
            <a:cxnLst/>
            <a:rect l="l" t="t" r="r" b="b"/>
            <a:pathLst>
              <a:path w="979805" h="473075">
                <a:moveTo>
                  <a:pt x="918023" y="472591"/>
                </a:moveTo>
                <a:lnTo>
                  <a:pt x="0" y="36870"/>
                </a:lnTo>
                <a:lnTo>
                  <a:pt x="50525" y="7495"/>
                </a:lnTo>
                <a:lnTo>
                  <a:pt x="56327" y="2440"/>
                </a:lnTo>
                <a:lnTo>
                  <a:pt x="960886" y="222424"/>
                </a:lnTo>
                <a:lnTo>
                  <a:pt x="979622" y="246387"/>
                </a:lnTo>
                <a:lnTo>
                  <a:pt x="979622" y="430583"/>
                </a:lnTo>
                <a:lnTo>
                  <a:pt x="975864" y="437445"/>
                </a:lnTo>
                <a:lnTo>
                  <a:pt x="970217" y="441913"/>
                </a:lnTo>
                <a:lnTo>
                  <a:pt x="918023" y="472591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5443112" y="8368392"/>
            <a:ext cx="995044" cy="486409"/>
          </a:xfrm>
          <a:custGeom>
            <a:avLst/>
            <a:gdLst/>
            <a:ahLst/>
            <a:cxnLst/>
            <a:rect l="l" t="t" r="r" b="b"/>
            <a:pathLst>
              <a:path w="995044" h="486409">
                <a:moveTo>
                  <a:pt x="926961" y="486327"/>
                </a:moveTo>
                <a:lnTo>
                  <a:pt x="924493" y="486327"/>
                </a:lnTo>
                <a:lnTo>
                  <a:pt x="922884" y="485978"/>
                </a:lnTo>
                <a:lnTo>
                  <a:pt x="923182" y="485978"/>
                </a:lnTo>
                <a:lnTo>
                  <a:pt x="1879" y="48697"/>
                </a:lnTo>
                <a:lnTo>
                  <a:pt x="220" y="46202"/>
                </a:lnTo>
                <a:lnTo>
                  <a:pt x="110" y="43413"/>
                </a:lnTo>
                <a:lnTo>
                  <a:pt x="0" y="40624"/>
                </a:lnTo>
                <a:lnTo>
                  <a:pt x="1430" y="38000"/>
                </a:lnTo>
                <a:lnTo>
                  <a:pt x="54366" y="7222"/>
                </a:lnTo>
                <a:lnTo>
                  <a:pt x="60157" y="3264"/>
                </a:lnTo>
                <a:lnTo>
                  <a:pt x="66938" y="811"/>
                </a:lnTo>
                <a:lnTo>
                  <a:pt x="74352" y="0"/>
                </a:lnTo>
                <a:lnTo>
                  <a:pt x="82040" y="965"/>
                </a:lnTo>
                <a:lnTo>
                  <a:pt x="135438" y="14212"/>
                </a:lnTo>
                <a:lnTo>
                  <a:pt x="73002" y="14212"/>
                </a:lnTo>
                <a:lnTo>
                  <a:pt x="67402" y="15625"/>
                </a:lnTo>
                <a:lnTo>
                  <a:pt x="63066" y="19396"/>
                </a:lnTo>
                <a:lnTo>
                  <a:pt x="23677" y="42413"/>
                </a:lnTo>
                <a:lnTo>
                  <a:pt x="925265" y="470327"/>
                </a:lnTo>
                <a:lnTo>
                  <a:pt x="955035" y="470327"/>
                </a:lnTo>
                <a:lnTo>
                  <a:pt x="928272" y="485978"/>
                </a:lnTo>
                <a:lnTo>
                  <a:pt x="926961" y="486327"/>
                </a:lnTo>
                <a:close/>
              </a:path>
              <a:path w="995044" h="486409">
                <a:moveTo>
                  <a:pt x="955035" y="470327"/>
                </a:moveTo>
                <a:lnTo>
                  <a:pt x="925265" y="470327"/>
                </a:lnTo>
                <a:lnTo>
                  <a:pt x="972894" y="442465"/>
                </a:lnTo>
                <a:lnTo>
                  <a:pt x="977331" y="438952"/>
                </a:lnTo>
                <a:lnTo>
                  <a:pt x="979724" y="434053"/>
                </a:lnTo>
                <a:lnTo>
                  <a:pt x="979724" y="244701"/>
                </a:lnTo>
                <a:lnTo>
                  <a:pt x="974361" y="237838"/>
                </a:lnTo>
                <a:lnTo>
                  <a:pt x="73002" y="14212"/>
                </a:lnTo>
                <a:lnTo>
                  <a:pt x="135438" y="14212"/>
                </a:lnTo>
                <a:lnTo>
                  <a:pt x="970300" y="221334"/>
                </a:lnTo>
                <a:lnTo>
                  <a:pt x="994747" y="252608"/>
                </a:lnTo>
                <a:lnTo>
                  <a:pt x="994747" y="428805"/>
                </a:lnTo>
                <a:lnTo>
                  <a:pt x="981107" y="455080"/>
                </a:lnTo>
                <a:lnTo>
                  <a:pt x="955035" y="470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5440160" y="8407519"/>
            <a:ext cx="937894" cy="445134"/>
          </a:xfrm>
          <a:custGeom>
            <a:avLst/>
            <a:gdLst/>
            <a:ahLst/>
            <a:cxnLst/>
            <a:rect l="l" t="t" r="r" b="b"/>
            <a:pathLst>
              <a:path w="937894" h="445134">
                <a:moveTo>
                  <a:pt x="917731" y="444930"/>
                </a:moveTo>
                <a:lnTo>
                  <a:pt x="17911" y="190932"/>
                </a:lnTo>
                <a:lnTo>
                  <a:pt x="0" y="167180"/>
                </a:lnTo>
                <a:lnTo>
                  <a:pt x="0" y="24111"/>
                </a:lnTo>
                <a:lnTo>
                  <a:pt x="2594" y="13053"/>
                </a:lnTo>
                <a:lnTo>
                  <a:pt x="9471" y="4660"/>
                </a:lnTo>
                <a:lnTo>
                  <a:pt x="19265" y="0"/>
                </a:lnTo>
                <a:lnTo>
                  <a:pt x="30616" y="140"/>
                </a:lnTo>
                <a:lnTo>
                  <a:pt x="918876" y="220518"/>
                </a:lnTo>
                <a:lnTo>
                  <a:pt x="937612" y="244490"/>
                </a:lnTo>
                <a:lnTo>
                  <a:pt x="937612" y="420686"/>
                </a:lnTo>
                <a:lnTo>
                  <a:pt x="934915" y="431950"/>
                </a:lnTo>
                <a:lnTo>
                  <a:pt x="927801" y="440399"/>
                </a:lnTo>
                <a:lnTo>
                  <a:pt x="917731" y="444930"/>
                </a:lnTo>
                <a:close/>
              </a:path>
            </a:pathLst>
          </a:custGeom>
          <a:solidFill>
            <a:srgbClr val="FFC6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15432644" y="8399409"/>
            <a:ext cx="953135" cy="461645"/>
          </a:xfrm>
          <a:custGeom>
            <a:avLst/>
            <a:gdLst/>
            <a:ahLst/>
            <a:cxnLst/>
            <a:rect l="l" t="t" r="r" b="b"/>
            <a:pathLst>
              <a:path w="953134" h="461645">
                <a:moveTo>
                  <a:pt x="927400" y="461034"/>
                </a:moveTo>
                <a:lnTo>
                  <a:pt x="917561" y="461034"/>
                </a:lnTo>
                <a:lnTo>
                  <a:pt x="914567" y="460612"/>
                </a:lnTo>
                <a:lnTo>
                  <a:pt x="23365" y="206271"/>
                </a:lnTo>
                <a:lnTo>
                  <a:pt x="0" y="175290"/>
                </a:lnTo>
                <a:lnTo>
                  <a:pt x="0" y="32222"/>
                </a:lnTo>
                <a:lnTo>
                  <a:pt x="25447" y="699"/>
                </a:lnTo>
                <a:lnTo>
                  <a:pt x="32635" y="0"/>
                </a:lnTo>
                <a:lnTo>
                  <a:pt x="39929" y="956"/>
                </a:lnTo>
                <a:lnTo>
                  <a:pt x="96612" y="15019"/>
                </a:lnTo>
                <a:lnTo>
                  <a:pt x="28390" y="15019"/>
                </a:lnTo>
                <a:lnTo>
                  <a:pt x="24676" y="16286"/>
                </a:lnTo>
                <a:lnTo>
                  <a:pt x="17416" y="21965"/>
                </a:lnTo>
                <a:lnTo>
                  <a:pt x="15014" y="26891"/>
                </a:lnTo>
                <a:lnTo>
                  <a:pt x="15014" y="182913"/>
                </a:lnTo>
                <a:lnTo>
                  <a:pt x="20138" y="189703"/>
                </a:lnTo>
                <a:lnTo>
                  <a:pt x="920966" y="446786"/>
                </a:lnTo>
                <a:lnTo>
                  <a:pt x="946921" y="446786"/>
                </a:lnTo>
                <a:lnTo>
                  <a:pt x="945260" y="449334"/>
                </a:lnTo>
                <a:lnTo>
                  <a:pt x="939830" y="454511"/>
                </a:lnTo>
                <a:lnTo>
                  <a:pt x="934147" y="458805"/>
                </a:lnTo>
                <a:lnTo>
                  <a:pt x="927400" y="461034"/>
                </a:lnTo>
                <a:close/>
              </a:path>
              <a:path w="953134" h="461645">
                <a:moveTo>
                  <a:pt x="946921" y="446786"/>
                </a:moveTo>
                <a:lnTo>
                  <a:pt x="920966" y="446786"/>
                </a:lnTo>
                <a:lnTo>
                  <a:pt x="926439" y="445750"/>
                </a:lnTo>
                <a:lnTo>
                  <a:pt x="935119" y="439218"/>
                </a:lnTo>
                <a:lnTo>
                  <a:pt x="937603" y="434218"/>
                </a:lnTo>
                <a:lnTo>
                  <a:pt x="937603" y="244664"/>
                </a:lnTo>
                <a:lnTo>
                  <a:pt x="932241" y="237801"/>
                </a:lnTo>
                <a:lnTo>
                  <a:pt x="34934" y="15184"/>
                </a:lnTo>
                <a:lnTo>
                  <a:pt x="33531" y="15019"/>
                </a:lnTo>
                <a:lnTo>
                  <a:pt x="96612" y="15019"/>
                </a:lnTo>
                <a:lnTo>
                  <a:pt x="928180" y="221326"/>
                </a:lnTo>
                <a:lnTo>
                  <a:pt x="952627" y="252600"/>
                </a:lnTo>
                <a:lnTo>
                  <a:pt x="952627" y="428797"/>
                </a:lnTo>
                <a:lnTo>
                  <a:pt x="951771" y="436250"/>
                </a:lnTo>
                <a:lnTo>
                  <a:pt x="949277" y="443171"/>
                </a:lnTo>
                <a:lnTo>
                  <a:pt x="946921" y="446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17385215" y="5113271"/>
            <a:ext cx="902969" cy="1807845"/>
          </a:xfrm>
          <a:custGeom>
            <a:avLst/>
            <a:gdLst/>
            <a:ahLst/>
            <a:cxnLst/>
            <a:rect l="l" t="t" r="r" b="b"/>
            <a:pathLst>
              <a:path w="902969" h="1807845">
                <a:moveTo>
                  <a:pt x="902784" y="1807250"/>
                </a:moveTo>
                <a:lnTo>
                  <a:pt x="95386" y="1638859"/>
                </a:lnTo>
                <a:lnTo>
                  <a:pt x="33630" y="1604981"/>
                </a:lnTo>
                <a:lnTo>
                  <a:pt x="10928" y="1572295"/>
                </a:lnTo>
                <a:lnTo>
                  <a:pt x="0" y="1533691"/>
                </a:lnTo>
                <a:lnTo>
                  <a:pt x="2704" y="1492129"/>
                </a:lnTo>
                <a:lnTo>
                  <a:pt x="340544" y="92162"/>
                </a:lnTo>
                <a:lnTo>
                  <a:pt x="357997" y="52581"/>
                </a:lnTo>
                <a:lnTo>
                  <a:pt x="387225" y="22460"/>
                </a:lnTo>
                <a:lnTo>
                  <a:pt x="424959" y="4149"/>
                </a:lnTo>
                <a:lnTo>
                  <a:pt x="467930" y="0"/>
                </a:lnTo>
                <a:lnTo>
                  <a:pt x="902784" y="36365"/>
                </a:lnTo>
                <a:lnTo>
                  <a:pt x="902784" y="1807250"/>
                </a:lnTo>
                <a:close/>
              </a:path>
            </a:pathLst>
          </a:custGeom>
          <a:solidFill>
            <a:srgbClr val="F453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12766498" y="5105767"/>
            <a:ext cx="5521960" cy="2382520"/>
          </a:xfrm>
          <a:custGeom>
            <a:avLst/>
            <a:gdLst/>
            <a:ahLst/>
            <a:cxnLst/>
            <a:rect l="l" t="t" r="r" b="b"/>
            <a:pathLst>
              <a:path w="5521959" h="2382520">
                <a:moveTo>
                  <a:pt x="834377" y="1950326"/>
                </a:moveTo>
                <a:lnTo>
                  <a:pt x="833589" y="1948014"/>
                </a:lnTo>
                <a:lnTo>
                  <a:pt x="830287" y="1944738"/>
                </a:lnTo>
                <a:lnTo>
                  <a:pt x="827951" y="1943989"/>
                </a:lnTo>
                <a:lnTo>
                  <a:pt x="4381" y="2053285"/>
                </a:lnTo>
                <a:lnTo>
                  <a:pt x="2247" y="2054783"/>
                </a:lnTo>
                <a:lnTo>
                  <a:pt x="0" y="2059178"/>
                </a:lnTo>
                <a:lnTo>
                  <a:pt x="25" y="2061781"/>
                </a:lnTo>
                <a:lnTo>
                  <a:pt x="31254" y="2116645"/>
                </a:lnTo>
                <a:lnTo>
                  <a:pt x="62661" y="2165032"/>
                </a:lnTo>
                <a:lnTo>
                  <a:pt x="95211" y="2208987"/>
                </a:lnTo>
                <a:lnTo>
                  <a:pt x="128689" y="2248344"/>
                </a:lnTo>
                <a:lnTo>
                  <a:pt x="162902" y="2282939"/>
                </a:lnTo>
                <a:lnTo>
                  <a:pt x="197650" y="2312644"/>
                </a:lnTo>
                <a:lnTo>
                  <a:pt x="232727" y="2337295"/>
                </a:lnTo>
                <a:lnTo>
                  <a:pt x="267931" y="2356726"/>
                </a:lnTo>
                <a:lnTo>
                  <a:pt x="337908" y="2379357"/>
                </a:lnTo>
                <a:lnTo>
                  <a:pt x="372287" y="2382240"/>
                </a:lnTo>
                <a:lnTo>
                  <a:pt x="372643" y="2382240"/>
                </a:lnTo>
                <a:lnTo>
                  <a:pt x="413778" y="2377757"/>
                </a:lnTo>
                <a:lnTo>
                  <a:pt x="462699" y="2367216"/>
                </a:lnTo>
                <a:lnTo>
                  <a:pt x="598576" y="2337917"/>
                </a:lnTo>
                <a:lnTo>
                  <a:pt x="666927" y="2308212"/>
                </a:lnTo>
                <a:lnTo>
                  <a:pt x="697712" y="2283510"/>
                </a:lnTo>
                <a:lnTo>
                  <a:pt x="726020" y="2252599"/>
                </a:lnTo>
                <a:lnTo>
                  <a:pt x="751674" y="2215756"/>
                </a:lnTo>
                <a:lnTo>
                  <a:pt x="774496" y="2173287"/>
                </a:lnTo>
                <a:lnTo>
                  <a:pt x="794321" y="2125459"/>
                </a:lnTo>
                <a:lnTo>
                  <a:pt x="810983" y="2072563"/>
                </a:lnTo>
                <a:lnTo>
                  <a:pt x="824293" y="2014855"/>
                </a:lnTo>
                <a:lnTo>
                  <a:pt x="832866" y="1960448"/>
                </a:lnTo>
                <a:lnTo>
                  <a:pt x="834097" y="1952650"/>
                </a:lnTo>
                <a:lnTo>
                  <a:pt x="834377" y="1950326"/>
                </a:lnTo>
                <a:close/>
              </a:path>
              <a:path w="5521959" h="2382520">
                <a:moveTo>
                  <a:pt x="5521490" y="36347"/>
                </a:moveTo>
                <a:lnTo>
                  <a:pt x="5261343" y="14579"/>
                </a:lnTo>
                <a:lnTo>
                  <a:pt x="5087251" y="0"/>
                </a:lnTo>
                <a:lnTo>
                  <a:pt x="5041481" y="4381"/>
                </a:lnTo>
                <a:lnTo>
                  <a:pt x="5001438" y="23736"/>
                </a:lnTo>
                <a:lnTo>
                  <a:pt x="4970488" y="55702"/>
                </a:lnTo>
                <a:lnTo>
                  <a:pt x="4951946" y="97891"/>
                </a:lnTo>
                <a:lnTo>
                  <a:pt x="4864201" y="461518"/>
                </a:lnTo>
                <a:lnTo>
                  <a:pt x="4863604" y="461987"/>
                </a:lnTo>
                <a:lnTo>
                  <a:pt x="4863160" y="465836"/>
                </a:lnTo>
                <a:lnTo>
                  <a:pt x="4614126" y="1497863"/>
                </a:lnTo>
                <a:lnTo>
                  <a:pt x="4611128" y="1541526"/>
                </a:lnTo>
                <a:lnTo>
                  <a:pt x="4622355" y="1582394"/>
                </a:lnTo>
                <a:lnTo>
                  <a:pt x="4646346" y="1617281"/>
                </a:lnTo>
                <a:lnTo>
                  <a:pt x="4681601" y="1643011"/>
                </a:lnTo>
                <a:lnTo>
                  <a:pt x="5521490" y="1822462"/>
                </a:lnTo>
                <a:lnTo>
                  <a:pt x="5521490" y="1807095"/>
                </a:lnTo>
                <a:lnTo>
                  <a:pt x="4715713" y="1639011"/>
                </a:lnTo>
                <a:lnTo>
                  <a:pt x="4708372" y="1637195"/>
                </a:lnTo>
                <a:lnTo>
                  <a:pt x="4657179" y="1606829"/>
                </a:lnTo>
                <a:lnTo>
                  <a:pt x="4626076" y="1539951"/>
                </a:lnTo>
                <a:lnTo>
                  <a:pt x="4628718" y="1501394"/>
                </a:lnTo>
                <a:lnTo>
                  <a:pt x="4876343" y="475221"/>
                </a:lnTo>
                <a:lnTo>
                  <a:pt x="5521490" y="550176"/>
                </a:lnTo>
                <a:lnTo>
                  <a:pt x="5521490" y="535051"/>
                </a:lnTo>
                <a:lnTo>
                  <a:pt x="4879886" y="460514"/>
                </a:lnTo>
                <a:lnTo>
                  <a:pt x="4966551" y="101409"/>
                </a:lnTo>
                <a:lnTo>
                  <a:pt x="4981626" y="66090"/>
                </a:lnTo>
                <a:lnTo>
                  <a:pt x="5006568" y="38658"/>
                </a:lnTo>
                <a:lnTo>
                  <a:pt x="5038953" y="20891"/>
                </a:lnTo>
                <a:lnTo>
                  <a:pt x="5076329" y="14579"/>
                </a:lnTo>
                <a:lnTo>
                  <a:pt x="5079530" y="14579"/>
                </a:lnTo>
                <a:lnTo>
                  <a:pt x="5082781" y="14706"/>
                </a:lnTo>
                <a:lnTo>
                  <a:pt x="5521490" y="51422"/>
                </a:lnTo>
                <a:lnTo>
                  <a:pt x="5521490" y="36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16990744" y="3406588"/>
            <a:ext cx="1212850" cy="594995"/>
          </a:xfrm>
          <a:custGeom>
            <a:avLst/>
            <a:gdLst/>
            <a:ahLst/>
            <a:cxnLst/>
            <a:rect l="l" t="t" r="r" b="b"/>
            <a:pathLst>
              <a:path w="1212850" h="594995">
                <a:moveTo>
                  <a:pt x="411688" y="594743"/>
                </a:moveTo>
                <a:lnTo>
                  <a:pt x="352794" y="591887"/>
                </a:lnTo>
                <a:lnTo>
                  <a:pt x="297295" y="585368"/>
                </a:lnTo>
                <a:lnTo>
                  <a:pt x="245662" y="575293"/>
                </a:lnTo>
                <a:lnTo>
                  <a:pt x="198366" y="561769"/>
                </a:lnTo>
                <a:lnTo>
                  <a:pt x="155877" y="544903"/>
                </a:lnTo>
                <a:lnTo>
                  <a:pt x="118664" y="524802"/>
                </a:lnTo>
                <a:lnTo>
                  <a:pt x="87200" y="501573"/>
                </a:lnTo>
                <a:lnTo>
                  <a:pt x="43397" y="446160"/>
                </a:lnTo>
                <a:lnTo>
                  <a:pt x="0" y="271514"/>
                </a:lnTo>
                <a:lnTo>
                  <a:pt x="1176646" y="0"/>
                </a:lnTo>
                <a:lnTo>
                  <a:pt x="1208646" y="142674"/>
                </a:lnTo>
                <a:lnTo>
                  <a:pt x="1212340" y="172600"/>
                </a:lnTo>
                <a:lnTo>
                  <a:pt x="1209961" y="203039"/>
                </a:lnTo>
                <a:lnTo>
                  <a:pt x="1188041" y="264610"/>
                </a:lnTo>
                <a:lnTo>
                  <a:pt x="1144986" y="325687"/>
                </a:lnTo>
                <a:lnTo>
                  <a:pt x="1116189" y="355510"/>
                </a:lnTo>
                <a:lnTo>
                  <a:pt x="1082896" y="384573"/>
                </a:lnTo>
                <a:lnTo>
                  <a:pt x="1045369" y="412663"/>
                </a:lnTo>
                <a:lnTo>
                  <a:pt x="1003871" y="439568"/>
                </a:lnTo>
                <a:lnTo>
                  <a:pt x="958665" y="465077"/>
                </a:lnTo>
                <a:lnTo>
                  <a:pt x="910013" y="488975"/>
                </a:lnTo>
                <a:lnTo>
                  <a:pt x="858177" y="511053"/>
                </a:lnTo>
                <a:lnTo>
                  <a:pt x="803420" y="531096"/>
                </a:lnTo>
                <a:lnTo>
                  <a:pt x="746005" y="548892"/>
                </a:lnTo>
                <a:lnTo>
                  <a:pt x="686194" y="564230"/>
                </a:lnTo>
                <a:lnTo>
                  <a:pt x="648471" y="572355"/>
                </a:lnTo>
                <a:lnTo>
                  <a:pt x="574151" y="584716"/>
                </a:lnTo>
                <a:lnTo>
                  <a:pt x="473506" y="593829"/>
                </a:lnTo>
                <a:lnTo>
                  <a:pt x="411688" y="594743"/>
                </a:lnTo>
                <a:close/>
              </a:path>
            </a:pathLst>
          </a:custGeom>
          <a:solidFill>
            <a:srgbClr val="FE9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16982523" y="3398818"/>
            <a:ext cx="1228090" cy="610235"/>
          </a:xfrm>
          <a:custGeom>
            <a:avLst/>
            <a:gdLst/>
            <a:ahLst/>
            <a:cxnLst/>
            <a:rect l="l" t="t" r="r" b="b"/>
            <a:pathLst>
              <a:path w="1228090" h="610235">
                <a:moveTo>
                  <a:pt x="436188" y="610192"/>
                </a:moveTo>
                <a:lnTo>
                  <a:pt x="435453" y="610192"/>
                </a:lnTo>
                <a:lnTo>
                  <a:pt x="372302" y="608087"/>
                </a:lnTo>
                <a:lnTo>
                  <a:pt x="313008" y="601876"/>
                </a:lnTo>
                <a:lnTo>
                  <a:pt x="258046" y="591722"/>
                </a:lnTo>
                <a:lnTo>
                  <a:pt x="207871" y="577783"/>
                </a:lnTo>
                <a:lnTo>
                  <a:pt x="162941" y="560220"/>
                </a:lnTo>
                <a:lnTo>
                  <a:pt x="123710" y="539194"/>
                </a:lnTo>
                <a:lnTo>
                  <a:pt x="90634" y="514864"/>
                </a:lnTo>
                <a:lnTo>
                  <a:pt x="64170" y="487391"/>
                </a:lnTo>
                <a:lnTo>
                  <a:pt x="32898" y="423657"/>
                </a:lnTo>
                <a:lnTo>
                  <a:pt x="0" y="276909"/>
                </a:lnTo>
                <a:lnTo>
                  <a:pt x="2511" y="272900"/>
                </a:lnTo>
                <a:lnTo>
                  <a:pt x="1185107" y="0"/>
                </a:lnTo>
                <a:lnTo>
                  <a:pt x="1187170" y="348"/>
                </a:lnTo>
                <a:lnTo>
                  <a:pt x="1190561" y="2486"/>
                </a:lnTo>
                <a:lnTo>
                  <a:pt x="1191753" y="4183"/>
                </a:lnTo>
                <a:lnTo>
                  <a:pt x="1194582" y="16797"/>
                </a:lnTo>
                <a:lnTo>
                  <a:pt x="1179204" y="16797"/>
                </a:lnTo>
                <a:lnTo>
                  <a:pt x="17196" y="284936"/>
                </a:lnTo>
                <a:lnTo>
                  <a:pt x="47546" y="420326"/>
                </a:lnTo>
                <a:lnTo>
                  <a:pt x="76203" y="478770"/>
                </a:lnTo>
                <a:lnTo>
                  <a:pt x="130876" y="526565"/>
                </a:lnTo>
                <a:lnTo>
                  <a:pt x="166960" y="546126"/>
                </a:lnTo>
                <a:lnTo>
                  <a:pt x="208339" y="562615"/>
                </a:lnTo>
                <a:lnTo>
                  <a:pt x="254610" y="575893"/>
                </a:lnTo>
                <a:lnTo>
                  <a:pt x="305369" y="585823"/>
                </a:lnTo>
                <a:lnTo>
                  <a:pt x="360214" y="592270"/>
                </a:lnTo>
                <a:lnTo>
                  <a:pt x="418741" y="595094"/>
                </a:lnTo>
                <a:lnTo>
                  <a:pt x="615555" y="595094"/>
                </a:lnTo>
                <a:lnTo>
                  <a:pt x="584288" y="599822"/>
                </a:lnTo>
                <a:lnTo>
                  <a:pt x="546752" y="604303"/>
                </a:lnTo>
                <a:lnTo>
                  <a:pt x="518170" y="606900"/>
                </a:lnTo>
                <a:lnTo>
                  <a:pt x="490071" y="608742"/>
                </a:lnTo>
                <a:lnTo>
                  <a:pt x="462488" y="609838"/>
                </a:lnTo>
                <a:lnTo>
                  <a:pt x="436188" y="610192"/>
                </a:lnTo>
                <a:close/>
              </a:path>
              <a:path w="1228090" h="610235">
                <a:moveTo>
                  <a:pt x="615555" y="595094"/>
                </a:moveTo>
                <a:lnTo>
                  <a:pt x="418741" y="595094"/>
                </a:lnTo>
                <a:lnTo>
                  <a:pt x="480974" y="594154"/>
                </a:lnTo>
                <a:lnTo>
                  <a:pt x="480634" y="594154"/>
                </a:lnTo>
                <a:lnTo>
                  <a:pt x="545231" y="589331"/>
                </a:lnTo>
                <a:lnTo>
                  <a:pt x="619322" y="579318"/>
                </a:lnTo>
                <a:lnTo>
                  <a:pt x="692711" y="564689"/>
                </a:lnTo>
                <a:lnTo>
                  <a:pt x="744107" y="551709"/>
                </a:lnTo>
                <a:lnTo>
                  <a:pt x="794069" y="536800"/>
                </a:lnTo>
                <a:lnTo>
                  <a:pt x="842406" y="520058"/>
                </a:lnTo>
                <a:lnTo>
                  <a:pt x="888905" y="501580"/>
                </a:lnTo>
                <a:lnTo>
                  <a:pt x="933353" y="481462"/>
                </a:lnTo>
                <a:lnTo>
                  <a:pt x="975540" y="459799"/>
                </a:lnTo>
                <a:lnTo>
                  <a:pt x="1015253" y="436687"/>
                </a:lnTo>
                <a:lnTo>
                  <a:pt x="1052281" y="412223"/>
                </a:lnTo>
                <a:lnTo>
                  <a:pt x="1086412" y="386502"/>
                </a:lnTo>
                <a:lnTo>
                  <a:pt x="1130150" y="347252"/>
                </a:lnTo>
                <a:lnTo>
                  <a:pt x="1164901" y="307510"/>
                </a:lnTo>
                <a:lnTo>
                  <a:pt x="1190442" y="267701"/>
                </a:lnTo>
                <a:lnTo>
                  <a:pt x="1206548" y="228253"/>
                </a:lnTo>
                <a:lnTo>
                  <a:pt x="1212993" y="189591"/>
                </a:lnTo>
                <a:lnTo>
                  <a:pt x="1209554" y="152142"/>
                </a:lnTo>
                <a:lnTo>
                  <a:pt x="1179204" y="16797"/>
                </a:lnTo>
                <a:lnTo>
                  <a:pt x="1194582" y="16797"/>
                </a:lnTo>
                <a:lnTo>
                  <a:pt x="1224184" y="148812"/>
                </a:lnTo>
                <a:lnTo>
                  <a:pt x="1228032" y="189148"/>
                </a:lnTo>
                <a:lnTo>
                  <a:pt x="1221472" y="230583"/>
                </a:lnTo>
                <a:lnTo>
                  <a:pt x="1204738" y="272660"/>
                </a:lnTo>
                <a:lnTo>
                  <a:pt x="1178062" y="314926"/>
                </a:lnTo>
                <a:lnTo>
                  <a:pt x="1141677" y="356927"/>
                </a:lnTo>
                <a:lnTo>
                  <a:pt x="1095816" y="398208"/>
                </a:lnTo>
                <a:lnTo>
                  <a:pt x="1061093" y="424380"/>
                </a:lnTo>
                <a:lnTo>
                  <a:pt x="1023446" y="449269"/>
                </a:lnTo>
                <a:lnTo>
                  <a:pt x="983088" y="472776"/>
                </a:lnTo>
                <a:lnTo>
                  <a:pt x="940237" y="494803"/>
                </a:lnTo>
                <a:lnTo>
                  <a:pt x="895105" y="515254"/>
                </a:lnTo>
                <a:lnTo>
                  <a:pt x="847909" y="534031"/>
                </a:lnTo>
                <a:lnTo>
                  <a:pt x="798863" y="551036"/>
                </a:lnTo>
                <a:lnTo>
                  <a:pt x="748183" y="566172"/>
                </a:lnTo>
                <a:lnTo>
                  <a:pt x="696169" y="579318"/>
                </a:lnTo>
                <a:lnTo>
                  <a:pt x="621775" y="594154"/>
                </a:lnTo>
                <a:lnTo>
                  <a:pt x="615555" y="5950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17606658" y="5105767"/>
            <a:ext cx="681355" cy="580390"/>
          </a:xfrm>
          <a:custGeom>
            <a:avLst/>
            <a:gdLst/>
            <a:ahLst/>
            <a:cxnLst/>
            <a:rect l="l" t="t" r="r" b="b"/>
            <a:pathLst>
              <a:path w="681355" h="580389">
                <a:moveTo>
                  <a:pt x="681329" y="36309"/>
                </a:moveTo>
                <a:lnTo>
                  <a:pt x="426377" y="14986"/>
                </a:lnTo>
                <a:lnTo>
                  <a:pt x="247116" y="0"/>
                </a:lnTo>
                <a:lnTo>
                  <a:pt x="201333" y="4368"/>
                </a:lnTo>
                <a:lnTo>
                  <a:pt x="161290" y="23723"/>
                </a:lnTo>
                <a:lnTo>
                  <a:pt x="130340" y="55689"/>
                </a:lnTo>
                <a:lnTo>
                  <a:pt x="111810" y="97878"/>
                </a:lnTo>
                <a:lnTo>
                  <a:pt x="0" y="561149"/>
                </a:lnTo>
                <a:lnTo>
                  <a:pt x="381" y="563295"/>
                </a:lnTo>
                <a:lnTo>
                  <a:pt x="40754" y="573379"/>
                </a:lnTo>
                <a:lnTo>
                  <a:pt x="112750" y="579158"/>
                </a:lnTo>
                <a:lnTo>
                  <a:pt x="150241" y="579856"/>
                </a:lnTo>
                <a:lnTo>
                  <a:pt x="200736" y="578624"/>
                </a:lnTo>
                <a:lnTo>
                  <a:pt x="252336" y="574916"/>
                </a:lnTo>
                <a:lnTo>
                  <a:pt x="304736" y="568744"/>
                </a:lnTo>
                <a:lnTo>
                  <a:pt x="357632" y="560146"/>
                </a:lnTo>
                <a:lnTo>
                  <a:pt x="410705" y="549122"/>
                </a:lnTo>
                <a:lnTo>
                  <a:pt x="471170" y="533565"/>
                </a:lnTo>
                <a:lnTo>
                  <a:pt x="529209" y="515480"/>
                </a:lnTo>
                <a:lnTo>
                  <a:pt x="584581" y="495071"/>
                </a:lnTo>
                <a:lnTo>
                  <a:pt x="636993" y="472579"/>
                </a:lnTo>
                <a:lnTo>
                  <a:pt x="681329" y="450621"/>
                </a:lnTo>
                <a:lnTo>
                  <a:pt x="681329" y="442671"/>
                </a:lnTo>
                <a:lnTo>
                  <a:pt x="681329" y="433971"/>
                </a:lnTo>
                <a:lnTo>
                  <a:pt x="681329" y="51409"/>
                </a:lnTo>
                <a:lnTo>
                  <a:pt x="681329" y="43865"/>
                </a:lnTo>
                <a:lnTo>
                  <a:pt x="681329" y="36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bg 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98830" y="4987229"/>
            <a:ext cx="251107" cy="251313"/>
          </a:xfrm>
          <a:prstGeom prst="rect">
            <a:avLst/>
          </a:prstGeom>
        </p:spPr>
      </p:pic>
      <p:sp>
        <p:nvSpPr>
          <p:cNvPr id="52" name="bg object 52"/>
          <p:cNvSpPr/>
          <p:nvPr/>
        </p:nvSpPr>
        <p:spPr>
          <a:xfrm>
            <a:off x="13691314" y="497970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069" y="266359"/>
                </a:moveTo>
                <a:lnTo>
                  <a:pt x="91053" y="259558"/>
                </a:lnTo>
                <a:lnTo>
                  <a:pt x="54530" y="240630"/>
                </a:lnTo>
                <a:lnTo>
                  <a:pt x="25707" y="211783"/>
                </a:lnTo>
                <a:lnTo>
                  <a:pt x="6794" y="175230"/>
                </a:lnTo>
                <a:lnTo>
                  <a:pt x="0" y="133179"/>
                </a:lnTo>
                <a:lnTo>
                  <a:pt x="6794" y="91128"/>
                </a:lnTo>
                <a:lnTo>
                  <a:pt x="25707" y="54574"/>
                </a:lnTo>
                <a:lnTo>
                  <a:pt x="54530" y="25728"/>
                </a:lnTo>
                <a:lnTo>
                  <a:pt x="91053" y="6800"/>
                </a:lnTo>
                <a:lnTo>
                  <a:pt x="133069" y="0"/>
                </a:lnTo>
                <a:lnTo>
                  <a:pt x="175086" y="6800"/>
                </a:lnTo>
                <a:lnTo>
                  <a:pt x="190977" y="15036"/>
                </a:lnTo>
                <a:lnTo>
                  <a:pt x="133069" y="15036"/>
                </a:lnTo>
                <a:lnTo>
                  <a:pt x="87164" y="24335"/>
                </a:lnTo>
                <a:lnTo>
                  <a:pt x="49637" y="49678"/>
                </a:lnTo>
                <a:lnTo>
                  <a:pt x="24315" y="87236"/>
                </a:lnTo>
                <a:lnTo>
                  <a:pt x="15023" y="133179"/>
                </a:lnTo>
                <a:lnTo>
                  <a:pt x="24314" y="179122"/>
                </a:lnTo>
                <a:lnTo>
                  <a:pt x="49637" y="216680"/>
                </a:lnTo>
                <a:lnTo>
                  <a:pt x="87164" y="242023"/>
                </a:lnTo>
                <a:lnTo>
                  <a:pt x="133069" y="251322"/>
                </a:lnTo>
                <a:lnTo>
                  <a:pt x="190977" y="251322"/>
                </a:lnTo>
                <a:lnTo>
                  <a:pt x="175086" y="259558"/>
                </a:lnTo>
                <a:lnTo>
                  <a:pt x="133069" y="266359"/>
                </a:lnTo>
                <a:close/>
              </a:path>
              <a:path w="266700" h="266700">
                <a:moveTo>
                  <a:pt x="190977" y="251322"/>
                </a:moveTo>
                <a:lnTo>
                  <a:pt x="133069" y="251322"/>
                </a:lnTo>
                <a:lnTo>
                  <a:pt x="178974" y="242023"/>
                </a:lnTo>
                <a:lnTo>
                  <a:pt x="216502" y="216680"/>
                </a:lnTo>
                <a:lnTo>
                  <a:pt x="241824" y="179122"/>
                </a:lnTo>
                <a:lnTo>
                  <a:pt x="251115" y="133179"/>
                </a:lnTo>
                <a:lnTo>
                  <a:pt x="241824" y="87236"/>
                </a:lnTo>
                <a:lnTo>
                  <a:pt x="216501" y="49678"/>
                </a:lnTo>
                <a:lnTo>
                  <a:pt x="178974" y="24335"/>
                </a:lnTo>
                <a:lnTo>
                  <a:pt x="133069" y="15036"/>
                </a:lnTo>
                <a:lnTo>
                  <a:pt x="190977" y="15036"/>
                </a:lnTo>
                <a:lnTo>
                  <a:pt x="211609" y="25728"/>
                </a:lnTo>
                <a:lnTo>
                  <a:pt x="240432" y="54574"/>
                </a:lnTo>
                <a:lnTo>
                  <a:pt x="259344" y="91128"/>
                </a:lnTo>
                <a:lnTo>
                  <a:pt x="266139" y="133179"/>
                </a:lnTo>
                <a:lnTo>
                  <a:pt x="259344" y="175230"/>
                </a:lnTo>
                <a:lnTo>
                  <a:pt x="240432" y="211783"/>
                </a:lnTo>
                <a:lnTo>
                  <a:pt x="211609" y="240630"/>
                </a:lnTo>
                <a:lnTo>
                  <a:pt x="190977" y="251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bg 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996" y="5400052"/>
            <a:ext cx="251106" cy="251313"/>
          </a:xfrm>
          <a:prstGeom prst="rect">
            <a:avLst/>
          </a:prstGeom>
        </p:spPr>
      </p:pic>
      <p:sp>
        <p:nvSpPr>
          <p:cNvPr id="54" name="bg object 54"/>
          <p:cNvSpPr/>
          <p:nvPr/>
        </p:nvSpPr>
        <p:spPr>
          <a:xfrm>
            <a:off x="14185479" y="539252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069" y="266359"/>
                </a:moveTo>
                <a:lnTo>
                  <a:pt x="91053" y="259558"/>
                </a:lnTo>
                <a:lnTo>
                  <a:pt x="54530" y="240630"/>
                </a:lnTo>
                <a:lnTo>
                  <a:pt x="25707" y="211784"/>
                </a:lnTo>
                <a:lnTo>
                  <a:pt x="6794" y="175230"/>
                </a:lnTo>
                <a:lnTo>
                  <a:pt x="0" y="133179"/>
                </a:lnTo>
                <a:lnTo>
                  <a:pt x="6794" y="91128"/>
                </a:lnTo>
                <a:lnTo>
                  <a:pt x="25707" y="54575"/>
                </a:lnTo>
                <a:lnTo>
                  <a:pt x="54530" y="25728"/>
                </a:lnTo>
                <a:lnTo>
                  <a:pt x="91053" y="6800"/>
                </a:lnTo>
                <a:lnTo>
                  <a:pt x="133069" y="0"/>
                </a:lnTo>
                <a:lnTo>
                  <a:pt x="175086" y="6800"/>
                </a:lnTo>
                <a:lnTo>
                  <a:pt x="190977" y="15036"/>
                </a:lnTo>
                <a:lnTo>
                  <a:pt x="133069" y="15036"/>
                </a:lnTo>
                <a:lnTo>
                  <a:pt x="87164" y="24335"/>
                </a:lnTo>
                <a:lnTo>
                  <a:pt x="49637" y="49678"/>
                </a:lnTo>
                <a:lnTo>
                  <a:pt x="24315" y="87236"/>
                </a:lnTo>
                <a:lnTo>
                  <a:pt x="15023" y="133179"/>
                </a:lnTo>
                <a:lnTo>
                  <a:pt x="24315" y="179122"/>
                </a:lnTo>
                <a:lnTo>
                  <a:pt x="49637" y="216680"/>
                </a:lnTo>
                <a:lnTo>
                  <a:pt x="87164" y="242023"/>
                </a:lnTo>
                <a:lnTo>
                  <a:pt x="133069" y="251322"/>
                </a:lnTo>
                <a:lnTo>
                  <a:pt x="190977" y="251322"/>
                </a:lnTo>
                <a:lnTo>
                  <a:pt x="175086" y="259558"/>
                </a:lnTo>
                <a:lnTo>
                  <a:pt x="133069" y="266359"/>
                </a:lnTo>
                <a:close/>
              </a:path>
              <a:path w="266700" h="266700">
                <a:moveTo>
                  <a:pt x="190977" y="251322"/>
                </a:moveTo>
                <a:lnTo>
                  <a:pt x="133069" y="251322"/>
                </a:lnTo>
                <a:lnTo>
                  <a:pt x="178974" y="242023"/>
                </a:lnTo>
                <a:lnTo>
                  <a:pt x="216501" y="216680"/>
                </a:lnTo>
                <a:lnTo>
                  <a:pt x="241824" y="179122"/>
                </a:lnTo>
                <a:lnTo>
                  <a:pt x="251115" y="133179"/>
                </a:lnTo>
                <a:lnTo>
                  <a:pt x="241824" y="87236"/>
                </a:lnTo>
                <a:lnTo>
                  <a:pt x="216501" y="49678"/>
                </a:lnTo>
                <a:lnTo>
                  <a:pt x="178974" y="24335"/>
                </a:lnTo>
                <a:lnTo>
                  <a:pt x="133069" y="15036"/>
                </a:lnTo>
                <a:lnTo>
                  <a:pt x="190977" y="15036"/>
                </a:lnTo>
                <a:lnTo>
                  <a:pt x="211609" y="25728"/>
                </a:lnTo>
                <a:lnTo>
                  <a:pt x="240431" y="54575"/>
                </a:lnTo>
                <a:lnTo>
                  <a:pt x="259344" y="91128"/>
                </a:lnTo>
                <a:lnTo>
                  <a:pt x="266139" y="133179"/>
                </a:lnTo>
                <a:lnTo>
                  <a:pt x="259344" y="175230"/>
                </a:lnTo>
                <a:lnTo>
                  <a:pt x="240431" y="211784"/>
                </a:lnTo>
                <a:lnTo>
                  <a:pt x="211609" y="240630"/>
                </a:lnTo>
                <a:lnTo>
                  <a:pt x="190977" y="251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bg 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0473" y="4193078"/>
            <a:ext cx="251107" cy="251313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68321" y="2682144"/>
            <a:ext cx="1508419" cy="1893703"/>
          </a:xfrm>
          <a:prstGeom prst="rect">
            <a:avLst/>
          </a:prstGeom>
        </p:spPr>
      </p:pic>
      <p:sp>
        <p:nvSpPr>
          <p:cNvPr id="57" name="bg object 57"/>
          <p:cNvSpPr/>
          <p:nvPr/>
        </p:nvSpPr>
        <p:spPr>
          <a:xfrm>
            <a:off x="15452966" y="418555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069" y="266358"/>
                </a:moveTo>
                <a:lnTo>
                  <a:pt x="91053" y="259558"/>
                </a:lnTo>
                <a:lnTo>
                  <a:pt x="54530" y="240629"/>
                </a:lnTo>
                <a:lnTo>
                  <a:pt x="25707" y="211783"/>
                </a:lnTo>
                <a:lnTo>
                  <a:pt x="6795" y="175230"/>
                </a:lnTo>
                <a:lnTo>
                  <a:pt x="0" y="133179"/>
                </a:lnTo>
                <a:lnTo>
                  <a:pt x="6795" y="91128"/>
                </a:lnTo>
                <a:lnTo>
                  <a:pt x="25707" y="54575"/>
                </a:lnTo>
                <a:lnTo>
                  <a:pt x="54530" y="25728"/>
                </a:lnTo>
                <a:lnTo>
                  <a:pt x="91053" y="6800"/>
                </a:lnTo>
                <a:lnTo>
                  <a:pt x="133069" y="0"/>
                </a:lnTo>
                <a:lnTo>
                  <a:pt x="175086" y="6800"/>
                </a:lnTo>
                <a:lnTo>
                  <a:pt x="190977" y="15036"/>
                </a:lnTo>
                <a:lnTo>
                  <a:pt x="133069" y="15036"/>
                </a:lnTo>
                <a:lnTo>
                  <a:pt x="87164" y="24335"/>
                </a:lnTo>
                <a:lnTo>
                  <a:pt x="49637" y="49678"/>
                </a:lnTo>
                <a:lnTo>
                  <a:pt x="24315" y="87236"/>
                </a:lnTo>
                <a:lnTo>
                  <a:pt x="15023" y="133179"/>
                </a:lnTo>
                <a:lnTo>
                  <a:pt x="24315" y="179122"/>
                </a:lnTo>
                <a:lnTo>
                  <a:pt x="49637" y="216680"/>
                </a:lnTo>
                <a:lnTo>
                  <a:pt x="87164" y="242023"/>
                </a:lnTo>
                <a:lnTo>
                  <a:pt x="133069" y="251322"/>
                </a:lnTo>
                <a:lnTo>
                  <a:pt x="190977" y="251322"/>
                </a:lnTo>
                <a:lnTo>
                  <a:pt x="175086" y="259558"/>
                </a:lnTo>
                <a:lnTo>
                  <a:pt x="133069" y="266358"/>
                </a:lnTo>
                <a:close/>
              </a:path>
              <a:path w="266700" h="266700">
                <a:moveTo>
                  <a:pt x="190977" y="251322"/>
                </a:moveTo>
                <a:lnTo>
                  <a:pt x="133069" y="251322"/>
                </a:lnTo>
                <a:lnTo>
                  <a:pt x="178974" y="242023"/>
                </a:lnTo>
                <a:lnTo>
                  <a:pt x="216501" y="216680"/>
                </a:lnTo>
                <a:lnTo>
                  <a:pt x="241824" y="179122"/>
                </a:lnTo>
                <a:lnTo>
                  <a:pt x="251115" y="133179"/>
                </a:lnTo>
                <a:lnTo>
                  <a:pt x="241824" y="87236"/>
                </a:lnTo>
                <a:lnTo>
                  <a:pt x="216501" y="49678"/>
                </a:lnTo>
                <a:lnTo>
                  <a:pt x="178974" y="24335"/>
                </a:lnTo>
                <a:lnTo>
                  <a:pt x="133069" y="15036"/>
                </a:lnTo>
                <a:lnTo>
                  <a:pt x="190977" y="15036"/>
                </a:lnTo>
                <a:lnTo>
                  <a:pt x="211609" y="25728"/>
                </a:lnTo>
                <a:lnTo>
                  <a:pt x="240431" y="54575"/>
                </a:lnTo>
                <a:lnTo>
                  <a:pt x="259344" y="91128"/>
                </a:lnTo>
                <a:lnTo>
                  <a:pt x="266139" y="133179"/>
                </a:lnTo>
                <a:lnTo>
                  <a:pt x="259344" y="175230"/>
                </a:lnTo>
                <a:lnTo>
                  <a:pt x="240431" y="211783"/>
                </a:lnTo>
                <a:lnTo>
                  <a:pt x="211609" y="240629"/>
                </a:lnTo>
                <a:lnTo>
                  <a:pt x="190977" y="251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bg 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68261" y="3810310"/>
            <a:ext cx="251106" cy="251313"/>
          </a:xfrm>
          <a:prstGeom prst="rect">
            <a:avLst/>
          </a:prstGeom>
        </p:spPr>
      </p:pic>
      <p:sp>
        <p:nvSpPr>
          <p:cNvPr id="59" name="bg object 59"/>
          <p:cNvSpPr/>
          <p:nvPr/>
        </p:nvSpPr>
        <p:spPr>
          <a:xfrm>
            <a:off x="16260745" y="380278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069" y="266358"/>
                </a:moveTo>
                <a:lnTo>
                  <a:pt x="91053" y="259558"/>
                </a:lnTo>
                <a:lnTo>
                  <a:pt x="54530" y="240629"/>
                </a:lnTo>
                <a:lnTo>
                  <a:pt x="25707" y="211783"/>
                </a:lnTo>
                <a:lnTo>
                  <a:pt x="6794" y="175230"/>
                </a:lnTo>
                <a:lnTo>
                  <a:pt x="0" y="133179"/>
                </a:lnTo>
                <a:lnTo>
                  <a:pt x="6794" y="91128"/>
                </a:lnTo>
                <a:lnTo>
                  <a:pt x="25707" y="54574"/>
                </a:lnTo>
                <a:lnTo>
                  <a:pt x="54530" y="25728"/>
                </a:lnTo>
                <a:lnTo>
                  <a:pt x="91053" y="6800"/>
                </a:lnTo>
                <a:lnTo>
                  <a:pt x="133069" y="0"/>
                </a:lnTo>
                <a:lnTo>
                  <a:pt x="175086" y="6800"/>
                </a:lnTo>
                <a:lnTo>
                  <a:pt x="190977" y="15036"/>
                </a:lnTo>
                <a:lnTo>
                  <a:pt x="133069" y="15036"/>
                </a:lnTo>
                <a:lnTo>
                  <a:pt x="87164" y="24335"/>
                </a:lnTo>
                <a:lnTo>
                  <a:pt x="49637" y="49678"/>
                </a:lnTo>
                <a:lnTo>
                  <a:pt x="24315" y="87236"/>
                </a:lnTo>
                <a:lnTo>
                  <a:pt x="15023" y="133179"/>
                </a:lnTo>
                <a:lnTo>
                  <a:pt x="24315" y="179122"/>
                </a:lnTo>
                <a:lnTo>
                  <a:pt x="49637" y="216680"/>
                </a:lnTo>
                <a:lnTo>
                  <a:pt x="87164" y="242023"/>
                </a:lnTo>
                <a:lnTo>
                  <a:pt x="133069" y="251322"/>
                </a:lnTo>
                <a:lnTo>
                  <a:pt x="190977" y="251322"/>
                </a:lnTo>
                <a:lnTo>
                  <a:pt x="175086" y="259558"/>
                </a:lnTo>
                <a:lnTo>
                  <a:pt x="133069" y="266358"/>
                </a:lnTo>
                <a:close/>
              </a:path>
              <a:path w="266700" h="266700">
                <a:moveTo>
                  <a:pt x="190977" y="251322"/>
                </a:moveTo>
                <a:lnTo>
                  <a:pt x="133069" y="251322"/>
                </a:lnTo>
                <a:lnTo>
                  <a:pt x="178974" y="242023"/>
                </a:lnTo>
                <a:lnTo>
                  <a:pt x="216502" y="216680"/>
                </a:lnTo>
                <a:lnTo>
                  <a:pt x="241824" y="179122"/>
                </a:lnTo>
                <a:lnTo>
                  <a:pt x="251115" y="133179"/>
                </a:lnTo>
                <a:lnTo>
                  <a:pt x="241824" y="87236"/>
                </a:lnTo>
                <a:lnTo>
                  <a:pt x="216502" y="49678"/>
                </a:lnTo>
                <a:lnTo>
                  <a:pt x="178974" y="24335"/>
                </a:lnTo>
                <a:lnTo>
                  <a:pt x="133069" y="15036"/>
                </a:lnTo>
                <a:lnTo>
                  <a:pt x="190977" y="15036"/>
                </a:lnTo>
                <a:lnTo>
                  <a:pt x="211609" y="25728"/>
                </a:lnTo>
                <a:lnTo>
                  <a:pt x="240432" y="54574"/>
                </a:lnTo>
                <a:lnTo>
                  <a:pt x="259345" y="91128"/>
                </a:lnTo>
                <a:lnTo>
                  <a:pt x="266140" y="133179"/>
                </a:lnTo>
                <a:lnTo>
                  <a:pt x="259345" y="175230"/>
                </a:lnTo>
                <a:lnTo>
                  <a:pt x="240432" y="211783"/>
                </a:lnTo>
                <a:lnTo>
                  <a:pt x="211609" y="240629"/>
                </a:lnTo>
                <a:lnTo>
                  <a:pt x="190977" y="251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bg object 6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2237" y="4505060"/>
            <a:ext cx="251106" cy="251313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27785" y="3962146"/>
            <a:ext cx="1012795" cy="1588791"/>
          </a:xfrm>
          <a:prstGeom prst="rect">
            <a:avLst/>
          </a:prstGeom>
        </p:spPr>
      </p:pic>
      <p:sp>
        <p:nvSpPr>
          <p:cNvPr id="62" name="bg object 62"/>
          <p:cNvSpPr/>
          <p:nvPr/>
        </p:nvSpPr>
        <p:spPr>
          <a:xfrm>
            <a:off x="16824721" y="449753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070" y="266359"/>
                </a:moveTo>
                <a:lnTo>
                  <a:pt x="91053" y="259558"/>
                </a:lnTo>
                <a:lnTo>
                  <a:pt x="54530" y="240630"/>
                </a:lnTo>
                <a:lnTo>
                  <a:pt x="25707" y="211783"/>
                </a:lnTo>
                <a:lnTo>
                  <a:pt x="6795" y="175230"/>
                </a:lnTo>
                <a:lnTo>
                  <a:pt x="0" y="133179"/>
                </a:lnTo>
                <a:lnTo>
                  <a:pt x="6795" y="91128"/>
                </a:lnTo>
                <a:lnTo>
                  <a:pt x="25707" y="54574"/>
                </a:lnTo>
                <a:lnTo>
                  <a:pt x="54530" y="25728"/>
                </a:lnTo>
                <a:lnTo>
                  <a:pt x="91053" y="6800"/>
                </a:lnTo>
                <a:lnTo>
                  <a:pt x="133070" y="0"/>
                </a:lnTo>
                <a:lnTo>
                  <a:pt x="175086" y="6800"/>
                </a:lnTo>
                <a:lnTo>
                  <a:pt x="190977" y="15036"/>
                </a:lnTo>
                <a:lnTo>
                  <a:pt x="133070" y="15036"/>
                </a:lnTo>
                <a:lnTo>
                  <a:pt x="87165" y="24335"/>
                </a:lnTo>
                <a:lnTo>
                  <a:pt x="49637" y="49678"/>
                </a:lnTo>
                <a:lnTo>
                  <a:pt x="24315" y="87236"/>
                </a:lnTo>
                <a:lnTo>
                  <a:pt x="15024" y="133179"/>
                </a:lnTo>
                <a:lnTo>
                  <a:pt x="24315" y="179122"/>
                </a:lnTo>
                <a:lnTo>
                  <a:pt x="49637" y="216680"/>
                </a:lnTo>
                <a:lnTo>
                  <a:pt x="87165" y="242023"/>
                </a:lnTo>
                <a:lnTo>
                  <a:pt x="133070" y="251322"/>
                </a:lnTo>
                <a:lnTo>
                  <a:pt x="190977" y="251322"/>
                </a:lnTo>
                <a:lnTo>
                  <a:pt x="175086" y="259558"/>
                </a:lnTo>
                <a:lnTo>
                  <a:pt x="133070" y="266359"/>
                </a:lnTo>
                <a:close/>
              </a:path>
              <a:path w="266700" h="266700">
                <a:moveTo>
                  <a:pt x="190977" y="251322"/>
                </a:moveTo>
                <a:lnTo>
                  <a:pt x="133070" y="251322"/>
                </a:lnTo>
                <a:lnTo>
                  <a:pt x="178975" y="242023"/>
                </a:lnTo>
                <a:lnTo>
                  <a:pt x="216502" y="216680"/>
                </a:lnTo>
                <a:lnTo>
                  <a:pt x="241824" y="179122"/>
                </a:lnTo>
                <a:lnTo>
                  <a:pt x="251116" y="133179"/>
                </a:lnTo>
                <a:lnTo>
                  <a:pt x="241824" y="87236"/>
                </a:lnTo>
                <a:lnTo>
                  <a:pt x="216502" y="49678"/>
                </a:lnTo>
                <a:lnTo>
                  <a:pt x="178975" y="24335"/>
                </a:lnTo>
                <a:lnTo>
                  <a:pt x="133070" y="15036"/>
                </a:lnTo>
                <a:lnTo>
                  <a:pt x="190977" y="15036"/>
                </a:lnTo>
                <a:lnTo>
                  <a:pt x="211610" y="25728"/>
                </a:lnTo>
                <a:lnTo>
                  <a:pt x="240432" y="54574"/>
                </a:lnTo>
                <a:lnTo>
                  <a:pt x="259345" y="91128"/>
                </a:lnTo>
                <a:lnTo>
                  <a:pt x="266140" y="133179"/>
                </a:lnTo>
                <a:lnTo>
                  <a:pt x="259345" y="175230"/>
                </a:lnTo>
                <a:lnTo>
                  <a:pt x="240432" y="211783"/>
                </a:lnTo>
                <a:lnTo>
                  <a:pt x="211610" y="240630"/>
                </a:lnTo>
                <a:lnTo>
                  <a:pt x="190977" y="251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17657516" y="5568028"/>
            <a:ext cx="398780" cy="60325"/>
          </a:xfrm>
          <a:custGeom>
            <a:avLst/>
            <a:gdLst/>
            <a:ahLst/>
            <a:cxnLst/>
            <a:rect l="l" t="t" r="r" b="b"/>
            <a:pathLst>
              <a:path w="398780" h="60325">
                <a:moveTo>
                  <a:pt x="394351" y="59989"/>
                </a:moveTo>
                <a:lnTo>
                  <a:pt x="390583" y="59989"/>
                </a:lnTo>
                <a:lnTo>
                  <a:pt x="2942" y="14990"/>
                </a:lnTo>
                <a:lnTo>
                  <a:pt x="0" y="11256"/>
                </a:lnTo>
                <a:lnTo>
                  <a:pt x="953" y="3018"/>
                </a:lnTo>
                <a:lnTo>
                  <a:pt x="4711" y="0"/>
                </a:lnTo>
                <a:lnTo>
                  <a:pt x="395571" y="45485"/>
                </a:lnTo>
                <a:lnTo>
                  <a:pt x="398513" y="49219"/>
                </a:lnTo>
                <a:lnTo>
                  <a:pt x="397596" y="57172"/>
                </a:lnTo>
                <a:lnTo>
                  <a:pt x="394351" y="59989"/>
                </a:lnTo>
                <a:close/>
              </a:path>
            </a:pathLst>
          </a:custGeom>
          <a:solidFill>
            <a:srgbClr val="CDF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16982516" y="3608336"/>
            <a:ext cx="554355" cy="400685"/>
          </a:xfrm>
          <a:custGeom>
            <a:avLst/>
            <a:gdLst/>
            <a:ahLst/>
            <a:cxnLst/>
            <a:rect l="l" t="t" r="r" b="b"/>
            <a:pathLst>
              <a:path w="554355" h="400685">
                <a:moveTo>
                  <a:pt x="553935" y="387946"/>
                </a:moveTo>
                <a:lnTo>
                  <a:pt x="553681" y="385381"/>
                </a:lnTo>
                <a:lnTo>
                  <a:pt x="553656" y="385102"/>
                </a:lnTo>
                <a:lnTo>
                  <a:pt x="291007" y="16459"/>
                </a:lnTo>
                <a:lnTo>
                  <a:pt x="280111" y="1155"/>
                </a:lnTo>
                <a:lnTo>
                  <a:pt x="277025" y="0"/>
                </a:lnTo>
                <a:lnTo>
                  <a:pt x="2514" y="63385"/>
                </a:lnTo>
                <a:lnTo>
                  <a:pt x="0" y="67398"/>
                </a:lnTo>
                <a:lnTo>
                  <a:pt x="32905" y="214147"/>
                </a:lnTo>
                <a:lnTo>
                  <a:pt x="64173" y="277876"/>
                </a:lnTo>
                <a:lnTo>
                  <a:pt x="90639" y="305358"/>
                </a:lnTo>
                <a:lnTo>
                  <a:pt x="123710" y="329679"/>
                </a:lnTo>
                <a:lnTo>
                  <a:pt x="162941" y="350710"/>
                </a:lnTo>
                <a:lnTo>
                  <a:pt x="207873" y="368274"/>
                </a:lnTo>
                <a:lnTo>
                  <a:pt x="258051" y="382206"/>
                </a:lnTo>
                <a:lnTo>
                  <a:pt x="313004" y="392366"/>
                </a:lnTo>
                <a:lnTo>
                  <a:pt x="372300" y="398576"/>
                </a:lnTo>
                <a:lnTo>
                  <a:pt x="435470" y="400685"/>
                </a:lnTo>
                <a:lnTo>
                  <a:pt x="462483" y="400316"/>
                </a:lnTo>
                <a:lnTo>
                  <a:pt x="518172" y="397383"/>
                </a:lnTo>
                <a:lnTo>
                  <a:pt x="551726" y="392823"/>
                </a:lnTo>
                <a:lnTo>
                  <a:pt x="553935" y="387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16987048" y="3225950"/>
            <a:ext cx="1184275" cy="633095"/>
          </a:xfrm>
          <a:custGeom>
            <a:avLst/>
            <a:gdLst/>
            <a:ahLst/>
            <a:cxnLst/>
            <a:rect l="l" t="t" r="r" b="b"/>
            <a:pathLst>
              <a:path w="1184275" h="633095">
                <a:moveTo>
                  <a:pt x="672214" y="598773"/>
                </a:moveTo>
                <a:lnTo>
                  <a:pt x="614338" y="611401"/>
                </a:lnTo>
                <a:lnTo>
                  <a:pt x="556245" y="621188"/>
                </a:lnTo>
                <a:lnTo>
                  <a:pt x="498495" y="628039"/>
                </a:lnTo>
                <a:lnTo>
                  <a:pt x="455741" y="631211"/>
                </a:lnTo>
                <a:lnTo>
                  <a:pt x="413724" y="632677"/>
                </a:lnTo>
                <a:lnTo>
                  <a:pt x="399927" y="632784"/>
                </a:lnTo>
                <a:lnTo>
                  <a:pt x="386246" y="632701"/>
                </a:lnTo>
                <a:lnTo>
                  <a:pt x="345964" y="631310"/>
                </a:lnTo>
                <a:lnTo>
                  <a:pt x="307014" y="628212"/>
                </a:lnTo>
                <a:lnTo>
                  <a:pt x="257524" y="621458"/>
                </a:lnTo>
                <a:lnTo>
                  <a:pt x="211254" y="611765"/>
                </a:lnTo>
                <a:lnTo>
                  <a:pt x="168651" y="599228"/>
                </a:lnTo>
                <a:lnTo>
                  <a:pt x="130125" y="583967"/>
                </a:lnTo>
                <a:lnTo>
                  <a:pt x="96047" y="566129"/>
                </a:lnTo>
                <a:lnTo>
                  <a:pt x="60201" y="540473"/>
                </a:lnTo>
                <a:lnTo>
                  <a:pt x="32352" y="511448"/>
                </a:lnTo>
                <a:lnTo>
                  <a:pt x="10069" y="472780"/>
                </a:lnTo>
                <a:lnTo>
                  <a:pt x="385" y="430735"/>
                </a:lnTo>
                <a:lnTo>
                  <a:pt x="0" y="416117"/>
                </a:lnTo>
                <a:lnTo>
                  <a:pt x="341" y="408720"/>
                </a:lnTo>
                <a:lnTo>
                  <a:pt x="7387" y="370984"/>
                </a:lnTo>
                <a:lnTo>
                  <a:pt x="23226" y="332422"/>
                </a:lnTo>
                <a:lnTo>
                  <a:pt x="47620" y="293619"/>
                </a:lnTo>
                <a:lnTo>
                  <a:pt x="73051" y="262797"/>
                </a:lnTo>
                <a:lnTo>
                  <a:pt x="103480" y="232492"/>
                </a:lnTo>
                <a:lnTo>
                  <a:pt x="138613" y="202994"/>
                </a:lnTo>
                <a:lnTo>
                  <a:pt x="178112" y="174589"/>
                </a:lnTo>
                <a:lnTo>
                  <a:pt x="210370" y="154168"/>
                </a:lnTo>
                <a:lnTo>
                  <a:pt x="244697" y="134626"/>
                </a:lnTo>
                <a:lnTo>
                  <a:pt x="280912" y="116066"/>
                </a:lnTo>
                <a:lnTo>
                  <a:pt x="318813" y="98592"/>
                </a:lnTo>
                <a:lnTo>
                  <a:pt x="371609" y="77146"/>
                </a:lnTo>
                <a:lnTo>
                  <a:pt x="426527" y="58004"/>
                </a:lnTo>
                <a:lnTo>
                  <a:pt x="483039" y="41351"/>
                </a:lnTo>
                <a:lnTo>
                  <a:pt x="540598" y="27347"/>
                </a:lnTo>
                <a:lnTo>
                  <a:pt x="598653" y="16126"/>
                </a:lnTo>
                <a:lnTo>
                  <a:pt x="656643" y="7798"/>
                </a:lnTo>
                <a:lnTo>
                  <a:pt x="714011" y="2441"/>
                </a:lnTo>
                <a:lnTo>
                  <a:pt x="756290" y="406"/>
                </a:lnTo>
                <a:lnTo>
                  <a:pt x="783999" y="0"/>
                </a:lnTo>
                <a:lnTo>
                  <a:pt x="797680" y="82"/>
                </a:lnTo>
                <a:lnTo>
                  <a:pt x="837963" y="1473"/>
                </a:lnTo>
                <a:lnTo>
                  <a:pt x="876913" y="4571"/>
                </a:lnTo>
                <a:lnTo>
                  <a:pt x="926403" y="11326"/>
                </a:lnTo>
                <a:lnTo>
                  <a:pt x="972672" y="21019"/>
                </a:lnTo>
                <a:lnTo>
                  <a:pt x="1015275" y="33556"/>
                </a:lnTo>
                <a:lnTo>
                  <a:pt x="1053801" y="48817"/>
                </a:lnTo>
                <a:lnTo>
                  <a:pt x="1087880" y="66655"/>
                </a:lnTo>
                <a:lnTo>
                  <a:pt x="1123726" y="92310"/>
                </a:lnTo>
                <a:lnTo>
                  <a:pt x="1151574" y="121336"/>
                </a:lnTo>
                <a:lnTo>
                  <a:pt x="1173859" y="160004"/>
                </a:lnTo>
                <a:lnTo>
                  <a:pt x="1183543" y="202049"/>
                </a:lnTo>
                <a:lnTo>
                  <a:pt x="1183928" y="216667"/>
                </a:lnTo>
                <a:lnTo>
                  <a:pt x="1183585" y="224063"/>
                </a:lnTo>
                <a:lnTo>
                  <a:pt x="1176540" y="261799"/>
                </a:lnTo>
                <a:lnTo>
                  <a:pt x="1160701" y="300361"/>
                </a:lnTo>
                <a:lnTo>
                  <a:pt x="1136306" y="339165"/>
                </a:lnTo>
                <a:lnTo>
                  <a:pt x="1110875" y="369986"/>
                </a:lnTo>
                <a:lnTo>
                  <a:pt x="1080447" y="400292"/>
                </a:lnTo>
                <a:lnTo>
                  <a:pt x="1045314" y="429789"/>
                </a:lnTo>
                <a:lnTo>
                  <a:pt x="1005815" y="458195"/>
                </a:lnTo>
                <a:lnTo>
                  <a:pt x="973556" y="478616"/>
                </a:lnTo>
                <a:lnTo>
                  <a:pt x="939230" y="498157"/>
                </a:lnTo>
                <a:lnTo>
                  <a:pt x="903015" y="516718"/>
                </a:lnTo>
                <a:lnTo>
                  <a:pt x="865113" y="534192"/>
                </a:lnTo>
                <a:lnTo>
                  <a:pt x="812318" y="555638"/>
                </a:lnTo>
                <a:lnTo>
                  <a:pt x="757400" y="574779"/>
                </a:lnTo>
                <a:lnTo>
                  <a:pt x="700889" y="591432"/>
                </a:lnTo>
                <a:lnTo>
                  <a:pt x="672214" y="598773"/>
                </a:lnTo>
                <a:close/>
              </a:path>
            </a:pathLst>
          </a:custGeom>
          <a:solidFill>
            <a:srgbClr val="FFC6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16979544" y="3218814"/>
            <a:ext cx="1199515" cy="647700"/>
          </a:xfrm>
          <a:custGeom>
            <a:avLst/>
            <a:gdLst/>
            <a:ahLst/>
            <a:cxnLst/>
            <a:rect l="l" t="t" r="r" b="b"/>
            <a:pathLst>
              <a:path w="1199515" h="647700">
                <a:moveTo>
                  <a:pt x="1198956" y="226428"/>
                </a:moveTo>
                <a:lnTo>
                  <a:pt x="1195108" y="186080"/>
                </a:lnTo>
                <a:lnTo>
                  <a:pt x="1185138" y="156857"/>
                </a:lnTo>
                <a:lnTo>
                  <a:pt x="1183919" y="154774"/>
                </a:lnTo>
                <a:lnTo>
                  <a:pt x="1183919" y="226898"/>
                </a:lnTo>
                <a:lnTo>
                  <a:pt x="1177467" y="265544"/>
                </a:lnTo>
                <a:lnTo>
                  <a:pt x="1161364" y="304977"/>
                </a:lnTo>
                <a:lnTo>
                  <a:pt x="1135811" y="344779"/>
                </a:lnTo>
                <a:lnTo>
                  <a:pt x="1124813" y="357339"/>
                </a:lnTo>
                <a:lnTo>
                  <a:pt x="1124115" y="357543"/>
                </a:lnTo>
                <a:lnTo>
                  <a:pt x="1123200" y="359194"/>
                </a:lnTo>
                <a:lnTo>
                  <a:pt x="1057313" y="423760"/>
                </a:lnTo>
                <a:lnTo>
                  <a:pt x="1023188" y="449465"/>
                </a:lnTo>
                <a:lnTo>
                  <a:pt x="986155" y="473925"/>
                </a:lnTo>
                <a:lnTo>
                  <a:pt x="946442" y="497039"/>
                </a:lnTo>
                <a:lnTo>
                  <a:pt x="904252" y="518693"/>
                </a:lnTo>
                <a:lnTo>
                  <a:pt x="859802" y="538822"/>
                </a:lnTo>
                <a:lnTo>
                  <a:pt x="813308" y="557301"/>
                </a:lnTo>
                <a:lnTo>
                  <a:pt x="764959" y="574052"/>
                </a:lnTo>
                <a:lnTo>
                  <a:pt x="714997" y="588975"/>
                </a:lnTo>
                <a:lnTo>
                  <a:pt x="663613" y="601967"/>
                </a:lnTo>
                <a:lnTo>
                  <a:pt x="600011" y="614921"/>
                </a:lnTo>
                <a:lnTo>
                  <a:pt x="537641" y="624255"/>
                </a:lnTo>
                <a:lnTo>
                  <a:pt x="476885" y="630072"/>
                </a:lnTo>
                <a:lnTo>
                  <a:pt x="418147" y="632460"/>
                </a:lnTo>
                <a:lnTo>
                  <a:pt x="361823" y="631494"/>
                </a:lnTo>
                <a:lnTo>
                  <a:pt x="308305" y="627278"/>
                </a:lnTo>
                <a:lnTo>
                  <a:pt x="257987" y="619899"/>
                </a:lnTo>
                <a:lnTo>
                  <a:pt x="211277" y="609447"/>
                </a:lnTo>
                <a:lnTo>
                  <a:pt x="168554" y="595998"/>
                </a:lnTo>
                <a:lnTo>
                  <a:pt x="130238" y="579653"/>
                </a:lnTo>
                <a:lnTo>
                  <a:pt x="96710" y="560501"/>
                </a:lnTo>
                <a:lnTo>
                  <a:pt x="45618" y="514108"/>
                </a:lnTo>
                <a:lnTo>
                  <a:pt x="18453" y="457542"/>
                </a:lnTo>
                <a:lnTo>
                  <a:pt x="14897" y="426453"/>
                </a:lnTo>
                <a:lnTo>
                  <a:pt x="18135" y="394779"/>
                </a:lnTo>
                <a:lnTo>
                  <a:pt x="43789" y="330682"/>
                </a:lnTo>
                <a:lnTo>
                  <a:pt x="65544" y="298780"/>
                </a:lnTo>
                <a:lnTo>
                  <a:pt x="92849" y="267296"/>
                </a:lnTo>
                <a:lnTo>
                  <a:pt x="125374" y="236486"/>
                </a:lnTo>
                <a:lnTo>
                  <a:pt x="162788" y="206616"/>
                </a:lnTo>
                <a:lnTo>
                  <a:pt x="204800" y="177939"/>
                </a:lnTo>
                <a:lnTo>
                  <a:pt x="251079" y="150698"/>
                </a:lnTo>
                <a:lnTo>
                  <a:pt x="301294" y="125158"/>
                </a:lnTo>
                <a:lnTo>
                  <a:pt x="355155" y="101574"/>
                </a:lnTo>
                <a:lnTo>
                  <a:pt x="412432" y="80149"/>
                </a:lnTo>
                <a:lnTo>
                  <a:pt x="472490" y="61252"/>
                </a:lnTo>
                <a:lnTo>
                  <a:pt x="535330" y="45021"/>
                </a:lnTo>
                <a:lnTo>
                  <a:pt x="588937" y="33883"/>
                </a:lnTo>
                <a:lnTo>
                  <a:pt x="641718" y="25311"/>
                </a:lnTo>
                <a:lnTo>
                  <a:pt x="693902" y="19189"/>
                </a:lnTo>
                <a:lnTo>
                  <a:pt x="694194" y="19189"/>
                </a:lnTo>
                <a:lnTo>
                  <a:pt x="743877" y="15646"/>
                </a:lnTo>
                <a:lnTo>
                  <a:pt x="792784" y="14465"/>
                </a:lnTo>
                <a:lnTo>
                  <a:pt x="852855" y="16383"/>
                </a:lnTo>
                <a:lnTo>
                  <a:pt x="909510" y="22059"/>
                </a:lnTo>
                <a:lnTo>
                  <a:pt x="962266" y="31381"/>
                </a:lnTo>
                <a:lnTo>
                  <a:pt x="1010627" y="44246"/>
                </a:lnTo>
                <a:lnTo>
                  <a:pt x="1054087" y="60540"/>
                </a:lnTo>
                <a:lnTo>
                  <a:pt x="1092149" y="80149"/>
                </a:lnTo>
                <a:lnTo>
                  <a:pt x="1124318" y="102946"/>
                </a:lnTo>
                <a:lnTo>
                  <a:pt x="1168984" y="157721"/>
                </a:lnTo>
                <a:lnTo>
                  <a:pt x="1183919" y="226898"/>
                </a:lnTo>
                <a:lnTo>
                  <a:pt x="1183919" y="154774"/>
                </a:lnTo>
                <a:lnTo>
                  <a:pt x="1148232" y="105194"/>
                </a:lnTo>
                <a:lnTo>
                  <a:pt x="1090955" y="63080"/>
                </a:lnTo>
                <a:lnTo>
                  <a:pt x="1055522" y="45796"/>
                </a:lnTo>
                <a:lnTo>
                  <a:pt x="1016000" y="31140"/>
                </a:lnTo>
                <a:lnTo>
                  <a:pt x="972731" y="19189"/>
                </a:lnTo>
                <a:lnTo>
                  <a:pt x="948651" y="14465"/>
                </a:lnTo>
                <a:lnTo>
                  <a:pt x="926045" y="10020"/>
                </a:lnTo>
                <a:lnTo>
                  <a:pt x="876300" y="3721"/>
                </a:lnTo>
                <a:lnTo>
                  <a:pt x="823798" y="355"/>
                </a:lnTo>
                <a:lnTo>
                  <a:pt x="768896" y="0"/>
                </a:lnTo>
                <a:lnTo>
                  <a:pt x="711923" y="2755"/>
                </a:lnTo>
                <a:lnTo>
                  <a:pt x="653211" y="8674"/>
                </a:lnTo>
                <a:lnTo>
                  <a:pt x="593115" y="17856"/>
                </a:lnTo>
                <a:lnTo>
                  <a:pt x="531952" y="30378"/>
                </a:lnTo>
                <a:lnTo>
                  <a:pt x="471957" y="45796"/>
                </a:lnTo>
                <a:lnTo>
                  <a:pt x="413435" y="63995"/>
                </a:lnTo>
                <a:lnTo>
                  <a:pt x="358063" y="84391"/>
                </a:lnTo>
                <a:lnTo>
                  <a:pt x="305638" y="106883"/>
                </a:lnTo>
                <a:lnTo>
                  <a:pt x="256425" y="131254"/>
                </a:lnTo>
                <a:lnTo>
                  <a:pt x="210693" y="157289"/>
                </a:lnTo>
                <a:lnTo>
                  <a:pt x="168719" y="184759"/>
                </a:lnTo>
                <a:lnTo>
                  <a:pt x="130759" y="213448"/>
                </a:lnTo>
                <a:lnTo>
                  <a:pt x="97091" y="243154"/>
                </a:lnTo>
                <a:lnTo>
                  <a:pt x="67957" y="273646"/>
                </a:lnTo>
                <a:lnTo>
                  <a:pt x="43662" y="304698"/>
                </a:lnTo>
                <a:lnTo>
                  <a:pt x="10591" y="367665"/>
                </a:lnTo>
                <a:lnTo>
                  <a:pt x="0" y="430276"/>
                </a:lnTo>
                <a:lnTo>
                  <a:pt x="3810" y="460921"/>
                </a:lnTo>
                <a:lnTo>
                  <a:pt x="35788" y="525348"/>
                </a:lnTo>
                <a:lnTo>
                  <a:pt x="62801" y="552907"/>
                </a:lnTo>
                <a:lnTo>
                  <a:pt x="96469" y="577189"/>
                </a:lnTo>
                <a:lnTo>
                  <a:pt x="136258" y="598068"/>
                </a:lnTo>
                <a:lnTo>
                  <a:pt x="181648" y="615429"/>
                </a:lnTo>
                <a:lnTo>
                  <a:pt x="232092" y="629158"/>
                </a:lnTo>
                <a:lnTo>
                  <a:pt x="287096" y="639102"/>
                </a:lnTo>
                <a:lnTo>
                  <a:pt x="346125" y="645172"/>
                </a:lnTo>
                <a:lnTo>
                  <a:pt x="408622" y="647217"/>
                </a:lnTo>
                <a:lnTo>
                  <a:pt x="409016" y="647217"/>
                </a:lnTo>
                <a:lnTo>
                  <a:pt x="457822" y="646036"/>
                </a:lnTo>
                <a:lnTo>
                  <a:pt x="508482" y="642442"/>
                </a:lnTo>
                <a:lnTo>
                  <a:pt x="560387" y="636371"/>
                </a:lnTo>
                <a:lnTo>
                  <a:pt x="613295" y="627786"/>
                </a:lnTo>
                <a:lnTo>
                  <a:pt x="666978" y="616635"/>
                </a:lnTo>
                <a:lnTo>
                  <a:pt x="719086" y="603440"/>
                </a:lnTo>
                <a:lnTo>
                  <a:pt x="769772" y="588302"/>
                </a:lnTo>
                <a:lnTo>
                  <a:pt x="818819" y="571284"/>
                </a:lnTo>
                <a:lnTo>
                  <a:pt x="866025" y="552500"/>
                </a:lnTo>
                <a:lnTo>
                  <a:pt x="911161" y="532053"/>
                </a:lnTo>
                <a:lnTo>
                  <a:pt x="954011" y="510019"/>
                </a:lnTo>
                <a:lnTo>
                  <a:pt x="994371" y="486511"/>
                </a:lnTo>
                <a:lnTo>
                  <a:pt x="1032014" y="461632"/>
                </a:lnTo>
                <a:lnTo>
                  <a:pt x="1066736" y="435470"/>
                </a:lnTo>
                <a:lnTo>
                  <a:pt x="1112596" y="394195"/>
                </a:lnTo>
                <a:lnTo>
                  <a:pt x="1126528" y="378117"/>
                </a:lnTo>
                <a:lnTo>
                  <a:pt x="1162710" y="503516"/>
                </a:lnTo>
                <a:lnTo>
                  <a:pt x="1165707" y="505663"/>
                </a:lnTo>
                <a:lnTo>
                  <a:pt x="1168971" y="505663"/>
                </a:lnTo>
                <a:lnTo>
                  <a:pt x="1170355" y="505574"/>
                </a:lnTo>
                <a:lnTo>
                  <a:pt x="1175042" y="504215"/>
                </a:lnTo>
                <a:lnTo>
                  <a:pt x="1177340" y="500037"/>
                </a:lnTo>
                <a:lnTo>
                  <a:pt x="1138250" y="364578"/>
                </a:lnTo>
                <a:lnTo>
                  <a:pt x="1148981" y="352196"/>
                </a:lnTo>
                <a:lnTo>
                  <a:pt x="1175664" y="309943"/>
                </a:lnTo>
                <a:lnTo>
                  <a:pt x="1192403" y="267868"/>
                </a:lnTo>
                <a:lnTo>
                  <a:pt x="1192491" y="267296"/>
                </a:lnTo>
                <a:lnTo>
                  <a:pt x="1198956" y="226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ED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0473" y="1808871"/>
            <a:ext cx="7691120" cy="132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58123" y="2428853"/>
            <a:ext cx="11819255" cy="460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17171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474490" y="2485110"/>
            <a:ext cx="7436484" cy="6232525"/>
            <a:chOff x="9474490" y="2485110"/>
            <a:chExt cx="7436484" cy="6232525"/>
          </a:xfrm>
        </p:grpSpPr>
        <p:sp>
          <p:nvSpPr>
            <p:cNvPr id="3" name="object 3" descr=""/>
            <p:cNvSpPr/>
            <p:nvPr/>
          </p:nvSpPr>
          <p:spPr>
            <a:xfrm>
              <a:off x="11883555" y="2485122"/>
              <a:ext cx="5027295" cy="6232525"/>
            </a:xfrm>
            <a:custGeom>
              <a:avLst/>
              <a:gdLst/>
              <a:ahLst/>
              <a:cxnLst/>
              <a:rect l="l" t="t" r="r" b="b"/>
              <a:pathLst>
                <a:path w="5027294" h="6232525">
                  <a:moveTo>
                    <a:pt x="5027244" y="207251"/>
                  </a:moveTo>
                  <a:lnTo>
                    <a:pt x="5022354" y="162356"/>
                  </a:lnTo>
                  <a:lnTo>
                    <a:pt x="5008105" y="120116"/>
                  </a:lnTo>
                  <a:lnTo>
                    <a:pt x="4985143" y="81902"/>
                  </a:lnTo>
                  <a:lnTo>
                    <a:pt x="4954105" y="49098"/>
                  </a:lnTo>
                  <a:lnTo>
                    <a:pt x="4916729" y="23749"/>
                  </a:lnTo>
                  <a:lnTo>
                    <a:pt x="4892941" y="14274"/>
                  </a:lnTo>
                  <a:lnTo>
                    <a:pt x="4875314" y="7239"/>
                  </a:lnTo>
                  <a:lnTo>
                    <a:pt x="4831321" y="0"/>
                  </a:lnTo>
                  <a:lnTo>
                    <a:pt x="4786223" y="2425"/>
                  </a:lnTo>
                  <a:lnTo>
                    <a:pt x="174117" y="755599"/>
                  </a:lnTo>
                  <a:lnTo>
                    <a:pt x="126187" y="769404"/>
                  </a:lnTo>
                  <a:lnTo>
                    <a:pt x="84137" y="793318"/>
                  </a:lnTo>
                  <a:lnTo>
                    <a:pt x="49225" y="825881"/>
                  </a:lnTo>
                  <a:lnTo>
                    <a:pt x="22720" y="865568"/>
                  </a:lnTo>
                  <a:lnTo>
                    <a:pt x="5892" y="910920"/>
                  </a:lnTo>
                  <a:lnTo>
                    <a:pt x="0" y="960437"/>
                  </a:lnTo>
                  <a:lnTo>
                    <a:pt x="0" y="5271465"/>
                  </a:lnTo>
                  <a:lnTo>
                    <a:pt x="5892" y="5320995"/>
                  </a:lnTo>
                  <a:lnTo>
                    <a:pt x="22720" y="5366347"/>
                  </a:lnTo>
                  <a:lnTo>
                    <a:pt x="49225" y="5406034"/>
                  </a:lnTo>
                  <a:lnTo>
                    <a:pt x="84137" y="5438584"/>
                  </a:lnTo>
                  <a:lnTo>
                    <a:pt x="126187" y="5462498"/>
                  </a:lnTo>
                  <a:lnTo>
                    <a:pt x="174117" y="5476291"/>
                  </a:lnTo>
                  <a:lnTo>
                    <a:pt x="4786223" y="6229464"/>
                  </a:lnTo>
                  <a:lnTo>
                    <a:pt x="4819815" y="6232182"/>
                  </a:lnTo>
                  <a:lnTo>
                    <a:pt x="4856086" y="6228994"/>
                  </a:lnTo>
                  <a:lnTo>
                    <a:pt x="4891087" y="6219545"/>
                  </a:lnTo>
                  <a:lnTo>
                    <a:pt x="4895850" y="6217297"/>
                  </a:lnTo>
                  <a:lnTo>
                    <a:pt x="4924018" y="6204064"/>
                  </a:lnTo>
                  <a:lnTo>
                    <a:pt x="4985143" y="6149987"/>
                  </a:lnTo>
                  <a:lnTo>
                    <a:pt x="5008105" y="6111773"/>
                  </a:lnTo>
                  <a:lnTo>
                    <a:pt x="5022354" y="6069533"/>
                  </a:lnTo>
                  <a:lnTo>
                    <a:pt x="5027244" y="6024651"/>
                  </a:lnTo>
                  <a:lnTo>
                    <a:pt x="5027244" y="2072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106911" y="2755523"/>
              <a:ext cx="4580890" cy="5691505"/>
            </a:xfrm>
            <a:custGeom>
              <a:avLst/>
              <a:gdLst/>
              <a:ahLst/>
              <a:cxnLst/>
              <a:rect l="l" t="t" r="r" b="b"/>
              <a:pathLst>
                <a:path w="4580890" h="5691505">
                  <a:moveTo>
                    <a:pt x="4461490" y="5691080"/>
                  </a:moveTo>
                  <a:lnTo>
                    <a:pt x="88226" y="5033322"/>
                  </a:lnTo>
                  <a:lnTo>
                    <a:pt x="25094" y="4998452"/>
                  </a:lnTo>
                  <a:lnTo>
                    <a:pt x="0" y="4930844"/>
                  </a:lnTo>
                  <a:lnTo>
                    <a:pt x="0" y="760236"/>
                  </a:lnTo>
                  <a:lnTo>
                    <a:pt x="25094" y="692629"/>
                  </a:lnTo>
                  <a:lnTo>
                    <a:pt x="88226" y="657758"/>
                  </a:lnTo>
                  <a:lnTo>
                    <a:pt x="4461490" y="0"/>
                  </a:lnTo>
                  <a:lnTo>
                    <a:pt x="4506536" y="3124"/>
                  </a:lnTo>
                  <a:lnTo>
                    <a:pt x="4544527" y="23939"/>
                  </a:lnTo>
                  <a:lnTo>
                    <a:pt x="4570766" y="58405"/>
                  </a:lnTo>
                  <a:lnTo>
                    <a:pt x="4580557" y="102477"/>
                  </a:lnTo>
                  <a:lnTo>
                    <a:pt x="4580557" y="5588603"/>
                  </a:lnTo>
                  <a:lnTo>
                    <a:pt x="4570768" y="5632675"/>
                  </a:lnTo>
                  <a:lnTo>
                    <a:pt x="4544530" y="5667140"/>
                  </a:lnTo>
                  <a:lnTo>
                    <a:pt x="4506540" y="5687956"/>
                  </a:lnTo>
                  <a:lnTo>
                    <a:pt x="4461490" y="5691080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99188" y="2747314"/>
              <a:ext cx="4596130" cy="5708015"/>
            </a:xfrm>
            <a:custGeom>
              <a:avLst/>
              <a:gdLst/>
              <a:ahLst/>
              <a:cxnLst/>
              <a:rect l="l" t="t" r="r" b="b"/>
              <a:pathLst>
                <a:path w="4596130" h="5708015">
                  <a:moveTo>
                    <a:pt x="4595990" y="514032"/>
                  </a:moveTo>
                  <a:lnTo>
                    <a:pt x="4595571" y="510654"/>
                  </a:lnTo>
                  <a:lnTo>
                    <a:pt x="4595571" y="110705"/>
                  </a:lnTo>
                  <a:lnTo>
                    <a:pt x="4592980" y="86893"/>
                  </a:lnTo>
                  <a:lnTo>
                    <a:pt x="4585474" y="64452"/>
                  </a:lnTo>
                  <a:lnTo>
                    <a:pt x="4580979" y="56908"/>
                  </a:lnTo>
                  <a:lnTo>
                    <a:pt x="4580979" y="110705"/>
                  </a:lnTo>
                  <a:lnTo>
                    <a:pt x="4580979" y="504494"/>
                  </a:lnTo>
                  <a:lnTo>
                    <a:pt x="4580979" y="5596826"/>
                  </a:lnTo>
                  <a:lnTo>
                    <a:pt x="4578743" y="5617502"/>
                  </a:lnTo>
                  <a:lnTo>
                    <a:pt x="4561700" y="5654649"/>
                  </a:lnTo>
                  <a:lnTo>
                    <a:pt x="4530356" y="5681624"/>
                  </a:lnTo>
                  <a:lnTo>
                    <a:pt x="4491088" y="5692940"/>
                  </a:lnTo>
                  <a:lnTo>
                    <a:pt x="4470285" y="5692089"/>
                  </a:lnTo>
                  <a:lnTo>
                    <a:pt x="4137507" y="5642051"/>
                  </a:lnTo>
                  <a:lnTo>
                    <a:pt x="4137507" y="5148415"/>
                  </a:lnTo>
                  <a:lnTo>
                    <a:pt x="4580979" y="5202974"/>
                  </a:lnTo>
                  <a:lnTo>
                    <a:pt x="4580979" y="5188331"/>
                  </a:lnTo>
                  <a:lnTo>
                    <a:pt x="4137507" y="5133772"/>
                  </a:lnTo>
                  <a:lnTo>
                    <a:pt x="4137507" y="4640110"/>
                  </a:lnTo>
                  <a:lnTo>
                    <a:pt x="4580979" y="4682541"/>
                  </a:lnTo>
                  <a:lnTo>
                    <a:pt x="4580979" y="4667923"/>
                  </a:lnTo>
                  <a:lnTo>
                    <a:pt x="4137507" y="4625479"/>
                  </a:lnTo>
                  <a:lnTo>
                    <a:pt x="4137507" y="4131805"/>
                  </a:lnTo>
                  <a:lnTo>
                    <a:pt x="4580979" y="4162120"/>
                  </a:lnTo>
                  <a:lnTo>
                    <a:pt x="4580979" y="4147515"/>
                  </a:lnTo>
                  <a:lnTo>
                    <a:pt x="4137507" y="4117213"/>
                  </a:lnTo>
                  <a:lnTo>
                    <a:pt x="4137507" y="3623500"/>
                  </a:lnTo>
                  <a:lnTo>
                    <a:pt x="4580979" y="3641687"/>
                  </a:lnTo>
                  <a:lnTo>
                    <a:pt x="4580979" y="3627107"/>
                  </a:lnTo>
                  <a:lnTo>
                    <a:pt x="4137507" y="3608921"/>
                  </a:lnTo>
                  <a:lnTo>
                    <a:pt x="4137507" y="3115208"/>
                  </a:lnTo>
                  <a:lnTo>
                    <a:pt x="4580979" y="3121266"/>
                  </a:lnTo>
                  <a:lnTo>
                    <a:pt x="4580979" y="3106686"/>
                  </a:lnTo>
                  <a:lnTo>
                    <a:pt x="4137507" y="3100628"/>
                  </a:lnTo>
                  <a:lnTo>
                    <a:pt x="4137507" y="2606903"/>
                  </a:lnTo>
                  <a:lnTo>
                    <a:pt x="4580979" y="2600833"/>
                  </a:lnTo>
                  <a:lnTo>
                    <a:pt x="4580979" y="2586329"/>
                  </a:lnTo>
                  <a:lnTo>
                    <a:pt x="4137507" y="2592387"/>
                  </a:lnTo>
                  <a:lnTo>
                    <a:pt x="4137507" y="2098611"/>
                  </a:lnTo>
                  <a:lnTo>
                    <a:pt x="4580979" y="2080412"/>
                  </a:lnTo>
                  <a:lnTo>
                    <a:pt x="4580979" y="2065820"/>
                  </a:lnTo>
                  <a:lnTo>
                    <a:pt x="4137507" y="2084019"/>
                  </a:lnTo>
                  <a:lnTo>
                    <a:pt x="4137507" y="1590332"/>
                  </a:lnTo>
                  <a:lnTo>
                    <a:pt x="4580979" y="1560004"/>
                  </a:lnTo>
                  <a:lnTo>
                    <a:pt x="4580979" y="1545386"/>
                  </a:lnTo>
                  <a:lnTo>
                    <a:pt x="4137507" y="1575714"/>
                  </a:lnTo>
                  <a:lnTo>
                    <a:pt x="4137507" y="1082027"/>
                  </a:lnTo>
                  <a:lnTo>
                    <a:pt x="4580979" y="1039583"/>
                  </a:lnTo>
                  <a:lnTo>
                    <a:pt x="4580979" y="1024940"/>
                  </a:lnTo>
                  <a:lnTo>
                    <a:pt x="4137507" y="1067396"/>
                  </a:lnTo>
                  <a:lnTo>
                    <a:pt x="4137507" y="573747"/>
                  </a:lnTo>
                  <a:lnTo>
                    <a:pt x="4580979" y="519176"/>
                  </a:lnTo>
                  <a:lnTo>
                    <a:pt x="4580979" y="504494"/>
                  </a:lnTo>
                  <a:lnTo>
                    <a:pt x="4137507" y="559079"/>
                  </a:lnTo>
                  <a:lnTo>
                    <a:pt x="4137507" y="65481"/>
                  </a:lnTo>
                  <a:lnTo>
                    <a:pt x="4475086" y="14706"/>
                  </a:lnTo>
                  <a:lnTo>
                    <a:pt x="4479887" y="14351"/>
                  </a:lnTo>
                  <a:lnTo>
                    <a:pt x="4484662" y="14351"/>
                  </a:lnTo>
                  <a:lnTo>
                    <a:pt x="4533455" y="27635"/>
                  </a:lnTo>
                  <a:lnTo>
                    <a:pt x="4572216" y="70523"/>
                  </a:lnTo>
                  <a:lnTo>
                    <a:pt x="4580979" y="110705"/>
                  </a:lnTo>
                  <a:lnTo>
                    <a:pt x="4580979" y="56908"/>
                  </a:lnTo>
                  <a:lnTo>
                    <a:pt x="4557001" y="26631"/>
                  </a:lnTo>
                  <a:lnTo>
                    <a:pt x="4515358" y="4076"/>
                  </a:lnTo>
                  <a:lnTo>
                    <a:pt x="4492041" y="0"/>
                  </a:lnTo>
                  <a:lnTo>
                    <a:pt x="4468126" y="1016"/>
                  </a:lnTo>
                  <a:lnTo>
                    <a:pt x="4129684" y="51917"/>
                  </a:lnTo>
                  <a:lnTo>
                    <a:pt x="4126192" y="51917"/>
                  </a:lnTo>
                  <a:lnTo>
                    <a:pt x="4125569" y="52539"/>
                  </a:lnTo>
                  <a:lnTo>
                    <a:pt x="4122940" y="52946"/>
                  </a:lnTo>
                  <a:lnTo>
                    <a:pt x="4122940" y="67678"/>
                  </a:lnTo>
                  <a:lnTo>
                    <a:pt x="4122940" y="5639854"/>
                  </a:lnTo>
                  <a:lnTo>
                    <a:pt x="3679444" y="5573153"/>
                  </a:lnTo>
                  <a:lnTo>
                    <a:pt x="3679444" y="5092065"/>
                  </a:lnTo>
                  <a:lnTo>
                    <a:pt x="4122940" y="5146624"/>
                  </a:lnTo>
                  <a:lnTo>
                    <a:pt x="4122940" y="5131968"/>
                  </a:lnTo>
                  <a:lnTo>
                    <a:pt x="3679444" y="5077396"/>
                  </a:lnTo>
                  <a:lnTo>
                    <a:pt x="3679444" y="4596269"/>
                  </a:lnTo>
                  <a:lnTo>
                    <a:pt x="4122940" y="4638713"/>
                  </a:lnTo>
                  <a:lnTo>
                    <a:pt x="4122940" y="4624095"/>
                  </a:lnTo>
                  <a:lnTo>
                    <a:pt x="3679444" y="4581652"/>
                  </a:lnTo>
                  <a:lnTo>
                    <a:pt x="3679444" y="4100499"/>
                  </a:lnTo>
                  <a:lnTo>
                    <a:pt x="4122940" y="4130814"/>
                  </a:lnTo>
                  <a:lnTo>
                    <a:pt x="4122940" y="4116209"/>
                  </a:lnTo>
                  <a:lnTo>
                    <a:pt x="3679444" y="4085907"/>
                  </a:lnTo>
                  <a:lnTo>
                    <a:pt x="3679444" y="3604717"/>
                  </a:lnTo>
                  <a:lnTo>
                    <a:pt x="4122940" y="3622903"/>
                  </a:lnTo>
                  <a:lnTo>
                    <a:pt x="4122940" y="3608324"/>
                  </a:lnTo>
                  <a:lnTo>
                    <a:pt x="3679444" y="3590137"/>
                  </a:lnTo>
                  <a:lnTo>
                    <a:pt x="3679444" y="3108947"/>
                  </a:lnTo>
                  <a:lnTo>
                    <a:pt x="4122940" y="3115005"/>
                  </a:lnTo>
                  <a:lnTo>
                    <a:pt x="4122940" y="3100425"/>
                  </a:lnTo>
                  <a:lnTo>
                    <a:pt x="3679444" y="3094367"/>
                  </a:lnTo>
                  <a:lnTo>
                    <a:pt x="3679444" y="2613177"/>
                  </a:lnTo>
                  <a:lnTo>
                    <a:pt x="4122940" y="2607106"/>
                  </a:lnTo>
                  <a:lnTo>
                    <a:pt x="4122940" y="2592590"/>
                  </a:lnTo>
                  <a:lnTo>
                    <a:pt x="3679444" y="2598648"/>
                  </a:lnTo>
                  <a:lnTo>
                    <a:pt x="3679444" y="2117407"/>
                  </a:lnTo>
                  <a:lnTo>
                    <a:pt x="4122940" y="2099208"/>
                  </a:lnTo>
                  <a:lnTo>
                    <a:pt x="4122940" y="2084616"/>
                  </a:lnTo>
                  <a:lnTo>
                    <a:pt x="3679444" y="2102815"/>
                  </a:lnTo>
                  <a:lnTo>
                    <a:pt x="3679444" y="1621650"/>
                  </a:lnTo>
                  <a:lnTo>
                    <a:pt x="4122940" y="1591322"/>
                  </a:lnTo>
                  <a:lnTo>
                    <a:pt x="4122940" y="1576705"/>
                  </a:lnTo>
                  <a:lnTo>
                    <a:pt x="3679444" y="1607032"/>
                  </a:lnTo>
                  <a:lnTo>
                    <a:pt x="3679444" y="1125880"/>
                  </a:lnTo>
                  <a:lnTo>
                    <a:pt x="4122940" y="1083424"/>
                  </a:lnTo>
                  <a:lnTo>
                    <a:pt x="4122940" y="1068781"/>
                  </a:lnTo>
                  <a:lnTo>
                    <a:pt x="3679444" y="1111237"/>
                  </a:lnTo>
                  <a:lnTo>
                    <a:pt x="3679444" y="630110"/>
                  </a:lnTo>
                  <a:lnTo>
                    <a:pt x="4122940" y="575538"/>
                  </a:lnTo>
                  <a:lnTo>
                    <a:pt x="4122940" y="560870"/>
                  </a:lnTo>
                  <a:lnTo>
                    <a:pt x="3679444" y="615454"/>
                  </a:lnTo>
                  <a:lnTo>
                    <a:pt x="3679444" y="134391"/>
                  </a:lnTo>
                  <a:lnTo>
                    <a:pt x="4122940" y="67678"/>
                  </a:lnTo>
                  <a:lnTo>
                    <a:pt x="4122940" y="52946"/>
                  </a:lnTo>
                  <a:lnTo>
                    <a:pt x="3671608" y="120815"/>
                  </a:lnTo>
                  <a:lnTo>
                    <a:pt x="3668128" y="120815"/>
                  </a:lnTo>
                  <a:lnTo>
                    <a:pt x="3667506" y="121437"/>
                  </a:lnTo>
                  <a:lnTo>
                    <a:pt x="3664877" y="121843"/>
                  </a:lnTo>
                  <a:lnTo>
                    <a:pt x="3664877" y="136575"/>
                  </a:lnTo>
                  <a:lnTo>
                    <a:pt x="3664877" y="617245"/>
                  </a:lnTo>
                  <a:lnTo>
                    <a:pt x="3664877" y="5570969"/>
                  </a:lnTo>
                  <a:lnTo>
                    <a:pt x="3221380" y="5504269"/>
                  </a:lnTo>
                  <a:lnTo>
                    <a:pt x="3221380" y="5035702"/>
                  </a:lnTo>
                  <a:lnTo>
                    <a:pt x="3664877" y="5090261"/>
                  </a:lnTo>
                  <a:lnTo>
                    <a:pt x="3664877" y="5075606"/>
                  </a:lnTo>
                  <a:lnTo>
                    <a:pt x="3221380" y="5021034"/>
                  </a:lnTo>
                  <a:lnTo>
                    <a:pt x="3221380" y="4552442"/>
                  </a:lnTo>
                  <a:lnTo>
                    <a:pt x="3664877" y="4594885"/>
                  </a:lnTo>
                  <a:lnTo>
                    <a:pt x="3664877" y="4580255"/>
                  </a:lnTo>
                  <a:lnTo>
                    <a:pt x="3221380" y="4537811"/>
                  </a:lnTo>
                  <a:lnTo>
                    <a:pt x="3221380" y="4069194"/>
                  </a:lnTo>
                  <a:lnTo>
                    <a:pt x="3664877" y="4099509"/>
                  </a:lnTo>
                  <a:lnTo>
                    <a:pt x="3664877" y="4084904"/>
                  </a:lnTo>
                  <a:lnTo>
                    <a:pt x="3221380" y="4054602"/>
                  </a:lnTo>
                  <a:lnTo>
                    <a:pt x="3221380" y="3585934"/>
                  </a:lnTo>
                  <a:lnTo>
                    <a:pt x="3664877" y="3604120"/>
                  </a:lnTo>
                  <a:lnTo>
                    <a:pt x="3664877" y="3589540"/>
                  </a:lnTo>
                  <a:lnTo>
                    <a:pt x="3221380" y="3571354"/>
                  </a:lnTo>
                  <a:lnTo>
                    <a:pt x="3221380" y="3102686"/>
                  </a:lnTo>
                  <a:lnTo>
                    <a:pt x="3664877" y="3108744"/>
                  </a:lnTo>
                  <a:lnTo>
                    <a:pt x="3664877" y="3094164"/>
                  </a:lnTo>
                  <a:lnTo>
                    <a:pt x="3221380" y="3088106"/>
                  </a:lnTo>
                  <a:lnTo>
                    <a:pt x="3221380" y="2619451"/>
                  </a:lnTo>
                  <a:lnTo>
                    <a:pt x="3664877" y="2613380"/>
                  </a:lnTo>
                  <a:lnTo>
                    <a:pt x="3664877" y="2598851"/>
                  </a:lnTo>
                  <a:lnTo>
                    <a:pt x="3221380" y="2604909"/>
                  </a:lnTo>
                  <a:lnTo>
                    <a:pt x="3221380" y="2136203"/>
                  </a:lnTo>
                  <a:lnTo>
                    <a:pt x="3664877" y="2118004"/>
                  </a:lnTo>
                  <a:lnTo>
                    <a:pt x="3664877" y="2103412"/>
                  </a:lnTo>
                  <a:lnTo>
                    <a:pt x="3221380" y="2121611"/>
                  </a:lnTo>
                  <a:lnTo>
                    <a:pt x="3221380" y="1652968"/>
                  </a:lnTo>
                  <a:lnTo>
                    <a:pt x="3664877" y="1622640"/>
                  </a:lnTo>
                  <a:lnTo>
                    <a:pt x="3664877" y="1608023"/>
                  </a:lnTo>
                  <a:lnTo>
                    <a:pt x="3221380" y="1638350"/>
                  </a:lnTo>
                  <a:lnTo>
                    <a:pt x="3221380" y="1169720"/>
                  </a:lnTo>
                  <a:lnTo>
                    <a:pt x="3664877" y="1127264"/>
                  </a:lnTo>
                  <a:lnTo>
                    <a:pt x="3664877" y="1112634"/>
                  </a:lnTo>
                  <a:lnTo>
                    <a:pt x="3221380" y="1155090"/>
                  </a:lnTo>
                  <a:lnTo>
                    <a:pt x="3221380" y="686485"/>
                  </a:lnTo>
                  <a:lnTo>
                    <a:pt x="3664877" y="631913"/>
                  </a:lnTo>
                  <a:lnTo>
                    <a:pt x="3664877" y="617245"/>
                  </a:lnTo>
                  <a:lnTo>
                    <a:pt x="3221380" y="671830"/>
                  </a:lnTo>
                  <a:lnTo>
                    <a:pt x="3221380" y="203276"/>
                  </a:lnTo>
                  <a:lnTo>
                    <a:pt x="3664877" y="136575"/>
                  </a:lnTo>
                  <a:lnTo>
                    <a:pt x="3664877" y="121843"/>
                  </a:lnTo>
                  <a:lnTo>
                    <a:pt x="3213620" y="189699"/>
                  </a:lnTo>
                  <a:lnTo>
                    <a:pt x="3210077" y="189699"/>
                  </a:lnTo>
                  <a:lnTo>
                    <a:pt x="3209442" y="190334"/>
                  </a:lnTo>
                  <a:lnTo>
                    <a:pt x="3206813" y="190741"/>
                  </a:lnTo>
                  <a:lnTo>
                    <a:pt x="3206813" y="205473"/>
                  </a:lnTo>
                  <a:lnTo>
                    <a:pt x="3206813" y="673620"/>
                  </a:lnTo>
                  <a:lnTo>
                    <a:pt x="3206813" y="5502084"/>
                  </a:lnTo>
                  <a:lnTo>
                    <a:pt x="2763329" y="5435384"/>
                  </a:lnTo>
                  <a:lnTo>
                    <a:pt x="2763329" y="4979340"/>
                  </a:lnTo>
                  <a:lnTo>
                    <a:pt x="3206813" y="5033899"/>
                  </a:lnTo>
                  <a:lnTo>
                    <a:pt x="3206813" y="5019243"/>
                  </a:lnTo>
                  <a:lnTo>
                    <a:pt x="2763329" y="4964671"/>
                  </a:lnTo>
                  <a:lnTo>
                    <a:pt x="2763329" y="4508614"/>
                  </a:lnTo>
                  <a:lnTo>
                    <a:pt x="3206813" y="4551057"/>
                  </a:lnTo>
                  <a:lnTo>
                    <a:pt x="3206813" y="4536414"/>
                  </a:lnTo>
                  <a:lnTo>
                    <a:pt x="2763329" y="4493971"/>
                  </a:lnTo>
                  <a:lnTo>
                    <a:pt x="2763329" y="4037888"/>
                  </a:lnTo>
                  <a:lnTo>
                    <a:pt x="3206813" y="4068203"/>
                  </a:lnTo>
                  <a:lnTo>
                    <a:pt x="3206813" y="4053598"/>
                  </a:lnTo>
                  <a:lnTo>
                    <a:pt x="2763329" y="4023296"/>
                  </a:lnTo>
                  <a:lnTo>
                    <a:pt x="2763329" y="3567150"/>
                  </a:lnTo>
                  <a:lnTo>
                    <a:pt x="3206813" y="3585337"/>
                  </a:lnTo>
                  <a:lnTo>
                    <a:pt x="3206813" y="3570757"/>
                  </a:lnTo>
                  <a:lnTo>
                    <a:pt x="2763329" y="3552571"/>
                  </a:lnTo>
                  <a:lnTo>
                    <a:pt x="2763329" y="3096425"/>
                  </a:lnTo>
                  <a:lnTo>
                    <a:pt x="3206813" y="3102483"/>
                  </a:lnTo>
                  <a:lnTo>
                    <a:pt x="3206813" y="3087903"/>
                  </a:lnTo>
                  <a:lnTo>
                    <a:pt x="2763329" y="3081845"/>
                  </a:lnTo>
                  <a:lnTo>
                    <a:pt x="2763329" y="2625712"/>
                  </a:lnTo>
                  <a:lnTo>
                    <a:pt x="3206813" y="2619641"/>
                  </a:lnTo>
                  <a:lnTo>
                    <a:pt x="3206813" y="2605113"/>
                  </a:lnTo>
                  <a:lnTo>
                    <a:pt x="2763329" y="2611170"/>
                  </a:lnTo>
                  <a:lnTo>
                    <a:pt x="2763329" y="2154999"/>
                  </a:lnTo>
                  <a:lnTo>
                    <a:pt x="3206813" y="2136800"/>
                  </a:lnTo>
                  <a:lnTo>
                    <a:pt x="3206813" y="2122208"/>
                  </a:lnTo>
                  <a:lnTo>
                    <a:pt x="2763329" y="2140407"/>
                  </a:lnTo>
                  <a:lnTo>
                    <a:pt x="2763329" y="1684274"/>
                  </a:lnTo>
                  <a:lnTo>
                    <a:pt x="3206813" y="1653959"/>
                  </a:lnTo>
                  <a:lnTo>
                    <a:pt x="3206813" y="1639341"/>
                  </a:lnTo>
                  <a:lnTo>
                    <a:pt x="2763329" y="1669669"/>
                  </a:lnTo>
                  <a:lnTo>
                    <a:pt x="2763329" y="1213561"/>
                  </a:lnTo>
                  <a:lnTo>
                    <a:pt x="3206813" y="1171105"/>
                  </a:lnTo>
                  <a:lnTo>
                    <a:pt x="3206813" y="1156487"/>
                  </a:lnTo>
                  <a:lnTo>
                    <a:pt x="2763329" y="1198943"/>
                  </a:lnTo>
                  <a:lnTo>
                    <a:pt x="2763329" y="742848"/>
                  </a:lnTo>
                  <a:lnTo>
                    <a:pt x="3206813" y="688276"/>
                  </a:lnTo>
                  <a:lnTo>
                    <a:pt x="3206813" y="673620"/>
                  </a:lnTo>
                  <a:lnTo>
                    <a:pt x="2763329" y="728192"/>
                  </a:lnTo>
                  <a:lnTo>
                    <a:pt x="2763329" y="272173"/>
                  </a:lnTo>
                  <a:lnTo>
                    <a:pt x="3206813" y="205473"/>
                  </a:lnTo>
                  <a:lnTo>
                    <a:pt x="3206813" y="190741"/>
                  </a:lnTo>
                  <a:lnTo>
                    <a:pt x="2755557" y="258597"/>
                  </a:lnTo>
                  <a:lnTo>
                    <a:pt x="2752013" y="258597"/>
                  </a:lnTo>
                  <a:lnTo>
                    <a:pt x="2751378" y="259232"/>
                  </a:lnTo>
                  <a:lnTo>
                    <a:pt x="2748762" y="259626"/>
                  </a:lnTo>
                  <a:lnTo>
                    <a:pt x="2748762" y="274370"/>
                  </a:lnTo>
                  <a:lnTo>
                    <a:pt x="2748762" y="729996"/>
                  </a:lnTo>
                  <a:lnTo>
                    <a:pt x="2748762" y="5433199"/>
                  </a:lnTo>
                  <a:lnTo>
                    <a:pt x="2305278" y="5366499"/>
                  </a:lnTo>
                  <a:lnTo>
                    <a:pt x="2305278" y="4922977"/>
                  </a:lnTo>
                  <a:lnTo>
                    <a:pt x="2748762" y="4977549"/>
                  </a:lnTo>
                  <a:lnTo>
                    <a:pt x="2748762" y="4962880"/>
                  </a:lnTo>
                  <a:lnTo>
                    <a:pt x="2305278" y="4908308"/>
                  </a:lnTo>
                  <a:lnTo>
                    <a:pt x="2305278" y="4464786"/>
                  </a:lnTo>
                  <a:lnTo>
                    <a:pt x="2748762" y="4507230"/>
                  </a:lnTo>
                  <a:lnTo>
                    <a:pt x="2748762" y="4492574"/>
                  </a:lnTo>
                  <a:lnTo>
                    <a:pt x="2305278" y="4450131"/>
                  </a:lnTo>
                  <a:lnTo>
                    <a:pt x="2305278" y="4006583"/>
                  </a:lnTo>
                  <a:lnTo>
                    <a:pt x="2748762" y="4036898"/>
                  </a:lnTo>
                  <a:lnTo>
                    <a:pt x="2748762" y="4022293"/>
                  </a:lnTo>
                  <a:lnTo>
                    <a:pt x="2305278" y="3991991"/>
                  </a:lnTo>
                  <a:lnTo>
                    <a:pt x="2305278" y="3548367"/>
                  </a:lnTo>
                  <a:lnTo>
                    <a:pt x="2748762" y="3566553"/>
                  </a:lnTo>
                  <a:lnTo>
                    <a:pt x="2748762" y="3551974"/>
                  </a:lnTo>
                  <a:lnTo>
                    <a:pt x="2305278" y="3533787"/>
                  </a:lnTo>
                  <a:lnTo>
                    <a:pt x="2305278" y="3090164"/>
                  </a:lnTo>
                  <a:lnTo>
                    <a:pt x="2748762" y="3096222"/>
                  </a:lnTo>
                  <a:lnTo>
                    <a:pt x="2748762" y="3081642"/>
                  </a:lnTo>
                  <a:lnTo>
                    <a:pt x="2305278" y="3075584"/>
                  </a:lnTo>
                  <a:lnTo>
                    <a:pt x="2305278" y="2631973"/>
                  </a:lnTo>
                  <a:lnTo>
                    <a:pt x="2748762" y="2625902"/>
                  </a:lnTo>
                  <a:lnTo>
                    <a:pt x="2748762" y="2611374"/>
                  </a:lnTo>
                  <a:lnTo>
                    <a:pt x="2305278" y="2617432"/>
                  </a:lnTo>
                  <a:lnTo>
                    <a:pt x="2305278" y="2173782"/>
                  </a:lnTo>
                  <a:lnTo>
                    <a:pt x="2748762" y="2155596"/>
                  </a:lnTo>
                  <a:lnTo>
                    <a:pt x="2748762" y="2141004"/>
                  </a:lnTo>
                  <a:lnTo>
                    <a:pt x="2305278" y="2159203"/>
                  </a:lnTo>
                  <a:lnTo>
                    <a:pt x="2305278" y="1715592"/>
                  </a:lnTo>
                  <a:lnTo>
                    <a:pt x="2748762" y="1685277"/>
                  </a:lnTo>
                  <a:lnTo>
                    <a:pt x="2748762" y="1670659"/>
                  </a:lnTo>
                  <a:lnTo>
                    <a:pt x="2305278" y="1700987"/>
                  </a:lnTo>
                  <a:lnTo>
                    <a:pt x="2305278" y="1257388"/>
                  </a:lnTo>
                  <a:lnTo>
                    <a:pt x="2748762" y="1214945"/>
                  </a:lnTo>
                  <a:lnTo>
                    <a:pt x="2748762" y="1200327"/>
                  </a:lnTo>
                  <a:lnTo>
                    <a:pt x="2305278" y="1242771"/>
                  </a:lnTo>
                  <a:lnTo>
                    <a:pt x="2305278" y="799211"/>
                  </a:lnTo>
                  <a:lnTo>
                    <a:pt x="2748762" y="744639"/>
                  </a:lnTo>
                  <a:lnTo>
                    <a:pt x="2748762" y="729996"/>
                  </a:lnTo>
                  <a:lnTo>
                    <a:pt x="2305278" y="784567"/>
                  </a:lnTo>
                  <a:lnTo>
                    <a:pt x="2305278" y="341071"/>
                  </a:lnTo>
                  <a:lnTo>
                    <a:pt x="2748762" y="274370"/>
                  </a:lnTo>
                  <a:lnTo>
                    <a:pt x="2748762" y="259626"/>
                  </a:lnTo>
                  <a:lnTo>
                    <a:pt x="2297493" y="327494"/>
                  </a:lnTo>
                  <a:lnTo>
                    <a:pt x="2293975" y="327494"/>
                  </a:lnTo>
                  <a:lnTo>
                    <a:pt x="2293340" y="328129"/>
                  </a:lnTo>
                  <a:lnTo>
                    <a:pt x="2290711" y="328536"/>
                  </a:lnTo>
                  <a:lnTo>
                    <a:pt x="2290711" y="343268"/>
                  </a:lnTo>
                  <a:lnTo>
                    <a:pt x="2290711" y="786358"/>
                  </a:lnTo>
                  <a:lnTo>
                    <a:pt x="2290711" y="5364315"/>
                  </a:lnTo>
                  <a:lnTo>
                    <a:pt x="1847215" y="5297614"/>
                  </a:lnTo>
                  <a:lnTo>
                    <a:pt x="1847215" y="4866614"/>
                  </a:lnTo>
                  <a:lnTo>
                    <a:pt x="2290711" y="4921186"/>
                  </a:lnTo>
                  <a:lnTo>
                    <a:pt x="2290711" y="4906518"/>
                  </a:lnTo>
                  <a:lnTo>
                    <a:pt x="1847215" y="4851946"/>
                  </a:lnTo>
                  <a:lnTo>
                    <a:pt x="1847215" y="4420946"/>
                  </a:lnTo>
                  <a:lnTo>
                    <a:pt x="2290711" y="4463389"/>
                  </a:lnTo>
                  <a:lnTo>
                    <a:pt x="2290711" y="4448734"/>
                  </a:lnTo>
                  <a:lnTo>
                    <a:pt x="1847215" y="4406290"/>
                  </a:lnTo>
                  <a:lnTo>
                    <a:pt x="1847215" y="3975265"/>
                  </a:lnTo>
                  <a:lnTo>
                    <a:pt x="2290711" y="4005580"/>
                  </a:lnTo>
                  <a:lnTo>
                    <a:pt x="2290711" y="3990987"/>
                  </a:lnTo>
                  <a:lnTo>
                    <a:pt x="1847215" y="3960672"/>
                  </a:lnTo>
                  <a:lnTo>
                    <a:pt x="1847215" y="3529584"/>
                  </a:lnTo>
                  <a:lnTo>
                    <a:pt x="2290711" y="3547770"/>
                  </a:lnTo>
                  <a:lnTo>
                    <a:pt x="2290711" y="3533190"/>
                  </a:lnTo>
                  <a:lnTo>
                    <a:pt x="1847215" y="3515004"/>
                  </a:lnTo>
                  <a:lnTo>
                    <a:pt x="1847215" y="3083903"/>
                  </a:lnTo>
                  <a:lnTo>
                    <a:pt x="2290711" y="3089960"/>
                  </a:lnTo>
                  <a:lnTo>
                    <a:pt x="2290711" y="3075381"/>
                  </a:lnTo>
                  <a:lnTo>
                    <a:pt x="1847215" y="3069323"/>
                  </a:lnTo>
                  <a:lnTo>
                    <a:pt x="1847215" y="2638234"/>
                  </a:lnTo>
                  <a:lnTo>
                    <a:pt x="2290711" y="2632164"/>
                  </a:lnTo>
                  <a:lnTo>
                    <a:pt x="2290711" y="2617635"/>
                  </a:lnTo>
                  <a:lnTo>
                    <a:pt x="1847215" y="2623693"/>
                  </a:lnTo>
                  <a:lnTo>
                    <a:pt x="1847215" y="2192566"/>
                  </a:lnTo>
                  <a:lnTo>
                    <a:pt x="2290711" y="2174379"/>
                  </a:lnTo>
                  <a:lnTo>
                    <a:pt x="2290711" y="2159800"/>
                  </a:lnTo>
                  <a:lnTo>
                    <a:pt x="1847215" y="2177986"/>
                  </a:lnTo>
                  <a:lnTo>
                    <a:pt x="1847215" y="1746910"/>
                  </a:lnTo>
                  <a:lnTo>
                    <a:pt x="2290711" y="1716595"/>
                  </a:lnTo>
                  <a:lnTo>
                    <a:pt x="2290711" y="1701977"/>
                  </a:lnTo>
                  <a:lnTo>
                    <a:pt x="1847215" y="1732305"/>
                  </a:lnTo>
                  <a:lnTo>
                    <a:pt x="1847215" y="1301242"/>
                  </a:lnTo>
                  <a:lnTo>
                    <a:pt x="2290711" y="1258785"/>
                  </a:lnTo>
                  <a:lnTo>
                    <a:pt x="2290711" y="1244168"/>
                  </a:lnTo>
                  <a:lnTo>
                    <a:pt x="1847215" y="1286624"/>
                  </a:lnTo>
                  <a:lnTo>
                    <a:pt x="1847215" y="855573"/>
                  </a:lnTo>
                  <a:lnTo>
                    <a:pt x="2290711" y="801001"/>
                  </a:lnTo>
                  <a:lnTo>
                    <a:pt x="2290711" y="786358"/>
                  </a:lnTo>
                  <a:lnTo>
                    <a:pt x="1847215" y="840930"/>
                  </a:lnTo>
                  <a:lnTo>
                    <a:pt x="1847215" y="409968"/>
                  </a:lnTo>
                  <a:lnTo>
                    <a:pt x="2290711" y="343268"/>
                  </a:lnTo>
                  <a:lnTo>
                    <a:pt x="2290711" y="328536"/>
                  </a:lnTo>
                  <a:lnTo>
                    <a:pt x="1839518" y="396379"/>
                  </a:lnTo>
                  <a:lnTo>
                    <a:pt x="1835912" y="396379"/>
                  </a:lnTo>
                  <a:lnTo>
                    <a:pt x="1835264" y="397027"/>
                  </a:lnTo>
                  <a:lnTo>
                    <a:pt x="1832648" y="397421"/>
                  </a:lnTo>
                  <a:lnTo>
                    <a:pt x="1832648" y="412165"/>
                  </a:lnTo>
                  <a:lnTo>
                    <a:pt x="1832648" y="842733"/>
                  </a:lnTo>
                  <a:lnTo>
                    <a:pt x="1832648" y="5295417"/>
                  </a:lnTo>
                  <a:lnTo>
                    <a:pt x="1389164" y="5228717"/>
                  </a:lnTo>
                  <a:lnTo>
                    <a:pt x="1389164" y="4810252"/>
                  </a:lnTo>
                  <a:lnTo>
                    <a:pt x="1832648" y="4864824"/>
                  </a:lnTo>
                  <a:lnTo>
                    <a:pt x="1832648" y="4850155"/>
                  </a:lnTo>
                  <a:lnTo>
                    <a:pt x="1389164" y="4795583"/>
                  </a:lnTo>
                  <a:lnTo>
                    <a:pt x="1389164" y="4377106"/>
                  </a:lnTo>
                  <a:lnTo>
                    <a:pt x="1832648" y="4419549"/>
                  </a:lnTo>
                  <a:lnTo>
                    <a:pt x="1832648" y="4404893"/>
                  </a:lnTo>
                  <a:lnTo>
                    <a:pt x="1389164" y="4362450"/>
                  </a:lnTo>
                  <a:lnTo>
                    <a:pt x="1389164" y="3943947"/>
                  </a:lnTo>
                  <a:lnTo>
                    <a:pt x="1832648" y="3974261"/>
                  </a:lnTo>
                  <a:lnTo>
                    <a:pt x="1832648" y="3959682"/>
                  </a:lnTo>
                  <a:lnTo>
                    <a:pt x="1389164" y="3929367"/>
                  </a:lnTo>
                  <a:lnTo>
                    <a:pt x="1389164" y="3510800"/>
                  </a:lnTo>
                  <a:lnTo>
                    <a:pt x="1832648" y="3528987"/>
                  </a:lnTo>
                  <a:lnTo>
                    <a:pt x="1832648" y="3514394"/>
                  </a:lnTo>
                  <a:lnTo>
                    <a:pt x="1389164" y="3496208"/>
                  </a:lnTo>
                  <a:lnTo>
                    <a:pt x="1389164" y="3077641"/>
                  </a:lnTo>
                  <a:lnTo>
                    <a:pt x="1832648" y="3083699"/>
                  </a:lnTo>
                  <a:lnTo>
                    <a:pt x="1832648" y="3069120"/>
                  </a:lnTo>
                  <a:lnTo>
                    <a:pt x="1389164" y="3063062"/>
                  </a:lnTo>
                  <a:lnTo>
                    <a:pt x="1389164" y="2644495"/>
                  </a:lnTo>
                  <a:lnTo>
                    <a:pt x="1832648" y="2638425"/>
                  </a:lnTo>
                  <a:lnTo>
                    <a:pt x="1832648" y="2623896"/>
                  </a:lnTo>
                  <a:lnTo>
                    <a:pt x="1389164" y="2629954"/>
                  </a:lnTo>
                  <a:lnTo>
                    <a:pt x="1389164" y="2211362"/>
                  </a:lnTo>
                  <a:lnTo>
                    <a:pt x="1832648" y="2193175"/>
                  </a:lnTo>
                  <a:lnTo>
                    <a:pt x="1832648" y="2178596"/>
                  </a:lnTo>
                  <a:lnTo>
                    <a:pt x="1389164" y="2196782"/>
                  </a:lnTo>
                  <a:lnTo>
                    <a:pt x="1389164" y="1778228"/>
                  </a:lnTo>
                  <a:lnTo>
                    <a:pt x="1832648" y="1747913"/>
                  </a:lnTo>
                  <a:lnTo>
                    <a:pt x="1832648" y="1733296"/>
                  </a:lnTo>
                  <a:lnTo>
                    <a:pt x="1389164" y="1763623"/>
                  </a:lnTo>
                  <a:lnTo>
                    <a:pt x="1389164" y="1345069"/>
                  </a:lnTo>
                  <a:lnTo>
                    <a:pt x="1832648" y="1302626"/>
                  </a:lnTo>
                  <a:lnTo>
                    <a:pt x="1832648" y="1288008"/>
                  </a:lnTo>
                  <a:lnTo>
                    <a:pt x="1389164" y="1330452"/>
                  </a:lnTo>
                  <a:lnTo>
                    <a:pt x="1389164" y="911936"/>
                  </a:lnTo>
                  <a:lnTo>
                    <a:pt x="1832648" y="857364"/>
                  </a:lnTo>
                  <a:lnTo>
                    <a:pt x="1832648" y="842733"/>
                  </a:lnTo>
                  <a:lnTo>
                    <a:pt x="1389164" y="897305"/>
                  </a:lnTo>
                  <a:lnTo>
                    <a:pt x="1389164" y="478866"/>
                  </a:lnTo>
                  <a:lnTo>
                    <a:pt x="1832648" y="412165"/>
                  </a:lnTo>
                  <a:lnTo>
                    <a:pt x="1832648" y="397421"/>
                  </a:lnTo>
                  <a:lnTo>
                    <a:pt x="1381518" y="465264"/>
                  </a:lnTo>
                  <a:lnTo>
                    <a:pt x="1377848" y="465264"/>
                  </a:lnTo>
                  <a:lnTo>
                    <a:pt x="1377200" y="465924"/>
                  </a:lnTo>
                  <a:lnTo>
                    <a:pt x="1374597" y="466318"/>
                  </a:lnTo>
                  <a:lnTo>
                    <a:pt x="1374597" y="481050"/>
                  </a:lnTo>
                  <a:lnTo>
                    <a:pt x="1374597" y="899096"/>
                  </a:lnTo>
                  <a:lnTo>
                    <a:pt x="1374597" y="5226520"/>
                  </a:lnTo>
                  <a:lnTo>
                    <a:pt x="931113" y="5159819"/>
                  </a:lnTo>
                  <a:lnTo>
                    <a:pt x="931113" y="4753889"/>
                  </a:lnTo>
                  <a:lnTo>
                    <a:pt x="1374597" y="4808461"/>
                  </a:lnTo>
                  <a:lnTo>
                    <a:pt x="1374597" y="4793793"/>
                  </a:lnTo>
                  <a:lnTo>
                    <a:pt x="931113" y="4739221"/>
                  </a:lnTo>
                  <a:lnTo>
                    <a:pt x="931113" y="4333265"/>
                  </a:lnTo>
                  <a:lnTo>
                    <a:pt x="1374597" y="4375709"/>
                  </a:lnTo>
                  <a:lnTo>
                    <a:pt x="1374597" y="4361053"/>
                  </a:lnTo>
                  <a:lnTo>
                    <a:pt x="931113" y="4318609"/>
                  </a:lnTo>
                  <a:lnTo>
                    <a:pt x="931113" y="3912628"/>
                  </a:lnTo>
                  <a:lnTo>
                    <a:pt x="1374597" y="3942943"/>
                  </a:lnTo>
                  <a:lnTo>
                    <a:pt x="1374597" y="3928376"/>
                  </a:lnTo>
                  <a:lnTo>
                    <a:pt x="931113" y="3898061"/>
                  </a:lnTo>
                  <a:lnTo>
                    <a:pt x="931113" y="3492004"/>
                  </a:lnTo>
                  <a:lnTo>
                    <a:pt x="1374597" y="3510191"/>
                  </a:lnTo>
                  <a:lnTo>
                    <a:pt x="1374597" y="3495598"/>
                  </a:lnTo>
                  <a:lnTo>
                    <a:pt x="931113" y="3477412"/>
                  </a:lnTo>
                  <a:lnTo>
                    <a:pt x="931113" y="3071380"/>
                  </a:lnTo>
                  <a:lnTo>
                    <a:pt x="1374597" y="3077438"/>
                  </a:lnTo>
                  <a:lnTo>
                    <a:pt x="1374597" y="3062859"/>
                  </a:lnTo>
                  <a:lnTo>
                    <a:pt x="931113" y="3056801"/>
                  </a:lnTo>
                  <a:lnTo>
                    <a:pt x="931113" y="2650756"/>
                  </a:lnTo>
                  <a:lnTo>
                    <a:pt x="1374597" y="2644686"/>
                  </a:lnTo>
                  <a:lnTo>
                    <a:pt x="1374597" y="2630144"/>
                  </a:lnTo>
                  <a:lnTo>
                    <a:pt x="931113" y="2636202"/>
                  </a:lnTo>
                  <a:lnTo>
                    <a:pt x="931113" y="2230145"/>
                  </a:lnTo>
                  <a:lnTo>
                    <a:pt x="1374597" y="2211959"/>
                  </a:lnTo>
                  <a:lnTo>
                    <a:pt x="1374597" y="2197379"/>
                  </a:lnTo>
                  <a:lnTo>
                    <a:pt x="931113" y="2215565"/>
                  </a:lnTo>
                  <a:lnTo>
                    <a:pt x="931113" y="1809534"/>
                  </a:lnTo>
                  <a:lnTo>
                    <a:pt x="1374597" y="1779219"/>
                  </a:lnTo>
                  <a:lnTo>
                    <a:pt x="1374597" y="1764614"/>
                  </a:lnTo>
                  <a:lnTo>
                    <a:pt x="931113" y="1794941"/>
                  </a:lnTo>
                  <a:lnTo>
                    <a:pt x="931113" y="1388910"/>
                  </a:lnTo>
                  <a:lnTo>
                    <a:pt x="1374597" y="1346466"/>
                  </a:lnTo>
                  <a:lnTo>
                    <a:pt x="1374597" y="1331849"/>
                  </a:lnTo>
                  <a:lnTo>
                    <a:pt x="931113" y="1374292"/>
                  </a:lnTo>
                  <a:lnTo>
                    <a:pt x="931113" y="968298"/>
                  </a:lnTo>
                  <a:lnTo>
                    <a:pt x="1374597" y="913726"/>
                  </a:lnTo>
                  <a:lnTo>
                    <a:pt x="1374597" y="899096"/>
                  </a:lnTo>
                  <a:lnTo>
                    <a:pt x="931113" y="953668"/>
                  </a:lnTo>
                  <a:lnTo>
                    <a:pt x="931113" y="547751"/>
                  </a:lnTo>
                  <a:lnTo>
                    <a:pt x="1374597" y="481050"/>
                  </a:lnTo>
                  <a:lnTo>
                    <a:pt x="1374597" y="466318"/>
                  </a:lnTo>
                  <a:lnTo>
                    <a:pt x="923340" y="534174"/>
                  </a:lnTo>
                  <a:lnTo>
                    <a:pt x="919797" y="534174"/>
                  </a:lnTo>
                  <a:lnTo>
                    <a:pt x="919162" y="534809"/>
                  </a:lnTo>
                  <a:lnTo>
                    <a:pt x="916546" y="535203"/>
                  </a:lnTo>
                  <a:lnTo>
                    <a:pt x="916546" y="549935"/>
                  </a:lnTo>
                  <a:lnTo>
                    <a:pt x="916546" y="955459"/>
                  </a:lnTo>
                  <a:lnTo>
                    <a:pt x="916546" y="5157622"/>
                  </a:lnTo>
                  <a:lnTo>
                    <a:pt x="473049" y="5090909"/>
                  </a:lnTo>
                  <a:lnTo>
                    <a:pt x="473049" y="4697527"/>
                  </a:lnTo>
                  <a:lnTo>
                    <a:pt x="916546" y="4752098"/>
                  </a:lnTo>
                  <a:lnTo>
                    <a:pt x="916546" y="4737430"/>
                  </a:lnTo>
                  <a:lnTo>
                    <a:pt x="473049" y="4682858"/>
                  </a:lnTo>
                  <a:lnTo>
                    <a:pt x="473049" y="4289425"/>
                  </a:lnTo>
                  <a:lnTo>
                    <a:pt x="916546" y="4331868"/>
                  </a:lnTo>
                  <a:lnTo>
                    <a:pt x="916546" y="4317212"/>
                  </a:lnTo>
                  <a:lnTo>
                    <a:pt x="473049" y="4274769"/>
                  </a:lnTo>
                  <a:lnTo>
                    <a:pt x="473049" y="3881310"/>
                  </a:lnTo>
                  <a:lnTo>
                    <a:pt x="916546" y="3911625"/>
                  </a:lnTo>
                  <a:lnTo>
                    <a:pt x="916546" y="3897071"/>
                  </a:lnTo>
                  <a:lnTo>
                    <a:pt x="473049" y="3866756"/>
                  </a:lnTo>
                  <a:lnTo>
                    <a:pt x="473049" y="3473208"/>
                  </a:lnTo>
                  <a:lnTo>
                    <a:pt x="916546" y="3491395"/>
                  </a:lnTo>
                  <a:lnTo>
                    <a:pt x="916546" y="3476802"/>
                  </a:lnTo>
                  <a:lnTo>
                    <a:pt x="473049" y="3458616"/>
                  </a:lnTo>
                  <a:lnTo>
                    <a:pt x="473049" y="3065119"/>
                  </a:lnTo>
                  <a:lnTo>
                    <a:pt x="916546" y="3071177"/>
                  </a:lnTo>
                  <a:lnTo>
                    <a:pt x="916546" y="3056598"/>
                  </a:lnTo>
                  <a:lnTo>
                    <a:pt x="473049" y="3050527"/>
                  </a:lnTo>
                  <a:lnTo>
                    <a:pt x="473049" y="2657017"/>
                  </a:lnTo>
                  <a:lnTo>
                    <a:pt x="916546" y="2650947"/>
                  </a:lnTo>
                  <a:lnTo>
                    <a:pt x="916546" y="2636393"/>
                  </a:lnTo>
                  <a:lnTo>
                    <a:pt x="473049" y="2642451"/>
                  </a:lnTo>
                  <a:lnTo>
                    <a:pt x="473049" y="2248928"/>
                  </a:lnTo>
                  <a:lnTo>
                    <a:pt x="916546" y="2230742"/>
                  </a:lnTo>
                  <a:lnTo>
                    <a:pt x="916546" y="2216162"/>
                  </a:lnTo>
                  <a:lnTo>
                    <a:pt x="473049" y="2234349"/>
                  </a:lnTo>
                  <a:lnTo>
                    <a:pt x="473049" y="1840839"/>
                  </a:lnTo>
                  <a:lnTo>
                    <a:pt x="916546" y="1810524"/>
                  </a:lnTo>
                  <a:lnTo>
                    <a:pt x="916546" y="1795932"/>
                  </a:lnTo>
                  <a:lnTo>
                    <a:pt x="473049" y="1826247"/>
                  </a:lnTo>
                  <a:lnTo>
                    <a:pt x="473049" y="1432750"/>
                  </a:lnTo>
                  <a:lnTo>
                    <a:pt x="916546" y="1390307"/>
                  </a:lnTo>
                  <a:lnTo>
                    <a:pt x="916546" y="1375689"/>
                  </a:lnTo>
                  <a:lnTo>
                    <a:pt x="473049" y="1418132"/>
                  </a:lnTo>
                  <a:lnTo>
                    <a:pt x="473049" y="1024661"/>
                  </a:lnTo>
                  <a:lnTo>
                    <a:pt x="916546" y="970089"/>
                  </a:lnTo>
                  <a:lnTo>
                    <a:pt x="916546" y="955459"/>
                  </a:lnTo>
                  <a:lnTo>
                    <a:pt x="473049" y="1010031"/>
                  </a:lnTo>
                  <a:lnTo>
                    <a:pt x="473049" y="616623"/>
                  </a:lnTo>
                  <a:lnTo>
                    <a:pt x="916546" y="549935"/>
                  </a:lnTo>
                  <a:lnTo>
                    <a:pt x="916546" y="535203"/>
                  </a:lnTo>
                  <a:lnTo>
                    <a:pt x="465289" y="603059"/>
                  </a:lnTo>
                  <a:lnTo>
                    <a:pt x="461746" y="603059"/>
                  </a:lnTo>
                  <a:lnTo>
                    <a:pt x="461111" y="603694"/>
                  </a:lnTo>
                  <a:lnTo>
                    <a:pt x="458482" y="604100"/>
                  </a:lnTo>
                  <a:lnTo>
                    <a:pt x="458482" y="618820"/>
                  </a:lnTo>
                  <a:lnTo>
                    <a:pt x="458482" y="1011821"/>
                  </a:lnTo>
                  <a:lnTo>
                    <a:pt x="458482" y="5088725"/>
                  </a:lnTo>
                  <a:lnTo>
                    <a:pt x="97028" y="5034343"/>
                  </a:lnTo>
                  <a:lnTo>
                    <a:pt x="64160" y="5023193"/>
                  </a:lnTo>
                  <a:lnTo>
                    <a:pt x="38188" y="5002034"/>
                  </a:lnTo>
                  <a:lnTo>
                    <a:pt x="21132" y="4973218"/>
                  </a:lnTo>
                  <a:lnTo>
                    <a:pt x="14998" y="4939055"/>
                  </a:lnTo>
                  <a:lnTo>
                    <a:pt x="14998" y="4641151"/>
                  </a:lnTo>
                  <a:lnTo>
                    <a:pt x="458482" y="4695736"/>
                  </a:lnTo>
                  <a:lnTo>
                    <a:pt x="458482" y="4681055"/>
                  </a:lnTo>
                  <a:lnTo>
                    <a:pt x="14998" y="4626470"/>
                  </a:lnTo>
                  <a:lnTo>
                    <a:pt x="14998" y="4245572"/>
                  </a:lnTo>
                  <a:lnTo>
                    <a:pt x="458482" y="4288028"/>
                  </a:lnTo>
                  <a:lnTo>
                    <a:pt x="458482" y="4273372"/>
                  </a:lnTo>
                  <a:lnTo>
                    <a:pt x="14998" y="4230916"/>
                  </a:lnTo>
                  <a:lnTo>
                    <a:pt x="14998" y="3849979"/>
                  </a:lnTo>
                  <a:lnTo>
                    <a:pt x="458482" y="3880307"/>
                  </a:lnTo>
                  <a:lnTo>
                    <a:pt x="458482" y="3865753"/>
                  </a:lnTo>
                  <a:lnTo>
                    <a:pt x="14998" y="3835425"/>
                  </a:lnTo>
                  <a:lnTo>
                    <a:pt x="14998" y="3454400"/>
                  </a:lnTo>
                  <a:lnTo>
                    <a:pt x="458482" y="3472599"/>
                  </a:lnTo>
                  <a:lnTo>
                    <a:pt x="458482" y="3458006"/>
                  </a:lnTo>
                  <a:lnTo>
                    <a:pt x="14998" y="3439807"/>
                  </a:lnTo>
                  <a:lnTo>
                    <a:pt x="14998" y="3058845"/>
                  </a:lnTo>
                  <a:lnTo>
                    <a:pt x="458482" y="3064916"/>
                  </a:lnTo>
                  <a:lnTo>
                    <a:pt x="458482" y="3050336"/>
                  </a:lnTo>
                  <a:lnTo>
                    <a:pt x="14998" y="3044253"/>
                  </a:lnTo>
                  <a:lnTo>
                    <a:pt x="14998" y="2663266"/>
                  </a:lnTo>
                  <a:lnTo>
                    <a:pt x="458482" y="2657208"/>
                  </a:lnTo>
                  <a:lnTo>
                    <a:pt x="458482" y="2642641"/>
                  </a:lnTo>
                  <a:lnTo>
                    <a:pt x="14998" y="2648686"/>
                  </a:lnTo>
                  <a:lnTo>
                    <a:pt x="14998" y="2267699"/>
                  </a:lnTo>
                  <a:lnTo>
                    <a:pt x="458482" y="2249525"/>
                  </a:lnTo>
                  <a:lnTo>
                    <a:pt x="458482" y="2234946"/>
                  </a:lnTo>
                  <a:lnTo>
                    <a:pt x="14998" y="2253119"/>
                  </a:lnTo>
                  <a:lnTo>
                    <a:pt x="14998" y="1872132"/>
                  </a:lnTo>
                  <a:lnTo>
                    <a:pt x="458482" y="1841830"/>
                  </a:lnTo>
                  <a:lnTo>
                    <a:pt x="458482" y="1827250"/>
                  </a:lnTo>
                  <a:lnTo>
                    <a:pt x="14998" y="1857552"/>
                  </a:lnTo>
                  <a:lnTo>
                    <a:pt x="14998" y="1476578"/>
                  </a:lnTo>
                  <a:lnTo>
                    <a:pt x="458482" y="1434147"/>
                  </a:lnTo>
                  <a:lnTo>
                    <a:pt x="458482" y="1419529"/>
                  </a:lnTo>
                  <a:lnTo>
                    <a:pt x="14998" y="1461960"/>
                  </a:lnTo>
                  <a:lnTo>
                    <a:pt x="14998" y="1081011"/>
                  </a:lnTo>
                  <a:lnTo>
                    <a:pt x="458482" y="1026452"/>
                  </a:lnTo>
                  <a:lnTo>
                    <a:pt x="458482" y="1011821"/>
                  </a:lnTo>
                  <a:lnTo>
                    <a:pt x="14998" y="1066380"/>
                  </a:lnTo>
                  <a:lnTo>
                    <a:pt x="14998" y="768451"/>
                  </a:lnTo>
                  <a:lnTo>
                    <a:pt x="38188" y="705472"/>
                  </a:lnTo>
                  <a:lnTo>
                    <a:pt x="97028" y="673163"/>
                  </a:lnTo>
                  <a:lnTo>
                    <a:pt x="458482" y="618820"/>
                  </a:lnTo>
                  <a:lnTo>
                    <a:pt x="458482" y="604100"/>
                  </a:lnTo>
                  <a:lnTo>
                    <a:pt x="94869" y="658761"/>
                  </a:lnTo>
                  <a:lnTo>
                    <a:pt x="57023" y="671588"/>
                  </a:lnTo>
                  <a:lnTo>
                    <a:pt x="27127" y="695947"/>
                  </a:lnTo>
                  <a:lnTo>
                    <a:pt x="7493" y="729132"/>
                  </a:lnTo>
                  <a:lnTo>
                    <a:pt x="431" y="768451"/>
                  </a:lnTo>
                  <a:lnTo>
                    <a:pt x="431" y="1070952"/>
                  </a:lnTo>
                  <a:lnTo>
                    <a:pt x="0" y="1071499"/>
                  </a:lnTo>
                  <a:lnTo>
                    <a:pt x="431" y="1075042"/>
                  </a:lnTo>
                  <a:lnTo>
                    <a:pt x="431" y="1466227"/>
                  </a:lnTo>
                  <a:lnTo>
                    <a:pt x="76" y="1466659"/>
                  </a:lnTo>
                  <a:lnTo>
                    <a:pt x="431" y="1470418"/>
                  </a:lnTo>
                  <a:lnTo>
                    <a:pt x="431" y="1861540"/>
                  </a:lnTo>
                  <a:lnTo>
                    <a:pt x="177" y="1861832"/>
                  </a:lnTo>
                  <a:lnTo>
                    <a:pt x="431" y="1865579"/>
                  </a:lnTo>
                  <a:lnTo>
                    <a:pt x="431" y="2256815"/>
                  </a:lnTo>
                  <a:lnTo>
                    <a:pt x="279" y="2256980"/>
                  </a:lnTo>
                  <a:lnTo>
                    <a:pt x="431" y="2260790"/>
                  </a:lnTo>
                  <a:lnTo>
                    <a:pt x="431" y="2652090"/>
                  </a:lnTo>
                  <a:lnTo>
                    <a:pt x="431" y="2656154"/>
                  </a:lnTo>
                  <a:lnTo>
                    <a:pt x="431" y="3051340"/>
                  </a:lnTo>
                  <a:lnTo>
                    <a:pt x="368" y="3055366"/>
                  </a:lnTo>
                  <a:lnTo>
                    <a:pt x="431" y="3446691"/>
                  </a:lnTo>
                  <a:lnTo>
                    <a:pt x="279" y="3450539"/>
                  </a:lnTo>
                  <a:lnTo>
                    <a:pt x="431" y="3450704"/>
                  </a:lnTo>
                  <a:lnTo>
                    <a:pt x="431" y="3841966"/>
                  </a:lnTo>
                  <a:lnTo>
                    <a:pt x="177" y="3845687"/>
                  </a:lnTo>
                  <a:lnTo>
                    <a:pt x="431" y="3845979"/>
                  </a:lnTo>
                  <a:lnTo>
                    <a:pt x="431" y="4237266"/>
                  </a:lnTo>
                  <a:lnTo>
                    <a:pt x="88" y="4240860"/>
                  </a:lnTo>
                  <a:lnTo>
                    <a:pt x="431" y="4241279"/>
                  </a:lnTo>
                  <a:lnTo>
                    <a:pt x="431" y="4632490"/>
                  </a:lnTo>
                  <a:lnTo>
                    <a:pt x="0" y="4636008"/>
                  </a:lnTo>
                  <a:lnTo>
                    <a:pt x="431" y="4636567"/>
                  </a:lnTo>
                  <a:lnTo>
                    <a:pt x="431" y="4939055"/>
                  </a:lnTo>
                  <a:lnTo>
                    <a:pt x="7493" y="4978387"/>
                  </a:lnTo>
                  <a:lnTo>
                    <a:pt x="27127" y="5011572"/>
                  </a:lnTo>
                  <a:lnTo>
                    <a:pt x="57023" y="5035918"/>
                  </a:lnTo>
                  <a:lnTo>
                    <a:pt x="94869" y="5048745"/>
                  </a:lnTo>
                  <a:lnTo>
                    <a:pt x="461124" y="5103850"/>
                  </a:lnTo>
                  <a:lnTo>
                    <a:pt x="461746" y="5104460"/>
                  </a:lnTo>
                  <a:lnTo>
                    <a:pt x="465226" y="5104460"/>
                  </a:lnTo>
                  <a:lnTo>
                    <a:pt x="919187" y="5172748"/>
                  </a:lnTo>
                  <a:lnTo>
                    <a:pt x="919797" y="5173345"/>
                  </a:lnTo>
                  <a:lnTo>
                    <a:pt x="923175" y="5173345"/>
                  </a:lnTo>
                  <a:lnTo>
                    <a:pt x="1377238" y="5241645"/>
                  </a:lnTo>
                  <a:lnTo>
                    <a:pt x="1377848" y="5242242"/>
                  </a:lnTo>
                  <a:lnTo>
                    <a:pt x="1381239" y="5242242"/>
                  </a:lnTo>
                  <a:lnTo>
                    <a:pt x="1835315" y="5310543"/>
                  </a:lnTo>
                  <a:lnTo>
                    <a:pt x="1835912" y="5311127"/>
                  </a:lnTo>
                  <a:lnTo>
                    <a:pt x="1839214" y="5311127"/>
                  </a:lnTo>
                  <a:lnTo>
                    <a:pt x="2293378" y="5379440"/>
                  </a:lnTo>
                  <a:lnTo>
                    <a:pt x="2293975" y="5380025"/>
                  </a:lnTo>
                  <a:lnTo>
                    <a:pt x="2297328" y="5380025"/>
                  </a:lnTo>
                  <a:lnTo>
                    <a:pt x="2751417" y="5448325"/>
                  </a:lnTo>
                  <a:lnTo>
                    <a:pt x="2752013" y="5448909"/>
                  </a:lnTo>
                  <a:lnTo>
                    <a:pt x="2755354" y="5448909"/>
                  </a:lnTo>
                  <a:lnTo>
                    <a:pt x="3209455" y="5517210"/>
                  </a:lnTo>
                  <a:lnTo>
                    <a:pt x="3210077" y="5517820"/>
                  </a:lnTo>
                  <a:lnTo>
                    <a:pt x="3213557" y="5517820"/>
                  </a:lnTo>
                  <a:lnTo>
                    <a:pt x="3667506" y="5586095"/>
                  </a:lnTo>
                  <a:lnTo>
                    <a:pt x="3668128" y="5586704"/>
                  </a:lnTo>
                  <a:lnTo>
                    <a:pt x="3671595" y="5586704"/>
                  </a:lnTo>
                  <a:lnTo>
                    <a:pt x="4125544" y="5654980"/>
                  </a:lnTo>
                  <a:lnTo>
                    <a:pt x="4126192" y="5655615"/>
                  </a:lnTo>
                  <a:lnTo>
                    <a:pt x="4129798" y="5655615"/>
                  </a:lnTo>
                  <a:lnTo>
                    <a:pt x="4473638" y="5707329"/>
                  </a:lnTo>
                  <a:lnTo>
                    <a:pt x="4479163" y="5707735"/>
                  </a:lnTo>
                  <a:lnTo>
                    <a:pt x="4484687" y="5707735"/>
                  </a:lnTo>
                  <a:lnTo>
                    <a:pt x="4504258" y="5705995"/>
                  </a:lnTo>
                  <a:lnTo>
                    <a:pt x="4523130" y="5700852"/>
                  </a:lnTo>
                  <a:lnTo>
                    <a:pt x="4539805" y="5692940"/>
                  </a:lnTo>
                  <a:lnTo>
                    <a:pt x="4540859" y="5692445"/>
                  </a:lnTo>
                  <a:lnTo>
                    <a:pt x="4573371" y="5663400"/>
                  </a:lnTo>
                  <a:lnTo>
                    <a:pt x="4592993" y="5620639"/>
                  </a:lnTo>
                  <a:lnTo>
                    <a:pt x="4595571" y="5596826"/>
                  </a:lnTo>
                  <a:lnTo>
                    <a:pt x="4595571" y="5196903"/>
                  </a:lnTo>
                  <a:lnTo>
                    <a:pt x="4595990" y="5193474"/>
                  </a:lnTo>
                  <a:lnTo>
                    <a:pt x="4595571" y="5192941"/>
                  </a:lnTo>
                  <a:lnTo>
                    <a:pt x="4595571" y="4676254"/>
                  </a:lnTo>
                  <a:lnTo>
                    <a:pt x="4595914" y="4672622"/>
                  </a:lnTo>
                  <a:lnTo>
                    <a:pt x="4595571" y="4672215"/>
                  </a:lnTo>
                  <a:lnTo>
                    <a:pt x="4595571" y="4155363"/>
                  </a:lnTo>
                  <a:lnTo>
                    <a:pt x="4595812" y="4151795"/>
                  </a:lnTo>
                  <a:lnTo>
                    <a:pt x="4595571" y="4151528"/>
                  </a:lnTo>
                  <a:lnTo>
                    <a:pt x="4595571" y="3634460"/>
                  </a:lnTo>
                  <a:lnTo>
                    <a:pt x="4595711" y="3630968"/>
                  </a:lnTo>
                  <a:lnTo>
                    <a:pt x="4595571" y="3630828"/>
                  </a:lnTo>
                  <a:lnTo>
                    <a:pt x="4595571" y="3113709"/>
                  </a:lnTo>
                  <a:lnTo>
                    <a:pt x="4595622" y="3110141"/>
                  </a:lnTo>
                  <a:lnTo>
                    <a:pt x="4595571" y="2597416"/>
                  </a:lnTo>
                  <a:lnTo>
                    <a:pt x="4595571" y="2594368"/>
                  </a:lnTo>
                  <a:lnTo>
                    <a:pt x="4595571" y="2076691"/>
                  </a:lnTo>
                  <a:lnTo>
                    <a:pt x="4595711" y="2076538"/>
                  </a:lnTo>
                  <a:lnTo>
                    <a:pt x="4595571" y="2073008"/>
                  </a:lnTo>
                  <a:lnTo>
                    <a:pt x="4595571" y="1555978"/>
                  </a:lnTo>
                  <a:lnTo>
                    <a:pt x="4595812" y="1555699"/>
                  </a:lnTo>
                  <a:lnTo>
                    <a:pt x="4595571" y="1552079"/>
                  </a:lnTo>
                  <a:lnTo>
                    <a:pt x="4595571" y="1035278"/>
                  </a:lnTo>
                  <a:lnTo>
                    <a:pt x="4595901" y="1034872"/>
                  </a:lnTo>
                  <a:lnTo>
                    <a:pt x="4595571" y="1031405"/>
                  </a:lnTo>
                  <a:lnTo>
                    <a:pt x="4595571" y="514578"/>
                  </a:lnTo>
                  <a:lnTo>
                    <a:pt x="4595990" y="514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729893" y="5671220"/>
              <a:ext cx="586740" cy="2286635"/>
            </a:xfrm>
            <a:custGeom>
              <a:avLst/>
              <a:gdLst/>
              <a:ahLst/>
              <a:cxnLst/>
              <a:rect l="l" t="t" r="r" b="b"/>
              <a:pathLst>
                <a:path w="586740" h="2286634">
                  <a:moveTo>
                    <a:pt x="586254" y="2286240"/>
                  </a:moveTo>
                  <a:lnTo>
                    <a:pt x="0" y="2198060"/>
                  </a:lnTo>
                  <a:lnTo>
                    <a:pt x="0" y="0"/>
                  </a:lnTo>
                  <a:lnTo>
                    <a:pt x="586254" y="2729"/>
                  </a:lnTo>
                  <a:lnTo>
                    <a:pt x="586254" y="2286240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722601" y="5663928"/>
              <a:ext cx="601345" cy="2301240"/>
            </a:xfrm>
            <a:custGeom>
              <a:avLst/>
              <a:gdLst/>
              <a:ahLst/>
              <a:cxnLst/>
              <a:rect l="l" t="t" r="r" b="b"/>
              <a:pathLst>
                <a:path w="601344" h="2301240">
                  <a:moveTo>
                    <a:pt x="595503" y="2300724"/>
                  </a:moveTo>
                  <a:lnTo>
                    <a:pt x="592462" y="2300724"/>
                  </a:lnTo>
                  <a:lnTo>
                    <a:pt x="2641" y="2212020"/>
                  </a:lnTo>
                  <a:lnTo>
                    <a:pt x="0" y="2208943"/>
                  </a:lnTo>
                  <a:lnTo>
                    <a:pt x="0" y="5344"/>
                  </a:lnTo>
                  <a:lnTo>
                    <a:pt x="773" y="3485"/>
                  </a:lnTo>
                  <a:lnTo>
                    <a:pt x="3521" y="764"/>
                  </a:lnTo>
                  <a:lnTo>
                    <a:pt x="5362" y="0"/>
                  </a:lnTo>
                  <a:lnTo>
                    <a:pt x="597566" y="2729"/>
                  </a:lnTo>
                  <a:lnTo>
                    <a:pt x="600830" y="6002"/>
                  </a:lnTo>
                  <a:lnTo>
                    <a:pt x="600830" y="14591"/>
                  </a:lnTo>
                  <a:lnTo>
                    <a:pt x="14575" y="14591"/>
                  </a:lnTo>
                  <a:lnTo>
                    <a:pt x="14575" y="2199065"/>
                  </a:lnTo>
                  <a:lnTo>
                    <a:pt x="586254" y="2285057"/>
                  </a:lnTo>
                  <a:lnTo>
                    <a:pt x="600830" y="2285057"/>
                  </a:lnTo>
                  <a:lnTo>
                    <a:pt x="600830" y="2295638"/>
                  </a:lnTo>
                  <a:lnTo>
                    <a:pt x="599905" y="2297665"/>
                  </a:lnTo>
                  <a:lnTo>
                    <a:pt x="596961" y="2300199"/>
                  </a:lnTo>
                  <a:lnTo>
                    <a:pt x="595503" y="2300724"/>
                  </a:lnTo>
                  <a:close/>
                </a:path>
                <a:path w="601344" h="2301240">
                  <a:moveTo>
                    <a:pt x="600830" y="2285057"/>
                  </a:moveTo>
                  <a:lnTo>
                    <a:pt x="586254" y="2285057"/>
                  </a:lnTo>
                  <a:lnTo>
                    <a:pt x="586254" y="17267"/>
                  </a:lnTo>
                  <a:lnTo>
                    <a:pt x="14575" y="14591"/>
                  </a:lnTo>
                  <a:lnTo>
                    <a:pt x="600830" y="14591"/>
                  </a:lnTo>
                  <a:lnTo>
                    <a:pt x="600830" y="2285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46003" y="5162415"/>
              <a:ext cx="586740" cy="2933065"/>
            </a:xfrm>
            <a:custGeom>
              <a:avLst/>
              <a:gdLst/>
              <a:ahLst/>
              <a:cxnLst/>
              <a:rect l="l" t="t" r="r" b="b"/>
              <a:pathLst>
                <a:path w="586740" h="2933065">
                  <a:moveTo>
                    <a:pt x="586254" y="2932831"/>
                  </a:moveTo>
                  <a:lnTo>
                    <a:pt x="0" y="2844651"/>
                  </a:lnTo>
                  <a:lnTo>
                    <a:pt x="0" y="15507"/>
                  </a:lnTo>
                  <a:lnTo>
                    <a:pt x="586254" y="0"/>
                  </a:lnTo>
                  <a:lnTo>
                    <a:pt x="586254" y="2932831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638720" y="5155079"/>
              <a:ext cx="601345" cy="2947670"/>
            </a:xfrm>
            <a:custGeom>
              <a:avLst/>
              <a:gdLst/>
              <a:ahLst/>
              <a:cxnLst/>
              <a:rect l="l" t="t" r="r" b="b"/>
              <a:pathLst>
                <a:path w="601344" h="2947670">
                  <a:moveTo>
                    <a:pt x="595502" y="2947351"/>
                  </a:moveTo>
                  <a:lnTo>
                    <a:pt x="592462" y="2947351"/>
                  </a:lnTo>
                  <a:lnTo>
                    <a:pt x="2641" y="2858655"/>
                  </a:lnTo>
                  <a:lnTo>
                    <a:pt x="0" y="2855578"/>
                  </a:lnTo>
                  <a:lnTo>
                    <a:pt x="0" y="18877"/>
                  </a:lnTo>
                  <a:lnTo>
                    <a:pt x="3148" y="15658"/>
                  </a:lnTo>
                  <a:lnTo>
                    <a:pt x="595031" y="0"/>
                  </a:lnTo>
                  <a:lnTo>
                    <a:pt x="595361" y="0"/>
                  </a:lnTo>
                  <a:lnTo>
                    <a:pt x="597219" y="738"/>
                  </a:lnTo>
                  <a:lnTo>
                    <a:pt x="600029" y="3485"/>
                  </a:lnTo>
                  <a:lnTo>
                    <a:pt x="600830" y="5361"/>
                  </a:lnTo>
                  <a:lnTo>
                    <a:pt x="600830" y="14814"/>
                  </a:lnTo>
                  <a:lnTo>
                    <a:pt x="586254" y="14814"/>
                  </a:lnTo>
                  <a:lnTo>
                    <a:pt x="14575" y="29938"/>
                  </a:lnTo>
                  <a:lnTo>
                    <a:pt x="14575" y="2845709"/>
                  </a:lnTo>
                  <a:lnTo>
                    <a:pt x="586254" y="2931684"/>
                  </a:lnTo>
                  <a:lnTo>
                    <a:pt x="600830" y="2931684"/>
                  </a:lnTo>
                  <a:lnTo>
                    <a:pt x="600830" y="2942264"/>
                  </a:lnTo>
                  <a:lnTo>
                    <a:pt x="599905" y="2944292"/>
                  </a:lnTo>
                  <a:lnTo>
                    <a:pt x="596961" y="2946826"/>
                  </a:lnTo>
                  <a:lnTo>
                    <a:pt x="595502" y="2947351"/>
                  </a:lnTo>
                  <a:close/>
                </a:path>
                <a:path w="601344" h="2947670">
                  <a:moveTo>
                    <a:pt x="600830" y="2931684"/>
                  </a:moveTo>
                  <a:lnTo>
                    <a:pt x="586254" y="2931684"/>
                  </a:lnTo>
                  <a:lnTo>
                    <a:pt x="586254" y="14814"/>
                  </a:lnTo>
                  <a:lnTo>
                    <a:pt x="600830" y="14814"/>
                  </a:lnTo>
                  <a:lnTo>
                    <a:pt x="600830" y="2931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562112" y="4652669"/>
              <a:ext cx="586740" cy="3580765"/>
            </a:xfrm>
            <a:custGeom>
              <a:avLst/>
              <a:gdLst/>
              <a:ahLst/>
              <a:cxnLst/>
              <a:rect l="l" t="t" r="r" b="b"/>
              <a:pathLst>
                <a:path w="586740" h="3580765">
                  <a:moveTo>
                    <a:pt x="586254" y="3580364"/>
                  </a:moveTo>
                  <a:lnTo>
                    <a:pt x="0" y="3492184"/>
                  </a:lnTo>
                  <a:lnTo>
                    <a:pt x="0" y="31770"/>
                  </a:lnTo>
                  <a:lnTo>
                    <a:pt x="586254" y="0"/>
                  </a:lnTo>
                  <a:lnTo>
                    <a:pt x="586254" y="3580364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554820" y="4645271"/>
              <a:ext cx="601345" cy="3595370"/>
            </a:xfrm>
            <a:custGeom>
              <a:avLst/>
              <a:gdLst/>
              <a:ahLst/>
              <a:cxnLst/>
              <a:rect l="l" t="t" r="r" b="b"/>
              <a:pathLst>
                <a:path w="601344" h="3595370">
                  <a:moveTo>
                    <a:pt x="595470" y="3594946"/>
                  </a:moveTo>
                  <a:lnTo>
                    <a:pt x="592462" y="3594946"/>
                  </a:lnTo>
                  <a:lnTo>
                    <a:pt x="2641" y="3506251"/>
                  </a:lnTo>
                  <a:lnTo>
                    <a:pt x="0" y="3503174"/>
                  </a:lnTo>
                  <a:lnTo>
                    <a:pt x="0" y="35300"/>
                  </a:lnTo>
                  <a:lnTo>
                    <a:pt x="3023" y="32099"/>
                  </a:lnTo>
                  <a:lnTo>
                    <a:pt x="595279" y="0"/>
                  </a:lnTo>
                  <a:lnTo>
                    <a:pt x="595094" y="0"/>
                  </a:lnTo>
                  <a:lnTo>
                    <a:pt x="597104" y="711"/>
                  </a:lnTo>
                  <a:lnTo>
                    <a:pt x="599994" y="3467"/>
                  </a:lnTo>
                  <a:lnTo>
                    <a:pt x="600821" y="5379"/>
                  </a:lnTo>
                  <a:lnTo>
                    <a:pt x="600821" y="15080"/>
                  </a:lnTo>
                  <a:lnTo>
                    <a:pt x="586255" y="15080"/>
                  </a:lnTo>
                  <a:lnTo>
                    <a:pt x="14567" y="46068"/>
                  </a:lnTo>
                  <a:lnTo>
                    <a:pt x="14567" y="3493304"/>
                  </a:lnTo>
                  <a:lnTo>
                    <a:pt x="586255" y="3579279"/>
                  </a:lnTo>
                  <a:lnTo>
                    <a:pt x="600821" y="3579279"/>
                  </a:lnTo>
                  <a:lnTo>
                    <a:pt x="600821" y="3589851"/>
                  </a:lnTo>
                  <a:lnTo>
                    <a:pt x="599896" y="3591879"/>
                  </a:lnTo>
                  <a:lnTo>
                    <a:pt x="596953" y="3594413"/>
                  </a:lnTo>
                  <a:lnTo>
                    <a:pt x="595470" y="3594946"/>
                  </a:lnTo>
                  <a:close/>
                </a:path>
                <a:path w="601344" h="3595370">
                  <a:moveTo>
                    <a:pt x="600821" y="3579279"/>
                  </a:moveTo>
                  <a:lnTo>
                    <a:pt x="586255" y="3579279"/>
                  </a:lnTo>
                  <a:lnTo>
                    <a:pt x="586255" y="15080"/>
                  </a:lnTo>
                  <a:lnTo>
                    <a:pt x="600821" y="15080"/>
                  </a:lnTo>
                  <a:lnTo>
                    <a:pt x="600821" y="3579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478223" y="4077052"/>
              <a:ext cx="586740" cy="4293870"/>
            </a:xfrm>
            <a:custGeom>
              <a:avLst/>
              <a:gdLst/>
              <a:ahLst/>
              <a:cxnLst/>
              <a:rect l="l" t="t" r="r" b="b"/>
              <a:pathLst>
                <a:path w="586740" h="4293870">
                  <a:moveTo>
                    <a:pt x="586263" y="4293767"/>
                  </a:moveTo>
                  <a:lnTo>
                    <a:pt x="0" y="4205588"/>
                  </a:lnTo>
                  <a:lnTo>
                    <a:pt x="0" y="48513"/>
                  </a:lnTo>
                  <a:lnTo>
                    <a:pt x="586263" y="0"/>
                  </a:lnTo>
                  <a:lnTo>
                    <a:pt x="586263" y="4293767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470930" y="4069680"/>
              <a:ext cx="601345" cy="4308475"/>
            </a:xfrm>
            <a:custGeom>
              <a:avLst/>
              <a:gdLst/>
              <a:ahLst/>
              <a:cxnLst/>
              <a:rect l="l" t="t" r="r" b="b"/>
              <a:pathLst>
                <a:path w="601344" h="4308475">
                  <a:moveTo>
                    <a:pt x="595535" y="4308332"/>
                  </a:moveTo>
                  <a:lnTo>
                    <a:pt x="592470" y="4308332"/>
                  </a:lnTo>
                  <a:lnTo>
                    <a:pt x="2641" y="4219636"/>
                  </a:lnTo>
                  <a:lnTo>
                    <a:pt x="0" y="4216560"/>
                  </a:lnTo>
                  <a:lnTo>
                    <a:pt x="0" y="52105"/>
                  </a:lnTo>
                  <a:lnTo>
                    <a:pt x="2908" y="48949"/>
                  </a:lnTo>
                  <a:lnTo>
                    <a:pt x="594347" y="0"/>
                  </a:lnTo>
                  <a:lnTo>
                    <a:pt x="594996" y="0"/>
                  </a:lnTo>
                  <a:lnTo>
                    <a:pt x="596997" y="640"/>
                  </a:lnTo>
                  <a:lnTo>
                    <a:pt x="599985" y="3387"/>
                  </a:lnTo>
                  <a:lnTo>
                    <a:pt x="600838" y="5335"/>
                  </a:lnTo>
                  <a:lnTo>
                    <a:pt x="600838" y="15276"/>
                  </a:lnTo>
                  <a:lnTo>
                    <a:pt x="586263" y="15276"/>
                  </a:lnTo>
                  <a:lnTo>
                    <a:pt x="14575" y="62589"/>
                  </a:lnTo>
                  <a:lnTo>
                    <a:pt x="14575" y="4206681"/>
                  </a:lnTo>
                  <a:lnTo>
                    <a:pt x="586263" y="4292665"/>
                  </a:lnTo>
                  <a:lnTo>
                    <a:pt x="600838" y="4292665"/>
                  </a:lnTo>
                  <a:lnTo>
                    <a:pt x="600838" y="4303255"/>
                  </a:lnTo>
                  <a:lnTo>
                    <a:pt x="599913" y="4305282"/>
                  </a:lnTo>
                  <a:lnTo>
                    <a:pt x="596970" y="4307816"/>
                  </a:lnTo>
                  <a:lnTo>
                    <a:pt x="595535" y="4308332"/>
                  </a:lnTo>
                  <a:close/>
                </a:path>
                <a:path w="601344" h="4308475">
                  <a:moveTo>
                    <a:pt x="600838" y="4292665"/>
                  </a:moveTo>
                  <a:lnTo>
                    <a:pt x="586263" y="4292665"/>
                  </a:lnTo>
                  <a:lnTo>
                    <a:pt x="586263" y="15276"/>
                  </a:lnTo>
                  <a:lnTo>
                    <a:pt x="600838" y="15276"/>
                  </a:lnTo>
                  <a:lnTo>
                    <a:pt x="600838" y="4292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74490" y="2838315"/>
              <a:ext cx="4689640" cy="545004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7339" rIns="0" bIns="0" rtlCol="0" vert="horz">
            <a:spAutoFit/>
          </a:bodyPr>
          <a:lstStyle/>
          <a:p>
            <a:pPr marL="522605">
              <a:lnSpc>
                <a:spcPct val="100000"/>
              </a:lnSpc>
              <a:spcBef>
                <a:spcPts val="100"/>
              </a:spcBef>
            </a:pPr>
            <a:r>
              <a:rPr dirty="0" sz="3400" spc="65"/>
              <a:t>Understanding</a:t>
            </a:r>
            <a:r>
              <a:rPr dirty="0" sz="3400" spc="-165"/>
              <a:t> </a:t>
            </a:r>
            <a:r>
              <a:rPr dirty="0" sz="3400" spc="-25"/>
              <a:t>The</a:t>
            </a:r>
            <a:endParaRPr sz="3400"/>
          </a:p>
        </p:txBody>
      </p:sp>
      <p:sp>
        <p:nvSpPr>
          <p:cNvPr id="16" name="object 16" descr=""/>
          <p:cNvSpPr txBox="1"/>
          <p:nvPr/>
        </p:nvSpPr>
        <p:spPr>
          <a:xfrm>
            <a:off x="160238" y="3496816"/>
            <a:ext cx="9009380" cy="5092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6300"/>
              </a:lnSpc>
              <a:spcBef>
                <a:spcPts val="90"/>
              </a:spcBef>
            </a:pPr>
            <a:r>
              <a:rPr dirty="0" sz="7150" spc="170" b="1">
                <a:solidFill>
                  <a:srgbClr val="171717"/>
                </a:solidFill>
                <a:latin typeface="Arial"/>
                <a:cs typeface="Arial"/>
              </a:rPr>
              <a:t>INDIAN</a:t>
            </a:r>
            <a:r>
              <a:rPr dirty="0" sz="7150" spc="-38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150" spc="75" b="1">
                <a:solidFill>
                  <a:srgbClr val="171717"/>
                </a:solidFill>
                <a:latin typeface="Arial"/>
                <a:cs typeface="Arial"/>
              </a:rPr>
              <a:t>STOCK </a:t>
            </a:r>
            <a:r>
              <a:rPr dirty="0" sz="7150" spc="70" b="1">
                <a:solidFill>
                  <a:srgbClr val="171717"/>
                </a:solidFill>
                <a:latin typeface="Arial"/>
                <a:cs typeface="Arial"/>
              </a:rPr>
              <a:t>MARKET</a:t>
            </a:r>
            <a:r>
              <a:rPr dirty="0" sz="7150" spc="-38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150" spc="160" b="1">
                <a:solidFill>
                  <a:srgbClr val="171717"/>
                </a:solidFill>
                <a:latin typeface="Arial"/>
                <a:cs typeface="Arial"/>
              </a:rPr>
              <a:t>ANA</a:t>
            </a:r>
            <a:r>
              <a:rPr dirty="0" sz="7150" spc="-915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7150" spc="-140" b="1">
                <a:solidFill>
                  <a:srgbClr val="171717"/>
                </a:solidFill>
                <a:latin typeface="Arial"/>
                <a:cs typeface="Arial"/>
              </a:rPr>
              <a:t>Y</a:t>
            </a:r>
            <a:r>
              <a:rPr dirty="0" sz="7150" spc="160" b="1">
                <a:solidFill>
                  <a:srgbClr val="171717"/>
                </a:solidFill>
                <a:latin typeface="Arial"/>
                <a:cs typeface="Arial"/>
              </a:rPr>
              <a:t>SI</a:t>
            </a:r>
            <a:r>
              <a:rPr dirty="0" sz="7150" spc="165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7150" spc="-1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150" spc="180" b="1">
                <a:solidFill>
                  <a:srgbClr val="171717"/>
                </a:solidFill>
                <a:latin typeface="Arial"/>
                <a:cs typeface="Arial"/>
              </a:rPr>
              <a:t>USING</a:t>
            </a:r>
            <a:r>
              <a:rPr dirty="0" sz="7150" spc="-40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150" spc="260" b="1">
                <a:solidFill>
                  <a:srgbClr val="171717"/>
                </a:solidFill>
                <a:latin typeface="Arial"/>
                <a:cs typeface="Arial"/>
              </a:rPr>
              <a:t>MICROSOFT </a:t>
            </a:r>
            <a:r>
              <a:rPr dirty="0" sz="7150" spc="-10" b="1">
                <a:solidFill>
                  <a:srgbClr val="171717"/>
                </a:solidFill>
                <a:latin typeface="Arial"/>
                <a:cs typeface="Arial"/>
              </a:rPr>
              <a:t>AZURE</a:t>
            </a:r>
            <a:endParaRPr sz="7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360189" y="1922717"/>
            <a:ext cx="8937625" cy="8364855"/>
            <a:chOff x="9360189" y="1922717"/>
            <a:chExt cx="8937625" cy="83648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51917" y="5440142"/>
              <a:ext cx="5936081" cy="484685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437643" y="5440158"/>
              <a:ext cx="4405630" cy="4580255"/>
            </a:xfrm>
            <a:custGeom>
              <a:avLst/>
              <a:gdLst/>
              <a:ahLst/>
              <a:cxnLst/>
              <a:rect l="l" t="t" r="r" b="b"/>
              <a:pathLst>
                <a:path w="4405630" h="4580255">
                  <a:moveTo>
                    <a:pt x="4405579" y="2910827"/>
                  </a:moveTo>
                  <a:lnTo>
                    <a:pt x="4349801" y="2898864"/>
                  </a:lnTo>
                  <a:lnTo>
                    <a:pt x="4252658" y="2884995"/>
                  </a:lnTo>
                  <a:lnTo>
                    <a:pt x="4154932" y="2871800"/>
                  </a:lnTo>
                  <a:lnTo>
                    <a:pt x="4056634" y="2859278"/>
                  </a:lnTo>
                  <a:lnTo>
                    <a:pt x="3957764" y="2847416"/>
                  </a:lnTo>
                  <a:lnTo>
                    <a:pt x="3858349" y="2836240"/>
                  </a:lnTo>
                  <a:lnTo>
                    <a:pt x="3758400" y="2825724"/>
                  </a:lnTo>
                  <a:lnTo>
                    <a:pt x="3657904" y="2815869"/>
                  </a:lnTo>
                  <a:lnTo>
                    <a:pt x="3556914" y="2806700"/>
                  </a:lnTo>
                  <a:lnTo>
                    <a:pt x="3455416" y="2798203"/>
                  </a:lnTo>
                  <a:lnTo>
                    <a:pt x="3353422" y="2790380"/>
                  </a:lnTo>
                  <a:lnTo>
                    <a:pt x="3250958" y="2783230"/>
                  </a:lnTo>
                  <a:lnTo>
                    <a:pt x="3148025" y="2776766"/>
                  </a:lnTo>
                  <a:lnTo>
                    <a:pt x="3044647" y="2770975"/>
                  </a:lnTo>
                  <a:lnTo>
                    <a:pt x="2940824" y="2765856"/>
                  </a:lnTo>
                  <a:lnTo>
                    <a:pt x="2836570" y="2761424"/>
                  </a:lnTo>
                  <a:lnTo>
                    <a:pt x="2731909" y="2757665"/>
                  </a:lnTo>
                  <a:lnTo>
                    <a:pt x="2626842" y="2754592"/>
                  </a:lnTo>
                  <a:lnTo>
                    <a:pt x="2521381" y="2752191"/>
                  </a:lnTo>
                  <a:lnTo>
                    <a:pt x="2415540" y="2750489"/>
                  </a:lnTo>
                  <a:lnTo>
                    <a:pt x="2309342" y="2749461"/>
                  </a:lnTo>
                  <a:lnTo>
                    <a:pt x="2210866" y="2749156"/>
                  </a:lnTo>
                  <a:lnTo>
                    <a:pt x="2210866" y="3606"/>
                  </a:lnTo>
                  <a:lnTo>
                    <a:pt x="2207260" y="0"/>
                  </a:lnTo>
                  <a:lnTo>
                    <a:pt x="2198344" y="0"/>
                  </a:lnTo>
                  <a:lnTo>
                    <a:pt x="2194737" y="3606"/>
                  </a:lnTo>
                  <a:lnTo>
                    <a:pt x="2194737" y="2749156"/>
                  </a:lnTo>
                  <a:lnTo>
                    <a:pt x="2096223" y="2749461"/>
                  </a:lnTo>
                  <a:lnTo>
                    <a:pt x="1990013" y="2750489"/>
                  </a:lnTo>
                  <a:lnTo>
                    <a:pt x="1884184" y="2752191"/>
                  </a:lnTo>
                  <a:lnTo>
                    <a:pt x="1778723" y="2754592"/>
                  </a:lnTo>
                  <a:lnTo>
                    <a:pt x="1673656" y="2757665"/>
                  </a:lnTo>
                  <a:lnTo>
                    <a:pt x="1568983" y="2761424"/>
                  </a:lnTo>
                  <a:lnTo>
                    <a:pt x="1464741" y="2765856"/>
                  </a:lnTo>
                  <a:lnTo>
                    <a:pt x="1360919" y="2770975"/>
                  </a:lnTo>
                  <a:lnTo>
                    <a:pt x="1257528" y="2776766"/>
                  </a:lnTo>
                  <a:lnTo>
                    <a:pt x="1154607" y="2783230"/>
                  </a:lnTo>
                  <a:lnTo>
                    <a:pt x="1052131" y="2790380"/>
                  </a:lnTo>
                  <a:lnTo>
                    <a:pt x="950150" y="2798203"/>
                  </a:lnTo>
                  <a:lnTo>
                    <a:pt x="848652" y="2806700"/>
                  </a:lnTo>
                  <a:lnTo>
                    <a:pt x="747649" y="2815869"/>
                  </a:lnTo>
                  <a:lnTo>
                    <a:pt x="647179" y="2825724"/>
                  </a:lnTo>
                  <a:lnTo>
                    <a:pt x="547217" y="2836240"/>
                  </a:lnTo>
                  <a:lnTo>
                    <a:pt x="447802" y="2847416"/>
                  </a:lnTo>
                  <a:lnTo>
                    <a:pt x="348932" y="2859278"/>
                  </a:lnTo>
                  <a:lnTo>
                    <a:pt x="250634" y="2871800"/>
                  </a:lnTo>
                  <a:lnTo>
                    <a:pt x="152908" y="2884995"/>
                  </a:lnTo>
                  <a:lnTo>
                    <a:pt x="55778" y="2898864"/>
                  </a:lnTo>
                  <a:lnTo>
                    <a:pt x="3022" y="2906699"/>
                  </a:lnTo>
                  <a:lnTo>
                    <a:pt x="0" y="2910827"/>
                  </a:lnTo>
                  <a:lnTo>
                    <a:pt x="1320" y="2919653"/>
                  </a:lnTo>
                  <a:lnTo>
                    <a:pt x="5549" y="2922727"/>
                  </a:lnTo>
                  <a:lnTo>
                    <a:pt x="106553" y="2907817"/>
                  </a:lnTo>
                  <a:lnTo>
                    <a:pt x="203873" y="2894304"/>
                  </a:lnTo>
                  <a:lnTo>
                    <a:pt x="301777" y="2881452"/>
                  </a:lnTo>
                  <a:lnTo>
                    <a:pt x="400253" y="2869273"/>
                  </a:lnTo>
                  <a:lnTo>
                    <a:pt x="499287" y="2857766"/>
                  </a:lnTo>
                  <a:lnTo>
                    <a:pt x="598855" y="2846933"/>
                  </a:lnTo>
                  <a:lnTo>
                    <a:pt x="698969" y="2836761"/>
                  </a:lnTo>
                  <a:lnTo>
                    <a:pt x="799604" y="2827261"/>
                  </a:lnTo>
                  <a:lnTo>
                    <a:pt x="900734" y="2818434"/>
                  </a:lnTo>
                  <a:lnTo>
                    <a:pt x="1002372" y="2810294"/>
                  </a:lnTo>
                  <a:lnTo>
                    <a:pt x="1104493" y="2802813"/>
                  </a:lnTo>
                  <a:lnTo>
                    <a:pt x="1207084" y="2796019"/>
                  </a:lnTo>
                  <a:lnTo>
                    <a:pt x="1310119" y="2789885"/>
                  </a:lnTo>
                  <a:lnTo>
                    <a:pt x="1413611" y="2784437"/>
                  </a:lnTo>
                  <a:lnTo>
                    <a:pt x="1517548" y="2779674"/>
                  </a:lnTo>
                  <a:lnTo>
                    <a:pt x="1621891" y="2775585"/>
                  </a:lnTo>
                  <a:lnTo>
                    <a:pt x="1726641" y="2772168"/>
                  </a:lnTo>
                  <a:lnTo>
                    <a:pt x="1831797" y="2769438"/>
                  </a:lnTo>
                  <a:lnTo>
                    <a:pt x="1937334" y="2767393"/>
                  </a:lnTo>
                  <a:lnTo>
                    <a:pt x="2043252" y="2766022"/>
                  </a:lnTo>
                  <a:lnTo>
                    <a:pt x="2149513" y="2765336"/>
                  </a:lnTo>
                  <a:lnTo>
                    <a:pt x="2194737" y="2765336"/>
                  </a:lnTo>
                  <a:lnTo>
                    <a:pt x="2194737" y="3788702"/>
                  </a:lnTo>
                  <a:lnTo>
                    <a:pt x="2146643" y="3788892"/>
                  </a:lnTo>
                  <a:lnTo>
                    <a:pt x="2090661" y="3789578"/>
                  </a:lnTo>
                  <a:lnTo>
                    <a:pt x="2034857" y="3790734"/>
                  </a:lnTo>
                  <a:lnTo>
                    <a:pt x="1979282" y="3792334"/>
                  </a:lnTo>
                  <a:lnTo>
                    <a:pt x="1923935" y="3794379"/>
                  </a:lnTo>
                  <a:lnTo>
                    <a:pt x="1868843" y="3796881"/>
                  </a:lnTo>
                  <a:lnTo>
                    <a:pt x="1814029" y="3799827"/>
                  </a:lnTo>
                  <a:lnTo>
                    <a:pt x="1759521" y="3803205"/>
                  </a:lnTo>
                  <a:lnTo>
                    <a:pt x="1705330" y="3807028"/>
                  </a:lnTo>
                  <a:lnTo>
                    <a:pt x="1651482" y="3811295"/>
                  </a:lnTo>
                  <a:lnTo>
                    <a:pt x="1598002" y="3815994"/>
                  </a:lnTo>
                  <a:lnTo>
                    <a:pt x="1544916" y="3821112"/>
                  </a:lnTo>
                  <a:lnTo>
                    <a:pt x="1492237" y="3826662"/>
                  </a:lnTo>
                  <a:lnTo>
                    <a:pt x="1440002" y="3832644"/>
                  </a:lnTo>
                  <a:lnTo>
                    <a:pt x="1388211" y="3839045"/>
                  </a:lnTo>
                  <a:lnTo>
                    <a:pt x="1336903" y="3845864"/>
                  </a:lnTo>
                  <a:lnTo>
                    <a:pt x="1286090" y="3853103"/>
                  </a:lnTo>
                  <a:lnTo>
                    <a:pt x="1235798" y="3860762"/>
                  </a:lnTo>
                  <a:lnTo>
                    <a:pt x="1186053" y="3868826"/>
                  </a:lnTo>
                  <a:lnTo>
                    <a:pt x="1136878" y="3877297"/>
                  </a:lnTo>
                  <a:lnTo>
                    <a:pt x="1088288" y="3886174"/>
                  </a:lnTo>
                  <a:lnTo>
                    <a:pt x="1040307" y="3895445"/>
                  </a:lnTo>
                  <a:lnTo>
                    <a:pt x="992949" y="3905123"/>
                  </a:lnTo>
                  <a:lnTo>
                    <a:pt x="946264" y="3915206"/>
                  </a:lnTo>
                  <a:lnTo>
                    <a:pt x="900239" y="3925671"/>
                  </a:lnTo>
                  <a:lnTo>
                    <a:pt x="854925" y="3936530"/>
                  </a:lnTo>
                  <a:lnTo>
                    <a:pt x="810323" y="3947782"/>
                  </a:lnTo>
                  <a:lnTo>
                    <a:pt x="766470" y="3959415"/>
                  </a:lnTo>
                  <a:lnTo>
                    <a:pt x="723379" y="3971442"/>
                  </a:lnTo>
                  <a:lnTo>
                    <a:pt x="676808" y="3985107"/>
                  </a:lnTo>
                  <a:lnTo>
                    <a:pt x="674382" y="3989603"/>
                  </a:lnTo>
                  <a:lnTo>
                    <a:pt x="676948" y="3998163"/>
                  </a:lnTo>
                  <a:lnTo>
                    <a:pt x="681456" y="4000576"/>
                  </a:lnTo>
                  <a:lnTo>
                    <a:pt x="727862" y="3986923"/>
                  </a:lnTo>
                  <a:lnTo>
                    <a:pt x="770801" y="3974960"/>
                  </a:lnTo>
                  <a:lnTo>
                    <a:pt x="814501" y="3963365"/>
                  </a:lnTo>
                  <a:lnTo>
                    <a:pt x="858951" y="3952151"/>
                  </a:lnTo>
                  <a:lnTo>
                    <a:pt x="904125" y="3941330"/>
                  </a:lnTo>
                  <a:lnTo>
                    <a:pt x="949985" y="3930891"/>
                  </a:lnTo>
                  <a:lnTo>
                    <a:pt x="996530" y="3920858"/>
                  </a:lnTo>
                  <a:lnTo>
                    <a:pt x="1043724" y="3911206"/>
                  </a:lnTo>
                  <a:lnTo>
                    <a:pt x="1091552" y="3901960"/>
                  </a:lnTo>
                  <a:lnTo>
                    <a:pt x="1139990" y="3893121"/>
                  </a:lnTo>
                  <a:lnTo>
                    <a:pt x="1189012" y="3884676"/>
                  </a:lnTo>
                  <a:lnTo>
                    <a:pt x="1238605" y="3876649"/>
                  </a:lnTo>
                  <a:lnTo>
                    <a:pt x="1288732" y="3869017"/>
                  </a:lnTo>
                  <a:lnTo>
                    <a:pt x="1339392" y="3861803"/>
                  </a:lnTo>
                  <a:lnTo>
                    <a:pt x="1390548" y="3855008"/>
                  </a:lnTo>
                  <a:lnTo>
                    <a:pt x="1442173" y="3848633"/>
                  </a:lnTo>
                  <a:lnTo>
                    <a:pt x="1494269" y="3842677"/>
                  </a:lnTo>
                  <a:lnTo>
                    <a:pt x="1546783" y="3837140"/>
                  </a:lnTo>
                  <a:lnTo>
                    <a:pt x="1599717" y="3832034"/>
                  </a:lnTo>
                  <a:lnTo>
                    <a:pt x="1653032" y="3827348"/>
                  </a:lnTo>
                  <a:lnTo>
                    <a:pt x="1706727" y="3823106"/>
                  </a:lnTo>
                  <a:lnTo>
                    <a:pt x="1760753" y="3819296"/>
                  </a:lnTo>
                  <a:lnTo>
                    <a:pt x="1815109" y="3815918"/>
                  </a:lnTo>
                  <a:lnTo>
                    <a:pt x="1869770" y="3812984"/>
                  </a:lnTo>
                  <a:lnTo>
                    <a:pt x="1924697" y="3810495"/>
                  </a:lnTo>
                  <a:lnTo>
                    <a:pt x="1979891" y="3808450"/>
                  </a:lnTo>
                  <a:lnTo>
                    <a:pt x="2035314" y="3806863"/>
                  </a:lnTo>
                  <a:lnTo>
                    <a:pt x="2090953" y="3805720"/>
                  </a:lnTo>
                  <a:lnTo>
                    <a:pt x="2146782" y="3805034"/>
                  </a:lnTo>
                  <a:lnTo>
                    <a:pt x="2194737" y="3804843"/>
                  </a:lnTo>
                  <a:lnTo>
                    <a:pt x="2194737" y="4576292"/>
                  </a:lnTo>
                  <a:lnTo>
                    <a:pt x="2198344" y="4579899"/>
                  </a:lnTo>
                  <a:lnTo>
                    <a:pt x="2202802" y="4579899"/>
                  </a:lnTo>
                  <a:lnTo>
                    <a:pt x="2207260" y="4579899"/>
                  </a:lnTo>
                  <a:lnTo>
                    <a:pt x="2210866" y="4576292"/>
                  </a:lnTo>
                  <a:lnTo>
                    <a:pt x="2210866" y="3804843"/>
                  </a:lnTo>
                  <a:lnTo>
                    <a:pt x="2258784" y="3805034"/>
                  </a:lnTo>
                  <a:lnTo>
                    <a:pt x="2314613" y="3805720"/>
                  </a:lnTo>
                  <a:lnTo>
                    <a:pt x="2370251" y="3806863"/>
                  </a:lnTo>
                  <a:lnTo>
                    <a:pt x="2425674" y="3808450"/>
                  </a:lnTo>
                  <a:lnTo>
                    <a:pt x="2480868" y="3810495"/>
                  </a:lnTo>
                  <a:lnTo>
                    <a:pt x="2535796" y="3812984"/>
                  </a:lnTo>
                  <a:lnTo>
                    <a:pt x="2590457" y="3815918"/>
                  </a:lnTo>
                  <a:lnTo>
                    <a:pt x="2644813" y="3819296"/>
                  </a:lnTo>
                  <a:lnTo>
                    <a:pt x="2698839" y="3823106"/>
                  </a:lnTo>
                  <a:lnTo>
                    <a:pt x="2752521" y="3827348"/>
                  </a:lnTo>
                  <a:lnTo>
                    <a:pt x="2805849" y="3832034"/>
                  </a:lnTo>
                  <a:lnTo>
                    <a:pt x="2858782" y="3837140"/>
                  </a:lnTo>
                  <a:lnTo>
                    <a:pt x="2911297" y="3842677"/>
                  </a:lnTo>
                  <a:lnTo>
                    <a:pt x="2963380" y="3848633"/>
                  </a:lnTo>
                  <a:lnTo>
                    <a:pt x="3015018" y="3855008"/>
                  </a:lnTo>
                  <a:lnTo>
                    <a:pt x="3066173" y="3861803"/>
                  </a:lnTo>
                  <a:lnTo>
                    <a:pt x="3116834" y="3869017"/>
                  </a:lnTo>
                  <a:lnTo>
                    <a:pt x="3166961" y="3876649"/>
                  </a:lnTo>
                  <a:lnTo>
                    <a:pt x="3216554" y="3884676"/>
                  </a:lnTo>
                  <a:lnTo>
                    <a:pt x="3265576" y="3893121"/>
                  </a:lnTo>
                  <a:lnTo>
                    <a:pt x="3314014" y="3901960"/>
                  </a:lnTo>
                  <a:lnTo>
                    <a:pt x="3361842" y="3911206"/>
                  </a:lnTo>
                  <a:lnTo>
                    <a:pt x="3409035" y="3920858"/>
                  </a:lnTo>
                  <a:lnTo>
                    <a:pt x="3455581" y="3930891"/>
                  </a:lnTo>
                  <a:lnTo>
                    <a:pt x="3501453" y="3941330"/>
                  </a:lnTo>
                  <a:lnTo>
                    <a:pt x="3546614" y="3952151"/>
                  </a:lnTo>
                  <a:lnTo>
                    <a:pt x="3591064" y="3963365"/>
                  </a:lnTo>
                  <a:lnTo>
                    <a:pt x="3634778" y="3974960"/>
                  </a:lnTo>
                  <a:lnTo>
                    <a:pt x="3677716" y="3986923"/>
                  </a:lnTo>
                  <a:lnTo>
                    <a:pt x="3720642" y="3999522"/>
                  </a:lnTo>
                  <a:lnTo>
                    <a:pt x="3722192" y="3999623"/>
                  </a:lnTo>
                  <a:lnTo>
                    <a:pt x="3725672" y="3999623"/>
                  </a:lnTo>
                  <a:lnTo>
                    <a:pt x="3728872" y="3997375"/>
                  </a:lnTo>
                  <a:lnTo>
                    <a:pt x="3731209" y="3989603"/>
                  </a:lnTo>
                  <a:lnTo>
                    <a:pt x="3728783" y="3985120"/>
                  </a:lnTo>
                  <a:lnTo>
                    <a:pt x="3682212" y="3971442"/>
                  </a:lnTo>
                  <a:lnTo>
                    <a:pt x="3639121" y="3959415"/>
                  </a:lnTo>
                  <a:lnTo>
                    <a:pt x="3595268" y="3947782"/>
                  </a:lnTo>
                  <a:lnTo>
                    <a:pt x="3550666" y="3936530"/>
                  </a:lnTo>
                  <a:lnTo>
                    <a:pt x="3505339" y="3925671"/>
                  </a:lnTo>
                  <a:lnTo>
                    <a:pt x="3459327" y="3915206"/>
                  </a:lnTo>
                  <a:lnTo>
                    <a:pt x="3412629" y="3905123"/>
                  </a:lnTo>
                  <a:lnTo>
                    <a:pt x="3365284" y="3895445"/>
                  </a:lnTo>
                  <a:lnTo>
                    <a:pt x="3317303" y="3886174"/>
                  </a:lnTo>
                  <a:lnTo>
                    <a:pt x="3268713" y="3877297"/>
                  </a:lnTo>
                  <a:lnTo>
                    <a:pt x="3219526" y="3868826"/>
                  </a:lnTo>
                  <a:lnTo>
                    <a:pt x="3169780" y="3860762"/>
                  </a:lnTo>
                  <a:lnTo>
                    <a:pt x="3119488" y="3853103"/>
                  </a:lnTo>
                  <a:lnTo>
                    <a:pt x="3068688" y="3845864"/>
                  </a:lnTo>
                  <a:lnTo>
                    <a:pt x="3017367" y="3839045"/>
                  </a:lnTo>
                  <a:lnTo>
                    <a:pt x="2965577" y="3832644"/>
                  </a:lnTo>
                  <a:lnTo>
                    <a:pt x="2913342" y="3826662"/>
                  </a:lnTo>
                  <a:lnTo>
                    <a:pt x="2860662" y="3821112"/>
                  </a:lnTo>
                  <a:lnTo>
                    <a:pt x="2807576" y="3815994"/>
                  </a:lnTo>
                  <a:lnTo>
                    <a:pt x="2754096" y="3811295"/>
                  </a:lnTo>
                  <a:lnTo>
                    <a:pt x="2700248" y="3807028"/>
                  </a:lnTo>
                  <a:lnTo>
                    <a:pt x="2646057" y="3803205"/>
                  </a:lnTo>
                  <a:lnTo>
                    <a:pt x="2591549" y="3799827"/>
                  </a:lnTo>
                  <a:lnTo>
                    <a:pt x="2536736" y="3796881"/>
                  </a:lnTo>
                  <a:lnTo>
                    <a:pt x="2481643" y="3794379"/>
                  </a:lnTo>
                  <a:lnTo>
                    <a:pt x="2426297" y="3792334"/>
                  </a:lnTo>
                  <a:lnTo>
                    <a:pt x="2370721" y="3790734"/>
                  </a:lnTo>
                  <a:lnTo>
                    <a:pt x="2314930" y="3789578"/>
                  </a:lnTo>
                  <a:lnTo>
                    <a:pt x="2258936" y="3788892"/>
                  </a:lnTo>
                  <a:lnTo>
                    <a:pt x="2210866" y="3788702"/>
                  </a:lnTo>
                  <a:lnTo>
                    <a:pt x="2210866" y="2765336"/>
                  </a:lnTo>
                  <a:lnTo>
                    <a:pt x="2256040" y="2765336"/>
                  </a:lnTo>
                  <a:lnTo>
                    <a:pt x="2362314" y="2766022"/>
                  </a:lnTo>
                  <a:lnTo>
                    <a:pt x="2468219" y="2767393"/>
                  </a:lnTo>
                  <a:lnTo>
                    <a:pt x="2573756" y="2769438"/>
                  </a:lnTo>
                  <a:lnTo>
                    <a:pt x="2678912" y="2772168"/>
                  </a:lnTo>
                  <a:lnTo>
                    <a:pt x="2783675" y="2775585"/>
                  </a:lnTo>
                  <a:lnTo>
                    <a:pt x="2888018" y="2779674"/>
                  </a:lnTo>
                  <a:lnTo>
                    <a:pt x="2991942" y="2784437"/>
                  </a:lnTo>
                  <a:lnTo>
                    <a:pt x="3095434" y="2789885"/>
                  </a:lnTo>
                  <a:lnTo>
                    <a:pt x="3198482" y="2796019"/>
                  </a:lnTo>
                  <a:lnTo>
                    <a:pt x="3301073" y="2802813"/>
                  </a:lnTo>
                  <a:lnTo>
                    <a:pt x="3403193" y="2810294"/>
                  </a:lnTo>
                  <a:lnTo>
                    <a:pt x="3504819" y="2818434"/>
                  </a:lnTo>
                  <a:lnTo>
                    <a:pt x="3605961" y="2827261"/>
                  </a:lnTo>
                  <a:lnTo>
                    <a:pt x="3706596" y="2836761"/>
                  </a:lnTo>
                  <a:lnTo>
                    <a:pt x="3806710" y="2846933"/>
                  </a:lnTo>
                  <a:lnTo>
                    <a:pt x="3906278" y="2857766"/>
                  </a:lnTo>
                  <a:lnTo>
                    <a:pt x="4005313" y="2869273"/>
                  </a:lnTo>
                  <a:lnTo>
                    <a:pt x="4103789" y="2881452"/>
                  </a:lnTo>
                  <a:lnTo>
                    <a:pt x="4201693" y="2894304"/>
                  </a:lnTo>
                  <a:lnTo>
                    <a:pt x="4299026" y="2907817"/>
                  </a:lnTo>
                  <a:lnTo>
                    <a:pt x="4396968" y="2922092"/>
                  </a:lnTo>
                  <a:lnTo>
                    <a:pt x="4400880" y="2922092"/>
                  </a:lnTo>
                  <a:lnTo>
                    <a:pt x="4404322" y="2919222"/>
                  </a:lnTo>
                  <a:lnTo>
                    <a:pt x="4405579" y="2910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5306" y="5440231"/>
              <a:ext cx="4533714" cy="255308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583217" y="5048871"/>
              <a:ext cx="2705100" cy="2816860"/>
            </a:xfrm>
            <a:custGeom>
              <a:avLst/>
              <a:gdLst/>
              <a:ahLst/>
              <a:cxnLst/>
              <a:rect l="l" t="t" r="r" b="b"/>
              <a:pathLst>
                <a:path w="2705100" h="2816859">
                  <a:moveTo>
                    <a:pt x="2704769" y="0"/>
                  </a:moveTo>
                  <a:lnTo>
                    <a:pt x="151485" y="746671"/>
                  </a:lnTo>
                  <a:lnTo>
                    <a:pt x="109207" y="764095"/>
                  </a:lnTo>
                  <a:lnTo>
                    <a:pt x="72745" y="789292"/>
                  </a:lnTo>
                  <a:lnTo>
                    <a:pt x="42849" y="821016"/>
                  </a:lnTo>
                  <a:lnTo>
                    <a:pt x="20256" y="858037"/>
                  </a:lnTo>
                  <a:lnTo>
                    <a:pt x="5727" y="899147"/>
                  </a:lnTo>
                  <a:lnTo>
                    <a:pt x="0" y="943114"/>
                  </a:lnTo>
                  <a:lnTo>
                    <a:pt x="3835" y="988707"/>
                  </a:lnTo>
                  <a:lnTo>
                    <a:pt x="323049" y="2645854"/>
                  </a:lnTo>
                  <a:lnTo>
                    <a:pt x="338061" y="2693085"/>
                  </a:lnTo>
                  <a:lnTo>
                    <a:pt x="362902" y="2734399"/>
                  </a:lnTo>
                  <a:lnTo>
                    <a:pt x="396011" y="2768587"/>
                  </a:lnTo>
                  <a:lnTo>
                    <a:pt x="435851" y="2794470"/>
                  </a:lnTo>
                  <a:lnTo>
                    <a:pt x="480885" y="2810878"/>
                  </a:lnTo>
                  <a:lnTo>
                    <a:pt x="529577" y="2816618"/>
                  </a:lnTo>
                  <a:lnTo>
                    <a:pt x="534504" y="2816618"/>
                  </a:lnTo>
                  <a:lnTo>
                    <a:pt x="539483" y="2816441"/>
                  </a:lnTo>
                  <a:lnTo>
                    <a:pt x="797839" y="2799969"/>
                  </a:lnTo>
                  <a:lnTo>
                    <a:pt x="2704769" y="2678684"/>
                  </a:lnTo>
                  <a:lnTo>
                    <a:pt x="2704769" y="2670581"/>
                  </a:lnTo>
                  <a:lnTo>
                    <a:pt x="2704769" y="2662517"/>
                  </a:lnTo>
                  <a:lnTo>
                    <a:pt x="2704769" y="16802"/>
                  </a:lnTo>
                  <a:lnTo>
                    <a:pt x="2704769" y="8382"/>
                  </a:lnTo>
                  <a:lnTo>
                    <a:pt x="27047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488923" y="5055118"/>
              <a:ext cx="2799080" cy="2830195"/>
            </a:xfrm>
            <a:custGeom>
              <a:avLst/>
              <a:gdLst/>
              <a:ahLst/>
              <a:cxnLst/>
              <a:rect l="l" t="t" r="r" b="b"/>
              <a:pathLst>
                <a:path w="2799080" h="2830195">
                  <a:moveTo>
                    <a:pt x="535501" y="2829689"/>
                  </a:moveTo>
                  <a:lnTo>
                    <a:pt x="485601" y="2827047"/>
                  </a:lnTo>
                  <a:lnTo>
                    <a:pt x="439191" y="2812800"/>
                  </a:lnTo>
                  <a:lnTo>
                    <a:pt x="397975" y="2788260"/>
                  </a:lnTo>
                  <a:lnTo>
                    <a:pt x="363656" y="2754735"/>
                  </a:lnTo>
                  <a:lnTo>
                    <a:pt x="337939" y="2713536"/>
                  </a:lnTo>
                  <a:lnTo>
                    <a:pt x="322526" y="2665972"/>
                  </a:lnTo>
                  <a:lnTo>
                    <a:pt x="3308" y="1008822"/>
                  </a:lnTo>
                  <a:lnTo>
                    <a:pt x="0" y="957985"/>
                  </a:lnTo>
                  <a:lnTo>
                    <a:pt x="9055" y="909384"/>
                  </a:lnTo>
                  <a:lnTo>
                    <a:pt x="29293" y="864956"/>
                  </a:lnTo>
                  <a:lnTo>
                    <a:pt x="59532" y="826637"/>
                  </a:lnTo>
                  <a:lnTo>
                    <a:pt x="98591" y="796362"/>
                  </a:lnTo>
                  <a:lnTo>
                    <a:pt x="145289" y="776068"/>
                  </a:lnTo>
                  <a:lnTo>
                    <a:pt x="2799074" y="0"/>
                  </a:lnTo>
                  <a:lnTo>
                    <a:pt x="2799074" y="2670370"/>
                  </a:lnTo>
                  <a:lnTo>
                    <a:pt x="535501" y="2829689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480449" y="5046725"/>
              <a:ext cx="2807970" cy="2846705"/>
            </a:xfrm>
            <a:custGeom>
              <a:avLst/>
              <a:gdLst/>
              <a:ahLst/>
              <a:cxnLst/>
              <a:rect l="l" t="t" r="r" b="b"/>
              <a:pathLst>
                <a:path w="2807969" h="2846704">
                  <a:moveTo>
                    <a:pt x="2807538" y="0"/>
                  </a:moveTo>
                  <a:lnTo>
                    <a:pt x="151485" y="776732"/>
                  </a:lnTo>
                  <a:lnTo>
                    <a:pt x="109207" y="794169"/>
                  </a:lnTo>
                  <a:lnTo>
                    <a:pt x="72745" y="819353"/>
                  </a:lnTo>
                  <a:lnTo>
                    <a:pt x="42849" y="851077"/>
                  </a:lnTo>
                  <a:lnTo>
                    <a:pt x="20256" y="888111"/>
                  </a:lnTo>
                  <a:lnTo>
                    <a:pt x="5727" y="929220"/>
                  </a:lnTo>
                  <a:lnTo>
                    <a:pt x="0" y="973175"/>
                  </a:lnTo>
                  <a:lnTo>
                    <a:pt x="3835" y="1018768"/>
                  </a:lnTo>
                  <a:lnTo>
                    <a:pt x="99390" y="1514805"/>
                  </a:lnTo>
                  <a:lnTo>
                    <a:pt x="99301" y="1514944"/>
                  </a:lnTo>
                  <a:lnTo>
                    <a:pt x="100190" y="1518945"/>
                  </a:lnTo>
                  <a:lnTo>
                    <a:pt x="323075" y="2675915"/>
                  </a:lnTo>
                  <a:lnTo>
                    <a:pt x="338086" y="2723146"/>
                  </a:lnTo>
                  <a:lnTo>
                    <a:pt x="362927" y="2764459"/>
                  </a:lnTo>
                  <a:lnTo>
                    <a:pt x="396049" y="2798648"/>
                  </a:lnTo>
                  <a:lnTo>
                    <a:pt x="435902" y="2824530"/>
                  </a:lnTo>
                  <a:lnTo>
                    <a:pt x="480961" y="2840939"/>
                  </a:lnTo>
                  <a:lnTo>
                    <a:pt x="529666" y="2846667"/>
                  </a:lnTo>
                  <a:lnTo>
                    <a:pt x="534606" y="2846667"/>
                  </a:lnTo>
                  <a:lnTo>
                    <a:pt x="539572" y="2846489"/>
                  </a:lnTo>
                  <a:lnTo>
                    <a:pt x="773315" y="2830042"/>
                  </a:lnTo>
                  <a:lnTo>
                    <a:pt x="2807538" y="2686862"/>
                  </a:lnTo>
                  <a:lnTo>
                    <a:pt x="2807538" y="2670683"/>
                  </a:lnTo>
                  <a:lnTo>
                    <a:pt x="543394" y="2830042"/>
                  </a:lnTo>
                  <a:lnTo>
                    <a:pt x="495566" y="2827566"/>
                  </a:lnTo>
                  <a:lnTo>
                    <a:pt x="451027" y="2813888"/>
                  </a:lnTo>
                  <a:lnTo>
                    <a:pt x="411429" y="2790304"/>
                  </a:lnTo>
                  <a:lnTo>
                    <a:pt x="378447" y="2758071"/>
                  </a:lnTo>
                  <a:lnTo>
                    <a:pt x="353720" y="2718498"/>
                  </a:lnTo>
                  <a:lnTo>
                    <a:pt x="338924" y="2672854"/>
                  </a:lnTo>
                  <a:lnTo>
                    <a:pt x="117538" y="1523682"/>
                  </a:lnTo>
                  <a:lnTo>
                    <a:pt x="2807538" y="927912"/>
                  </a:lnTo>
                  <a:lnTo>
                    <a:pt x="2807538" y="911364"/>
                  </a:lnTo>
                  <a:lnTo>
                    <a:pt x="114490" y="1507871"/>
                  </a:lnTo>
                  <a:lnTo>
                    <a:pt x="19685" y="1015707"/>
                  </a:lnTo>
                  <a:lnTo>
                    <a:pt x="16433" y="966711"/>
                  </a:lnTo>
                  <a:lnTo>
                    <a:pt x="25031" y="920013"/>
                  </a:lnTo>
                  <a:lnTo>
                    <a:pt x="44399" y="877417"/>
                  </a:lnTo>
                  <a:lnTo>
                    <a:pt x="73406" y="840714"/>
                  </a:lnTo>
                  <a:lnTo>
                    <a:pt x="110985" y="811720"/>
                  </a:lnTo>
                  <a:lnTo>
                    <a:pt x="156019" y="792213"/>
                  </a:lnTo>
                  <a:lnTo>
                    <a:pt x="2807538" y="16802"/>
                  </a:lnTo>
                  <a:lnTo>
                    <a:pt x="28075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985207" y="6320847"/>
              <a:ext cx="302895" cy="504825"/>
            </a:xfrm>
            <a:custGeom>
              <a:avLst/>
              <a:gdLst/>
              <a:ahLst/>
              <a:cxnLst/>
              <a:rect l="l" t="t" r="r" b="b"/>
              <a:pathLst>
                <a:path w="302894" h="504825">
                  <a:moveTo>
                    <a:pt x="160900" y="504443"/>
                  </a:moveTo>
                  <a:lnTo>
                    <a:pt x="90993" y="487329"/>
                  </a:lnTo>
                  <a:lnTo>
                    <a:pt x="51892" y="426875"/>
                  </a:lnTo>
                  <a:lnTo>
                    <a:pt x="6" y="165611"/>
                  </a:lnTo>
                  <a:lnTo>
                    <a:pt x="0" y="127527"/>
                  </a:lnTo>
                  <a:lnTo>
                    <a:pt x="13894" y="93450"/>
                  </a:lnTo>
                  <a:lnTo>
                    <a:pt x="39391" y="66922"/>
                  </a:lnTo>
                  <a:lnTo>
                    <a:pt x="74191" y="51485"/>
                  </a:lnTo>
                  <a:lnTo>
                    <a:pt x="302791" y="0"/>
                  </a:lnTo>
                  <a:lnTo>
                    <a:pt x="302791" y="484691"/>
                  </a:lnTo>
                  <a:lnTo>
                    <a:pt x="160900" y="504443"/>
                  </a:lnTo>
                  <a:close/>
                </a:path>
              </a:pathLst>
            </a:custGeom>
            <a:solidFill>
              <a:srgbClr val="C7F4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977195" y="6312560"/>
              <a:ext cx="311150" cy="521970"/>
            </a:xfrm>
            <a:custGeom>
              <a:avLst/>
              <a:gdLst/>
              <a:ahLst/>
              <a:cxnLst/>
              <a:rect l="l" t="t" r="r" b="b"/>
              <a:pathLst>
                <a:path w="311150" h="521970">
                  <a:moveTo>
                    <a:pt x="160237" y="521743"/>
                  </a:moveTo>
                  <a:lnTo>
                    <a:pt x="155413" y="521743"/>
                  </a:lnTo>
                  <a:lnTo>
                    <a:pt x="119737" y="515472"/>
                  </a:lnTo>
                  <a:lnTo>
                    <a:pt x="65373" y="471072"/>
                  </a:lnTo>
                  <a:lnTo>
                    <a:pt x="112" y="175464"/>
                  </a:lnTo>
                  <a:lnTo>
                    <a:pt x="0" y="134048"/>
                  </a:lnTo>
                  <a:lnTo>
                    <a:pt x="14946" y="97192"/>
                  </a:lnTo>
                  <a:lnTo>
                    <a:pt x="42557" y="68576"/>
                  </a:lnTo>
                  <a:lnTo>
                    <a:pt x="80441" y="51880"/>
                  </a:lnTo>
                  <a:lnTo>
                    <a:pt x="310802" y="0"/>
                  </a:lnTo>
                  <a:lnTo>
                    <a:pt x="310802" y="16541"/>
                  </a:lnTo>
                  <a:lnTo>
                    <a:pt x="83956" y="67642"/>
                  </a:lnTo>
                  <a:lnTo>
                    <a:pt x="51871" y="81772"/>
                  </a:lnTo>
                  <a:lnTo>
                    <a:pt x="28489" y="106006"/>
                  </a:lnTo>
                  <a:lnTo>
                    <a:pt x="15832" y="137225"/>
                  </a:lnTo>
                  <a:lnTo>
                    <a:pt x="15924" y="172312"/>
                  </a:lnTo>
                  <a:lnTo>
                    <a:pt x="67810" y="433575"/>
                  </a:lnTo>
                  <a:lnTo>
                    <a:pt x="103684" y="489041"/>
                  </a:lnTo>
                  <a:lnTo>
                    <a:pt x="167780" y="504720"/>
                  </a:lnTo>
                  <a:lnTo>
                    <a:pt x="284976" y="504720"/>
                  </a:lnTo>
                  <a:lnTo>
                    <a:pt x="165120" y="521398"/>
                  </a:lnTo>
                  <a:lnTo>
                    <a:pt x="160237" y="521743"/>
                  </a:lnTo>
                  <a:close/>
                </a:path>
                <a:path w="311150" h="521970">
                  <a:moveTo>
                    <a:pt x="284976" y="504720"/>
                  </a:moveTo>
                  <a:lnTo>
                    <a:pt x="167780" y="504720"/>
                  </a:lnTo>
                  <a:lnTo>
                    <a:pt x="310802" y="484815"/>
                  </a:lnTo>
                  <a:lnTo>
                    <a:pt x="310802" y="501127"/>
                  </a:lnTo>
                  <a:lnTo>
                    <a:pt x="284976" y="504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01176" y="3633342"/>
              <a:ext cx="4595222" cy="41401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89447" y="1922717"/>
              <a:ext cx="2708167" cy="25336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60189" y="8992073"/>
              <a:ext cx="3018217" cy="1294925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60"/>
              <a:t>T</a:t>
            </a:r>
            <a:r>
              <a:rPr dirty="0" spc="-570"/>
              <a:t>o</a:t>
            </a:r>
            <a:r>
              <a:rPr dirty="0" spc="-565"/>
              <a:t>p</a:t>
            </a:r>
            <a:r>
              <a:rPr dirty="0" spc="-665"/>
              <a:t>i</a:t>
            </a:r>
            <a:r>
              <a:rPr dirty="0" spc="-545"/>
              <a:t>c</a:t>
            </a:r>
            <a:r>
              <a:rPr dirty="0" spc="-15"/>
              <a:t>s</a:t>
            </a:r>
            <a:r>
              <a:rPr dirty="0" spc="-1580"/>
              <a:t> </a:t>
            </a:r>
            <a:r>
              <a:rPr dirty="0" spc="-320"/>
              <a:t>C</a:t>
            </a:r>
            <a:r>
              <a:rPr dirty="0" spc="-375"/>
              <a:t>o</a:t>
            </a:r>
            <a:r>
              <a:rPr dirty="0" spc="-350"/>
              <a:t>v</a:t>
            </a:r>
            <a:r>
              <a:rPr dirty="0" spc="-340"/>
              <a:t>e</a:t>
            </a:r>
            <a:r>
              <a:rPr dirty="0" spc="-250"/>
              <a:t>r</a:t>
            </a:r>
            <a:r>
              <a:rPr dirty="0" spc="-340"/>
              <a:t>e</a:t>
            </a:r>
            <a:r>
              <a:rPr dirty="0" spc="-370"/>
              <a:t>d</a:t>
            </a:r>
            <a:r>
              <a:rPr dirty="0" spc="180"/>
              <a:t>: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-24097" y="4122657"/>
            <a:ext cx="11147425" cy="297370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985645">
              <a:lnSpc>
                <a:spcPct val="100000"/>
              </a:lnSpc>
              <a:spcBef>
                <a:spcPts val="860"/>
              </a:spcBef>
            </a:pPr>
            <a:r>
              <a:rPr dirty="0" sz="420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4200" spc="-2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30">
                <a:solidFill>
                  <a:srgbClr val="171717"/>
                </a:solidFill>
                <a:latin typeface="Lucida Sans Unicode"/>
                <a:cs typeface="Lucida Sans Unicode"/>
              </a:rPr>
              <a:t>MARKET</a:t>
            </a:r>
            <a:r>
              <a:rPr dirty="0" sz="4200" spc="-2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65">
                <a:solidFill>
                  <a:srgbClr val="171717"/>
                </a:solidFill>
                <a:latin typeface="Lucida Sans Unicode"/>
                <a:cs typeface="Lucida Sans Unicode"/>
              </a:rPr>
              <a:t>OVERVIEW</a:t>
            </a:r>
            <a:endParaRPr sz="4200">
              <a:latin typeface="Lucida Sans Unicode"/>
              <a:cs typeface="Lucida Sans Unicode"/>
            </a:endParaRPr>
          </a:p>
          <a:p>
            <a:pPr marL="1263650" marR="379730" indent="-1157605">
              <a:lnSpc>
                <a:spcPct val="115100"/>
              </a:lnSpc>
            </a:pPr>
            <a:r>
              <a:rPr dirty="0" sz="4200" spc="-40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42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60">
                <a:solidFill>
                  <a:srgbClr val="171717"/>
                </a:solidFill>
                <a:latin typeface="Lucida Sans Unicode"/>
                <a:cs typeface="Lucida Sans Unicode"/>
              </a:rPr>
              <a:t>ANA</a:t>
            </a:r>
            <a:r>
              <a:rPr dirty="0" sz="4200" spc="-64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200" spc="-229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200" spc="-5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200" spc="-60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200" spc="-5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2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>
                <a:solidFill>
                  <a:srgbClr val="171717"/>
                </a:solidFill>
                <a:latin typeface="Lucida Sans Unicode"/>
                <a:cs typeface="Lucida Sans Unicode"/>
              </a:rPr>
              <a:t>USING</a:t>
            </a:r>
            <a:r>
              <a:rPr dirty="0" sz="42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75">
                <a:solidFill>
                  <a:srgbClr val="171717"/>
                </a:solidFill>
                <a:latin typeface="Lucida Sans Unicode"/>
                <a:cs typeface="Lucida Sans Unicode"/>
              </a:rPr>
              <a:t>MICROSOFT</a:t>
            </a:r>
            <a:r>
              <a:rPr dirty="0" sz="42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10">
                <a:solidFill>
                  <a:srgbClr val="171717"/>
                </a:solidFill>
                <a:latin typeface="Lucida Sans Unicode"/>
                <a:cs typeface="Lucida Sans Unicode"/>
              </a:rPr>
              <a:t>AZURE </a:t>
            </a:r>
            <a:r>
              <a:rPr dirty="0" sz="4200" spc="-90">
                <a:solidFill>
                  <a:srgbClr val="171717"/>
                </a:solidFill>
                <a:latin typeface="Lucida Sans Unicode"/>
                <a:cs typeface="Lucida Sans Unicode"/>
              </a:rPr>
              <a:t>MACHINE</a:t>
            </a:r>
            <a:r>
              <a:rPr dirty="0" sz="4200" spc="-2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35">
                <a:solidFill>
                  <a:srgbClr val="171717"/>
                </a:solidFill>
                <a:latin typeface="Lucida Sans Unicode"/>
                <a:cs typeface="Lucida Sans Unicode"/>
              </a:rPr>
              <a:t>LEARNING</a:t>
            </a:r>
            <a:r>
              <a:rPr dirty="0" sz="4200" spc="-2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10">
                <a:solidFill>
                  <a:srgbClr val="171717"/>
                </a:solidFill>
                <a:latin typeface="Lucida Sans Unicode"/>
                <a:cs typeface="Lucida Sans Unicode"/>
              </a:rPr>
              <a:t>PREDICTION</a:t>
            </a:r>
            <a:endParaRPr sz="4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4200">
                <a:solidFill>
                  <a:srgbClr val="171717"/>
                </a:solidFill>
                <a:latin typeface="Lucida Sans Unicode"/>
                <a:cs typeface="Lucida Sans Unicode"/>
              </a:rPr>
              <a:t>UTURE</a:t>
            </a:r>
            <a:r>
              <a:rPr dirty="0" sz="4200" spc="-2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105">
                <a:solidFill>
                  <a:srgbClr val="171717"/>
                </a:solidFill>
                <a:latin typeface="Lucida Sans Unicode"/>
                <a:cs typeface="Lucida Sans Unicode"/>
              </a:rPr>
              <a:t>GROWTH</a:t>
            </a:r>
            <a:r>
              <a:rPr dirty="0" sz="4200" spc="-2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85">
                <a:solidFill>
                  <a:srgbClr val="171717"/>
                </a:solidFill>
                <a:latin typeface="Lucida Sans Unicode"/>
                <a:cs typeface="Lucida Sans Unicode"/>
              </a:rPr>
              <a:t>OF</a:t>
            </a:r>
            <a:r>
              <a:rPr dirty="0" sz="4200" spc="-2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254">
                <a:solidFill>
                  <a:srgbClr val="171717"/>
                </a:solidFill>
                <a:latin typeface="Lucida Sans Unicode"/>
                <a:cs typeface="Lucida Sans Unicode"/>
              </a:rPr>
              <a:t>INDIAN</a:t>
            </a:r>
            <a:r>
              <a:rPr dirty="0" sz="42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4200" spc="-20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00" spc="-10">
                <a:solidFill>
                  <a:srgbClr val="171717"/>
                </a:solidFill>
                <a:latin typeface="Lucida Sans Unicode"/>
                <a:cs typeface="Lucida Sans Unicode"/>
              </a:rPr>
              <a:t>MARKET</a:t>
            </a:r>
            <a:endParaRPr sz="4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468282"/>
            <a:ext cx="7453630" cy="7722234"/>
            <a:chOff x="0" y="1468282"/>
            <a:chExt cx="7453630" cy="772223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8282"/>
              <a:ext cx="7453381" cy="758186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3461749"/>
              <a:ext cx="5528945" cy="4399915"/>
            </a:xfrm>
            <a:custGeom>
              <a:avLst/>
              <a:gdLst/>
              <a:ahLst/>
              <a:cxnLst/>
              <a:rect l="l" t="t" r="r" b="b"/>
              <a:pathLst>
                <a:path w="5528945" h="4399915">
                  <a:moveTo>
                    <a:pt x="373515" y="4399525"/>
                  </a:moveTo>
                  <a:lnTo>
                    <a:pt x="422845" y="4398648"/>
                  </a:lnTo>
                  <a:lnTo>
                    <a:pt x="5406376" y="3419372"/>
                  </a:lnTo>
                  <a:lnTo>
                    <a:pt x="5450873" y="3403782"/>
                  </a:lnTo>
                  <a:lnTo>
                    <a:pt x="5487221" y="3376288"/>
                  </a:lnTo>
                  <a:lnTo>
                    <a:pt x="5513518" y="3339560"/>
                  </a:lnTo>
                  <a:lnTo>
                    <a:pt x="5527862" y="3296271"/>
                  </a:lnTo>
                  <a:lnTo>
                    <a:pt x="5528351" y="3249092"/>
                  </a:lnTo>
                  <a:lnTo>
                    <a:pt x="5061091" y="94476"/>
                  </a:lnTo>
                  <a:lnTo>
                    <a:pt x="5048020" y="56274"/>
                  </a:lnTo>
                  <a:lnTo>
                    <a:pt x="5023067" y="26118"/>
                  </a:lnTo>
                  <a:lnTo>
                    <a:pt x="4989213" y="6521"/>
                  </a:lnTo>
                  <a:lnTo>
                    <a:pt x="4949437" y="0"/>
                  </a:lnTo>
                  <a:lnTo>
                    <a:pt x="0" y="43021"/>
                  </a:lnTo>
                  <a:lnTo>
                    <a:pt x="0" y="2594885"/>
                  </a:lnTo>
                  <a:lnTo>
                    <a:pt x="246681" y="4272250"/>
                  </a:lnTo>
                  <a:lnTo>
                    <a:pt x="261670" y="4319316"/>
                  </a:lnTo>
                  <a:lnTo>
                    <a:pt x="289855" y="4357674"/>
                  </a:lnTo>
                  <a:lnTo>
                    <a:pt x="328161" y="4385139"/>
                  </a:lnTo>
                  <a:lnTo>
                    <a:pt x="373515" y="4399525"/>
                  </a:lnTo>
                  <a:close/>
                </a:path>
              </a:pathLst>
            </a:custGeom>
            <a:solidFill>
              <a:srgbClr val="6AC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3453576"/>
              <a:ext cx="5536565" cy="4417695"/>
            </a:xfrm>
            <a:custGeom>
              <a:avLst/>
              <a:gdLst/>
              <a:ahLst/>
              <a:cxnLst/>
              <a:rect l="l" t="t" r="r" b="b"/>
              <a:pathLst>
                <a:path w="5536565" h="4417695">
                  <a:moveTo>
                    <a:pt x="395241" y="4417561"/>
                  </a:moveTo>
                  <a:lnTo>
                    <a:pt x="5407944" y="3435587"/>
                  </a:lnTo>
                  <a:lnTo>
                    <a:pt x="5454960" y="3419181"/>
                  </a:lnTo>
                  <a:lnTo>
                    <a:pt x="5493284" y="3390288"/>
                  </a:lnTo>
                  <a:lnTo>
                    <a:pt x="5520949" y="3351648"/>
                  </a:lnTo>
                  <a:lnTo>
                    <a:pt x="5535991" y="3306000"/>
                  </a:lnTo>
                  <a:lnTo>
                    <a:pt x="5536421" y="3258464"/>
                  </a:lnTo>
                  <a:lnTo>
                    <a:pt x="5536443" y="3256086"/>
                  </a:lnTo>
                  <a:lnTo>
                    <a:pt x="5069183" y="101460"/>
                  </a:lnTo>
                  <a:lnTo>
                    <a:pt x="5055167" y="60494"/>
                  </a:lnTo>
                  <a:lnTo>
                    <a:pt x="5028383" y="28070"/>
                  </a:lnTo>
                  <a:lnTo>
                    <a:pt x="4992018" y="6976"/>
                  </a:lnTo>
                  <a:lnTo>
                    <a:pt x="4949257" y="0"/>
                  </a:lnTo>
                  <a:lnTo>
                    <a:pt x="4951614" y="16325"/>
                  </a:lnTo>
                  <a:lnTo>
                    <a:pt x="4987744" y="22943"/>
                  </a:lnTo>
                  <a:lnTo>
                    <a:pt x="5018470" y="41249"/>
                  </a:lnTo>
                  <a:lnTo>
                    <a:pt x="5041109" y="68977"/>
                  </a:lnTo>
                  <a:lnTo>
                    <a:pt x="5052979" y="103848"/>
                  </a:lnTo>
                  <a:lnTo>
                    <a:pt x="5520238" y="3258464"/>
                  </a:lnTo>
                  <a:lnTo>
                    <a:pt x="5519831" y="3303235"/>
                  </a:lnTo>
                  <a:lnTo>
                    <a:pt x="5506333" y="3344181"/>
                  </a:lnTo>
                  <a:lnTo>
                    <a:pt x="5481503" y="3378843"/>
                  </a:lnTo>
                  <a:lnTo>
                    <a:pt x="5447101" y="3404766"/>
                  </a:lnTo>
                  <a:lnTo>
                    <a:pt x="5404887" y="3419492"/>
                  </a:lnTo>
                  <a:lnTo>
                    <a:pt x="421246" y="4398788"/>
                  </a:lnTo>
                  <a:lnTo>
                    <a:pt x="392574" y="4401151"/>
                  </a:lnTo>
                  <a:lnTo>
                    <a:pt x="325606" y="4401151"/>
                  </a:lnTo>
                  <a:lnTo>
                    <a:pt x="347101" y="4409997"/>
                  </a:lnTo>
                  <a:lnTo>
                    <a:pt x="370826" y="4415657"/>
                  </a:lnTo>
                  <a:lnTo>
                    <a:pt x="395241" y="4417561"/>
                  </a:lnTo>
                  <a:close/>
                </a:path>
                <a:path w="5536565" h="4417695">
                  <a:moveTo>
                    <a:pt x="0" y="59373"/>
                  </a:moveTo>
                  <a:lnTo>
                    <a:pt x="4951783" y="16325"/>
                  </a:lnTo>
                  <a:lnTo>
                    <a:pt x="3071333" y="16325"/>
                  </a:lnTo>
                  <a:lnTo>
                    <a:pt x="0" y="43025"/>
                  </a:lnTo>
                  <a:lnTo>
                    <a:pt x="0" y="59373"/>
                  </a:lnTo>
                  <a:close/>
                </a:path>
                <a:path w="5536565" h="4417695">
                  <a:moveTo>
                    <a:pt x="325606" y="4401151"/>
                  </a:moveTo>
                  <a:lnTo>
                    <a:pt x="392574" y="4401151"/>
                  </a:lnTo>
                  <a:lnTo>
                    <a:pt x="364472" y="4397772"/>
                  </a:lnTo>
                  <a:lnTo>
                    <a:pt x="337602" y="4388802"/>
                  </a:lnTo>
                  <a:lnTo>
                    <a:pt x="290997" y="4355348"/>
                  </a:lnTo>
                  <a:lnTo>
                    <a:pt x="261710" y="4307192"/>
                  </a:lnTo>
                  <a:lnTo>
                    <a:pt x="0" y="2546915"/>
                  </a:lnTo>
                  <a:lnTo>
                    <a:pt x="0" y="2659358"/>
                  </a:lnTo>
                  <a:lnTo>
                    <a:pt x="238578" y="4281631"/>
                  </a:lnTo>
                  <a:lnTo>
                    <a:pt x="259928" y="4341295"/>
                  </a:lnTo>
                  <a:lnTo>
                    <a:pt x="303098" y="4387717"/>
                  </a:lnTo>
                  <a:lnTo>
                    <a:pt x="324410" y="4400659"/>
                  </a:lnTo>
                  <a:lnTo>
                    <a:pt x="325606" y="4401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019519"/>
              <a:ext cx="5179695" cy="332105"/>
            </a:xfrm>
            <a:custGeom>
              <a:avLst/>
              <a:gdLst/>
              <a:ahLst/>
              <a:cxnLst/>
              <a:rect l="l" t="t" r="r" b="b"/>
              <a:pathLst>
                <a:path w="5179695" h="332104">
                  <a:moveTo>
                    <a:pt x="0" y="331652"/>
                  </a:moveTo>
                  <a:lnTo>
                    <a:pt x="5179210" y="283859"/>
                  </a:lnTo>
                  <a:lnTo>
                    <a:pt x="5156222" y="128656"/>
                  </a:lnTo>
                  <a:lnTo>
                    <a:pt x="5143532" y="86562"/>
                  </a:lnTo>
                  <a:lnTo>
                    <a:pt x="5120068" y="50913"/>
                  </a:lnTo>
                  <a:lnTo>
                    <a:pt x="5087867" y="23445"/>
                  </a:lnTo>
                  <a:lnTo>
                    <a:pt x="5048967" y="5896"/>
                  </a:lnTo>
                  <a:lnTo>
                    <a:pt x="5005404" y="0"/>
                  </a:lnTo>
                  <a:lnTo>
                    <a:pt x="0" y="0"/>
                  </a:lnTo>
                  <a:lnTo>
                    <a:pt x="0" y="331652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011334"/>
              <a:ext cx="5187950" cy="348615"/>
            </a:xfrm>
            <a:custGeom>
              <a:avLst/>
              <a:gdLst/>
              <a:ahLst/>
              <a:cxnLst/>
              <a:rect l="l" t="t" r="r" b="b"/>
              <a:pathLst>
                <a:path w="5187950" h="348614">
                  <a:moveTo>
                    <a:pt x="5104650" y="222948"/>
                  </a:moveTo>
                  <a:lnTo>
                    <a:pt x="5093284" y="146177"/>
                  </a:lnTo>
                  <a:lnTo>
                    <a:pt x="5063922" y="93103"/>
                  </a:lnTo>
                  <a:lnTo>
                    <a:pt x="5007140" y="71831"/>
                  </a:lnTo>
                  <a:lnTo>
                    <a:pt x="0" y="71831"/>
                  </a:lnTo>
                  <a:lnTo>
                    <a:pt x="0" y="79997"/>
                  </a:lnTo>
                  <a:lnTo>
                    <a:pt x="0" y="88188"/>
                  </a:lnTo>
                  <a:lnTo>
                    <a:pt x="0" y="259359"/>
                  </a:lnTo>
                  <a:lnTo>
                    <a:pt x="0" y="267538"/>
                  </a:lnTo>
                  <a:lnTo>
                    <a:pt x="0" y="275729"/>
                  </a:lnTo>
                  <a:lnTo>
                    <a:pt x="5098504" y="229971"/>
                  </a:lnTo>
                  <a:lnTo>
                    <a:pt x="5098656" y="229971"/>
                  </a:lnTo>
                  <a:lnTo>
                    <a:pt x="5100904" y="228930"/>
                  </a:lnTo>
                  <a:lnTo>
                    <a:pt x="5103965" y="225323"/>
                  </a:lnTo>
                  <a:lnTo>
                    <a:pt x="5104650" y="222948"/>
                  </a:lnTo>
                  <a:close/>
                </a:path>
                <a:path w="5187950" h="348614">
                  <a:moveTo>
                    <a:pt x="5187632" y="293192"/>
                  </a:moveTo>
                  <a:lnTo>
                    <a:pt x="5164302" y="135648"/>
                  </a:lnTo>
                  <a:lnTo>
                    <a:pt x="5150878" y="91478"/>
                  </a:lnTo>
                  <a:lnTo>
                    <a:pt x="5125999" y="54038"/>
                  </a:lnTo>
                  <a:lnTo>
                    <a:pt x="5091722" y="25031"/>
                  </a:lnTo>
                  <a:lnTo>
                    <a:pt x="5050942" y="6515"/>
                  </a:lnTo>
                  <a:lnTo>
                    <a:pt x="5005171" y="0"/>
                  </a:lnTo>
                  <a:lnTo>
                    <a:pt x="0" y="0"/>
                  </a:lnTo>
                  <a:lnTo>
                    <a:pt x="0" y="16370"/>
                  </a:lnTo>
                  <a:lnTo>
                    <a:pt x="5005298" y="16370"/>
                  </a:lnTo>
                  <a:lnTo>
                    <a:pt x="5056441" y="25031"/>
                  </a:lnTo>
                  <a:lnTo>
                    <a:pt x="5099710" y="50457"/>
                  </a:lnTo>
                  <a:lnTo>
                    <a:pt x="5131511" y="89268"/>
                  </a:lnTo>
                  <a:lnTo>
                    <a:pt x="5148135" y="138049"/>
                  </a:lnTo>
                  <a:lnTo>
                    <a:pt x="5169738" y="283946"/>
                  </a:lnTo>
                  <a:lnTo>
                    <a:pt x="0" y="331647"/>
                  </a:lnTo>
                  <a:lnTo>
                    <a:pt x="0" y="348018"/>
                  </a:lnTo>
                  <a:lnTo>
                    <a:pt x="5181435" y="300215"/>
                  </a:lnTo>
                  <a:lnTo>
                    <a:pt x="5181651" y="300215"/>
                  </a:lnTo>
                  <a:lnTo>
                    <a:pt x="5183886" y="299161"/>
                  </a:lnTo>
                  <a:lnTo>
                    <a:pt x="5186959" y="295567"/>
                  </a:lnTo>
                  <a:lnTo>
                    <a:pt x="5187632" y="2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15275" y="2706805"/>
              <a:ext cx="3858895" cy="1510665"/>
            </a:xfrm>
            <a:custGeom>
              <a:avLst/>
              <a:gdLst/>
              <a:ahLst/>
              <a:cxnLst/>
              <a:rect l="l" t="t" r="r" b="b"/>
              <a:pathLst>
                <a:path w="3858895" h="1510664">
                  <a:moveTo>
                    <a:pt x="3745316" y="1510242"/>
                  </a:moveTo>
                  <a:lnTo>
                    <a:pt x="3781836" y="1503972"/>
                  </a:lnTo>
                  <a:lnTo>
                    <a:pt x="3781585" y="1503972"/>
                  </a:lnTo>
                  <a:lnTo>
                    <a:pt x="3811761" y="1487680"/>
                  </a:lnTo>
                  <a:lnTo>
                    <a:pt x="3835297" y="1463504"/>
                  </a:lnTo>
                  <a:lnTo>
                    <a:pt x="3851174" y="1433834"/>
                  </a:lnTo>
                  <a:lnTo>
                    <a:pt x="3858493" y="1400999"/>
                  </a:lnTo>
                  <a:lnTo>
                    <a:pt x="3856353" y="1367327"/>
                  </a:lnTo>
                  <a:lnTo>
                    <a:pt x="3820098" y="1306783"/>
                  </a:lnTo>
                  <a:lnTo>
                    <a:pt x="3784181" y="1284566"/>
                  </a:lnTo>
                  <a:lnTo>
                    <a:pt x="3736709" y="1266488"/>
                  </a:lnTo>
                  <a:lnTo>
                    <a:pt x="2497900" y="807681"/>
                  </a:lnTo>
                  <a:lnTo>
                    <a:pt x="532347" y="116986"/>
                  </a:lnTo>
                  <a:lnTo>
                    <a:pt x="484910" y="102021"/>
                  </a:lnTo>
                  <a:lnTo>
                    <a:pt x="437375" y="87533"/>
                  </a:lnTo>
                  <a:lnTo>
                    <a:pt x="389711" y="73615"/>
                  </a:lnTo>
                  <a:lnTo>
                    <a:pt x="341884" y="60361"/>
                  </a:lnTo>
                  <a:lnTo>
                    <a:pt x="293861" y="47864"/>
                  </a:lnTo>
                  <a:lnTo>
                    <a:pt x="245608" y="36217"/>
                  </a:lnTo>
                  <a:lnTo>
                    <a:pt x="197093" y="25513"/>
                  </a:lnTo>
                  <a:lnTo>
                    <a:pt x="148283" y="15847"/>
                  </a:lnTo>
                  <a:lnTo>
                    <a:pt x="99144" y="7312"/>
                  </a:lnTo>
                  <a:lnTo>
                    <a:pt x="49642" y="0"/>
                  </a:lnTo>
                  <a:lnTo>
                    <a:pt x="19216" y="6839"/>
                  </a:lnTo>
                  <a:lnTo>
                    <a:pt x="1343" y="29737"/>
                  </a:lnTo>
                  <a:lnTo>
                    <a:pt x="0" y="58688"/>
                  </a:lnTo>
                  <a:lnTo>
                    <a:pt x="19151" y="83686"/>
                  </a:lnTo>
                  <a:lnTo>
                    <a:pt x="61607" y="109869"/>
                  </a:lnTo>
                  <a:lnTo>
                    <a:pt x="104589" y="134916"/>
                  </a:lnTo>
                  <a:lnTo>
                    <a:pt x="148060" y="158907"/>
                  </a:lnTo>
                  <a:lnTo>
                    <a:pt x="191982" y="181923"/>
                  </a:lnTo>
                  <a:lnTo>
                    <a:pt x="236317" y="204043"/>
                  </a:lnTo>
                  <a:lnTo>
                    <a:pt x="281029" y="225349"/>
                  </a:lnTo>
                  <a:lnTo>
                    <a:pt x="326079" y="245921"/>
                  </a:lnTo>
                  <a:lnTo>
                    <a:pt x="371430" y="265838"/>
                  </a:lnTo>
                  <a:lnTo>
                    <a:pt x="417045" y="285183"/>
                  </a:lnTo>
                  <a:lnTo>
                    <a:pt x="462885" y="304034"/>
                  </a:lnTo>
                  <a:lnTo>
                    <a:pt x="555094" y="340580"/>
                  </a:lnTo>
                  <a:lnTo>
                    <a:pt x="2607696" y="1112340"/>
                  </a:lnTo>
                  <a:lnTo>
                    <a:pt x="3608544" y="1470784"/>
                  </a:lnTo>
                  <a:lnTo>
                    <a:pt x="3704206" y="1503972"/>
                  </a:lnTo>
                  <a:lnTo>
                    <a:pt x="3745316" y="1510242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05541" y="2698692"/>
              <a:ext cx="3876675" cy="1524000"/>
            </a:xfrm>
            <a:custGeom>
              <a:avLst/>
              <a:gdLst/>
              <a:ahLst/>
              <a:cxnLst/>
              <a:rect l="l" t="t" r="r" b="b"/>
              <a:pathLst>
                <a:path w="3876675" h="1524000">
                  <a:moveTo>
                    <a:pt x="3733392" y="1523999"/>
                  </a:moveTo>
                  <a:lnTo>
                    <a:pt x="3754232" y="1523999"/>
                  </a:lnTo>
                  <a:lnTo>
                    <a:pt x="3794149" y="1511299"/>
                  </a:lnTo>
                  <a:lnTo>
                    <a:pt x="3827039" y="1498599"/>
                  </a:lnTo>
                  <a:lnTo>
                    <a:pt x="3852136" y="1473199"/>
                  </a:lnTo>
                  <a:lnTo>
                    <a:pt x="3868674" y="1435099"/>
                  </a:lnTo>
                  <a:lnTo>
                    <a:pt x="3876657" y="1396999"/>
                  </a:lnTo>
                  <a:lnTo>
                    <a:pt x="3869250" y="1346199"/>
                  </a:lnTo>
                  <a:lnTo>
                    <a:pt x="3843682" y="1308099"/>
                  </a:lnTo>
                  <a:lnTo>
                    <a:pt x="3797182" y="1282699"/>
                  </a:lnTo>
                  <a:lnTo>
                    <a:pt x="3745585" y="1257299"/>
                  </a:lnTo>
                  <a:lnTo>
                    <a:pt x="3693976" y="1244599"/>
                  </a:lnTo>
                  <a:lnTo>
                    <a:pt x="3642361" y="1219199"/>
                  </a:lnTo>
                  <a:lnTo>
                    <a:pt x="3590745" y="1206499"/>
                  </a:lnTo>
                  <a:lnTo>
                    <a:pt x="3487533" y="1155699"/>
                  </a:lnTo>
                  <a:lnTo>
                    <a:pt x="3435948" y="1142999"/>
                  </a:lnTo>
                  <a:lnTo>
                    <a:pt x="3384386" y="1117599"/>
                  </a:lnTo>
                  <a:lnTo>
                    <a:pt x="3332851" y="1104899"/>
                  </a:lnTo>
                  <a:lnTo>
                    <a:pt x="3281349" y="1079499"/>
                  </a:lnTo>
                  <a:lnTo>
                    <a:pt x="3229886" y="1066799"/>
                  </a:lnTo>
                  <a:lnTo>
                    <a:pt x="3178467" y="1041399"/>
                  </a:lnTo>
                  <a:lnTo>
                    <a:pt x="3127099" y="1028699"/>
                  </a:lnTo>
                  <a:lnTo>
                    <a:pt x="3075786" y="1003299"/>
                  </a:lnTo>
                  <a:lnTo>
                    <a:pt x="3024535" y="990599"/>
                  </a:lnTo>
                  <a:lnTo>
                    <a:pt x="2973351" y="965199"/>
                  </a:lnTo>
                  <a:lnTo>
                    <a:pt x="2922240" y="952499"/>
                  </a:lnTo>
                  <a:lnTo>
                    <a:pt x="2871208" y="927099"/>
                  </a:lnTo>
                  <a:lnTo>
                    <a:pt x="2769401" y="901699"/>
                  </a:lnTo>
                  <a:lnTo>
                    <a:pt x="2718638" y="876299"/>
                  </a:lnTo>
                  <a:lnTo>
                    <a:pt x="2667976" y="863599"/>
                  </a:lnTo>
                  <a:lnTo>
                    <a:pt x="2617420" y="838199"/>
                  </a:lnTo>
                  <a:lnTo>
                    <a:pt x="2566977" y="825499"/>
                  </a:lnTo>
                  <a:lnTo>
                    <a:pt x="2516653" y="800099"/>
                  </a:lnTo>
                  <a:lnTo>
                    <a:pt x="2466452" y="787399"/>
                  </a:lnTo>
                  <a:lnTo>
                    <a:pt x="2416380" y="761999"/>
                  </a:lnTo>
                  <a:lnTo>
                    <a:pt x="2316648" y="736599"/>
                  </a:lnTo>
                  <a:lnTo>
                    <a:pt x="2266999" y="711199"/>
                  </a:lnTo>
                  <a:lnTo>
                    <a:pt x="2217502" y="698499"/>
                  </a:lnTo>
                  <a:lnTo>
                    <a:pt x="2168162" y="673099"/>
                  </a:lnTo>
                  <a:lnTo>
                    <a:pt x="2069979" y="647699"/>
                  </a:lnTo>
                  <a:lnTo>
                    <a:pt x="1875755" y="571499"/>
                  </a:lnTo>
                  <a:lnTo>
                    <a:pt x="1779804" y="546099"/>
                  </a:lnTo>
                  <a:lnTo>
                    <a:pt x="1590453" y="469899"/>
                  </a:lnTo>
                  <a:lnTo>
                    <a:pt x="1497142" y="444499"/>
                  </a:lnTo>
                  <a:lnTo>
                    <a:pt x="1404802" y="406399"/>
                  </a:lnTo>
                  <a:lnTo>
                    <a:pt x="1313478" y="380999"/>
                  </a:lnTo>
                  <a:lnTo>
                    <a:pt x="1223215" y="342899"/>
                  </a:lnTo>
                  <a:lnTo>
                    <a:pt x="1134059" y="317499"/>
                  </a:lnTo>
                  <a:lnTo>
                    <a:pt x="1046054" y="279399"/>
                  </a:lnTo>
                  <a:lnTo>
                    <a:pt x="916305" y="241299"/>
                  </a:lnTo>
                  <a:lnTo>
                    <a:pt x="789403" y="190499"/>
                  </a:lnTo>
                  <a:lnTo>
                    <a:pt x="544749" y="114299"/>
                  </a:lnTo>
                  <a:lnTo>
                    <a:pt x="502137" y="101599"/>
                  </a:lnTo>
                  <a:lnTo>
                    <a:pt x="457995" y="88899"/>
                  </a:lnTo>
                  <a:lnTo>
                    <a:pt x="365477" y="63499"/>
                  </a:lnTo>
                  <a:lnTo>
                    <a:pt x="267908" y="38099"/>
                  </a:lnTo>
                  <a:lnTo>
                    <a:pt x="113647" y="0"/>
                  </a:lnTo>
                  <a:lnTo>
                    <a:pt x="23616" y="0"/>
                  </a:lnTo>
                  <a:lnTo>
                    <a:pt x="11170" y="12699"/>
                  </a:lnTo>
                  <a:lnTo>
                    <a:pt x="111127" y="12699"/>
                  </a:lnTo>
                  <a:lnTo>
                    <a:pt x="264393" y="50799"/>
                  </a:lnTo>
                  <a:lnTo>
                    <a:pt x="361377" y="76199"/>
                  </a:lnTo>
                  <a:lnTo>
                    <a:pt x="453351" y="101599"/>
                  </a:lnTo>
                  <a:lnTo>
                    <a:pt x="497230" y="114299"/>
                  </a:lnTo>
                  <a:lnTo>
                    <a:pt x="539583" y="126999"/>
                  </a:lnTo>
                  <a:lnTo>
                    <a:pt x="701245" y="177799"/>
                  </a:lnTo>
                  <a:lnTo>
                    <a:pt x="826129" y="228599"/>
                  </a:lnTo>
                  <a:lnTo>
                    <a:pt x="953963" y="266699"/>
                  </a:lnTo>
                  <a:lnTo>
                    <a:pt x="1040748" y="304799"/>
                  </a:lnTo>
                  <a:lnTo>
                    <a:pt x="1217864" y="355599"/>
                  </a:lnTo>
                  <a:lnTo>
                    <a:pt x="1308104" y="393699"/>
                  </a:lnTo>
                  <a:lnTo>
                    <a:pt x="1399405" y="419099"/>
                  </a:lnTo>
                  <a:lnTo>
                    <a:pt x="1585009" y="495299"/>
                  </a:lnTo>
                  <a:lnTo>
                    <a:pt x="1679221" y="520699"/>
                  </a:lnTo>
                  <a:lnTo>
                    <a:pt x="1774313" y="558799"/>
                  </a:lnTo>
                  <a:lnTo>
                    <a:pt x="1870239" y="584199"/>
                  </a:lnTo>
                  <a:lnTo>
                    <a:pt x="2162568" y="698499"/>
                  </a:lnTo>
                  <a:lnTo>
                    <a:pt x="2261377" y="723899"/>
                  </a:lnTo>
                  <a:lnTo>
                    <a:pt x="2311012" y="749299"/>
                  </a:lnTo>
                  <a:lnTo>
                    <a:pt x="2360793" y="761999"/>
                  </a:lnTo>
                  <a:lnTo>
                    <a:pt x="2410715" y="787399"/>
                  </a:lnTo>
                  <a:lnTo>
                    <a:pt x="2460772" y="800099"/>
                  </a:lnTo>
                  <a:lnTo>
                    <a:pt x="2510957" y="825499"/>
                  </a:lnTo>
                  <a:lnTo>
                    <a:pt x="2611693" y="850899"/>
                  </a:lnTo>
                  <a:lnTo>
                    <a:pt x="2662233" y="876299"/>
                  </a:lnTo>
                  <a:lnTo>
                    <a:pt x="2712878" y="888999"/>
                  </a:lnTo>
                  <a:lnTo>
                    <a:pt x="2763625" y="914399"/>
                  </a:lnTo>
                  <a:lnTo>
                    <a:pt x="2814466" y="927099"/>
                  </a:lnTo>
                  <a:lnTo>
                    <a:pt x="2865397" y="952499"/>
                  </a:lnTo>
                  <a:lnTo>
                    <a:pt x="2916412" y="965199"/>
                  </a:lnTo>
                  <a:lnTo>
                    <a:pt x="2967505" y="990599"/>
                  </a:lnTo>
                  <a:lnTo>
                    <a:pt x="3018670" y="1003299"/>
                  </a:lnTo>
                  <a:lnTo>
                    <a:pt x="3069902" y="1028699"/>
                  </a:lnTo>
                  <a:lnTo>
                    <a:pt x="3121195" y="1041399"/>
                  </a:lnTo>
                  <a:lnTo>
                    <a:pt x="3172544" y="1066799"/>
                  </a:lnTo>
                  <a:lnTo>
                    <a:pt x="3223943" y="1079499"/>
                  </a:lnTo>
                  <a:lnTo>
                    <a:pt x="3275385" y="1104899"/>
                  </a:lnTo>
                  <a:lnTo>
                    <a:pt x="3326866" y="1117599"/>
                  </a:lnTo>
                  <a:lnTo>
                    <a:pt x="3378380" y="1142999"/>
                  </a:lnTo>
                  <a:lnTo>
                    <a:pt x="3429920" y="1155699"/>
                  </a:lnTo>
                  <a:lnTo>
                    <a:pt x="3481483" y="1181099"/>
                  </a:lnTo>
                  <a:lnTo>
                    <a:pt x="3533060" y="1193799"/>
                  </a:lnTo>
                  <a:lnTo>
                    <a:pt x="3584648" y="1219199"/>
                  </a:lnTo>
                  <a:lnTo>
                    <a:pt x="3636241" y="1231899"/>
                  </a:lnTo>
                  <a:lnTo>
                    <a:pt x="3687832" y="1257299"/>
                  </a:lnTo>
                  <a:lnTo>
                    <a:pt x="3739416" y="1269999"/>
                  </a:lnTo>
                  <a:lnTo>
                    <a:pt x="3790987" y="1295399"/>
                  </a:lnTo>
                  <a:lnTo>
                    <a:pt x="3831661" y="1320799"/>
                  </a:lnTo>
                  <a:lnTo>
                    <a:pt x="3854059" y="1358899"/>
                  </a:lnTo>
                  <a:lnTo>
                    <a:pt x="3860499" y="1396999"/>
                  </a:lnTo>
                  <a:lnTo>
                    <a:pt x="3853299" y="1435099"/>
                  </a:lnTo>
                  <a:lnTo>
                    <a:pt x="3834451" y="1460499"/>
                  </a:lnTo>
                  <a:lnTo>
                    <a:pt x="3804490" y="1485899"/>
                  </a:lnTo>
                  <a:lnTo>
                    <a:pt x="3764690" y="1498599"/>
                  </a:lnTo>
                  <a:lnTo>
                    <a:pt x="3662355" y="1498599"/>
                  </a:lnTo>
                  <a:lnTo>
                    <a:pt x="3711263" y="1511299"/>
                  </a:lnTo>
                  <a:lnTo>
                    <a:pt x="3722484" y="1511299"/>
                  </a:lnTo>
                  <a:lnTo>
                    <a:pt x="3733392" y="1523999"/>
                  </a:lnTo>
                  <a:close/>
                </a:path>
                <a:path w="3876675" h="1524000">
                  <a:moveTo>
                    <a:pt x="3662355" y="1498599"/>
                  </a:moveTo>
                  <a:lnTo>
                    <a:pt x="3716328" y="1498599"/>
                  </a:lnTo>
                  <a:lnTo>
                    <a:pt x="3667439" y="1485899"/>
                  </a:lnTo>
                  <a:lnTo>
                    <a:pt x="3618577" y="1460499"/>
                  </a:lnTo>
                  <a:lnTo>
                    <a:pt x="3520949" y="1435099"/>
                  </a:lnTo>
                  <a:lnTo>
                    <a:pt x="3472189" y="1409699"/>
                  </a:lnTo>
                  <a:lnTo>
                    <a:pt x="3374795" y="1384299"/>
                  </a:lnTo>
                  <a:lnTo>
                    <a:pt x="3326168" y="1358899"/>
                  </a:lnTo>
                  <a:lnTo>
                    <a:pt x="3277591" y="1346199"/>
                  </a:lnTo>
                  <a:lnTo>
                    <a:pt x="3229069" y="1320799"/>
                  </a:lnTo>
                  <a:lnTo>
                    <a:pt x="3132200" y="1295399"/>
                  </a:lnTo>
                  <a:lnTo>
                    <a:pt x="3083860" y="1269999"/>
                  </a:lnTo>
                  <a:lnTo>
                    <a:pt x="2987386" y="1244599"/>
                  </a:lnTo>
                  <a:lnTo>
                    <a:pt x="2939259" y="1219199"/>
                  </a:lnTo>
                  <a:lnTo>
                    <a:pt x="2843241" y="1193799"/>
                  </a:lnTo>
                  <a:lnTo>
                    <a:pt x="2795357" y="1168399"/>
                  </a:lnTo>
                  <a:lnTo>
                    <a:pt x="2747560" y="1155699"/>
                  </a:lnTo>
                  <a:lnTo>
                    <a:pt x="2699855" y="1130299"/>
                  </a:lnTo>
                  <a:lnTo>
                    <a:pt x="2604730" y="1104899"/>
                  </a:lnTo>
                  <a:lnTo>
                    <a:pt x="2321891" y="990599"/>
                  </a:lnTo>
                  <a:lnTo>
                    <a:pt x="2228545" y="965199"/>
                  </a:lnTo>
                  <a:lnTo>
                    <a:pt x="2135711" y="927099"/>
                  </a:lnTo>
                  <a:lnTo>
                    <a:pt x="1657839" y="749299"/>
                  </a:lnTo>
                  <a:lnTo>
                    <a:pt x="1168211" y="558799"/>
                  </a:lnTo>
                  <a:lnTo>
                    <a:pt x="1073523" y="533399"/>
                  </a:lnTo>
                  <a:lnTo>
                    <a:pt x="796611" y="419099"/>
                  </a:lnTo>
                  <a:lnTo>
                    <a:pt x="706815" y="393699"/>
                  </a:lnTo>
                  <a:lnTo>
                    <a:pt x="661311" y="368299"/>
                  </a:lnTo>
                  <a:lnTo>
                    <a:pt x="615656" y="355599"/>
                  </a:lnTo>
                  <a:lnTo>
                    <a:pt x="569906" y="330199"/>
                  </a:lnTo>
                  <a:lnTo>
                    <a:pt x="478336" y="304799"/>
                  </a:lnTo>
                  <a:lnTo>
                    <a:pt x="432625" y="279399"/>
                  </a:lnTo>
                  <a:lnTo>
                    <a:pt x="387036" y="266699"/>
                  </a:lnTo>
                  <a:lnTo>
                    <a:pt x="296442" y="215899"/>
                  </a:lnTo>
                  <a:lnTo>
                    <a:pt x="251546" y="203199"/>
                  </a:lnTo>
                  <a:lnTo>
                    <a:pt x="119114" y="126999"/>
                  </a:lnTo>
                  <a:lnTo>
                    <a:pt x="33250" y="76199"/>
                  </a:lnTo>
                  <a:lnTo>
                    <a:pt x="17308" y="50799"/>
                  </a:lnTo>
                  <a:lnTo>
                    <a:pt x="16346" y="50799"/>
                  </a:lnTo>
                  <a:lnTo>
                    <a:pt x="18614" y="38099"/>
                  </a:lnTo>
                  <a:lnTo>
                    <a:pt x="23777" y="25399"/>
                  </a:lnTo>
                  <a:lnTo>
                    <a:pt x="32100" y="12699"/>
                  </a:lnTo>
                  <a:lnTo>
                    <a:pt x="11170" y="12699"/>
                  </a:lnTo>
                  <a:lnTo>
                    <a:pt x="3239" y="25399"/>
                  </a:lnTo>
                  <a:lnTo>
                    <a:pt x="0" y="50799"/>
                  </a:lnTo>
                  <a:lnTo>
                    <a:pt x="1831" y="63499"/>
                  </a:lnTo>
                  <a:lnTo>
                    <a:pt x="110865" y="139699"/>
                  </a:lnTo>
                  <a:lnTo>
                    <a:pt x="289107" y="241299"/>
                  </a:lnTo>
                  <a:lnTo>
                    <a:pt x="334487" y="253999"/>
                  </a:lnTo>
                  <a:lnTo>
                    <a:pt x="380088" y="279399"/>
                  </a:lnTo>
                  <a:lnTo>
                    <a:pt x="425856" y="292099"/>
                  </a:lnTo>
                  <a:lnTo>
                    <a:pt x="471738" y="317499"/>
                  </a:lnTo>
                  <a:lnTo>
                    <a:pt x="517681" y="330199"/>
                  </a:lnTo>
                  <a:lnTo>
                    <a:pt x="563632" y="355599"/>
                  </a:lnTo>
                  <a:lnTo>
                    <a:pt x="655340" y="380999"/>
                  </a:lnTo>
                  <a:lnTo>
                    <a:pt x="700991" y="406399"/>
                  </a:lnTo>
                  <a:lnTo>
                    <a:pt x="790788" y="431799"/>
                  </a:lnTo>
                  <a:lnTo>
                    <a:pt x="1067712" y="546099"/>
                  </a:lnTo>
                  <a:lnTo>
                    <a:pt x="1162406" y="584199"/>
                  </a:lnTo>
                  <a:lnTo>
                    <a:pt x="1258231" y="609599"/>
                  </a:lnTo>
                  <a:lnTo>
                    <a:pt x="1753003" y="800099"/>
                  </a:lnTo>
                  <a:lnTo>
                    <a:pt x="1854823" y="838199"/>
                  </a:lnTo>
                  <a:lnTo>
                    <a:pt x="2037726" y="914399"/>
                  </a:lnTo>
                  <a:lnTo>
                    <a:pt x="2176399" y="965199"/>
                  </a:lnTo>
                  <a:lnTo>
                    <a:pt x="2269512" y="990599"/>
                  </a:lnTo>
                  <a:lnTo>
                    <a:pt x="2551740" y="1104899"/>
                  </a:lnTo>
                  <a:lnTo>
                    <a:pt x="2646691" y="1130299"/>
                  </a:lnTo>
                  <a:lnTo>
                    <a:pt x="2694315" y="1155699"/>
                  </a:lnTo>
                  <a:lnTo>
                    <a:pt x="2789846" y="1181099"/>
                  </a:lnTo>
                  <a:lnTo>
                    <a:pt x="2837746" y="1206499"/>
                  </a:lnTo>
                  <a:lnTo>
                    <a:pt x="2933797" y="1231899"/>
                  </a:lnTo>
                  <a:lnTo>
                    <a:pt x="2981942" y="1257299"/>
                  </a:lnTo>
                  <a:lnTo>
                    <a:pt x="3030162" y="1269999"/>
                  </a:lnTo>
                  <a:lnTo>
                    <a:pt x="3078453" y="1295399"/>
                  </a:lnTo>
                  <a:lnTo>
                    <a:pt x="3175239" y="1320799"/>
                  </a:lnTo>
                  <a:lnTo>
                    <a:pt x="3223726" y="1346199"/>
                  </a:lnTo>
                  <a:lnTo>
                    <a:pt x="3320872" y="1371599"/>
                  </a:lnTo>
                  <a:lnTo>
                    <a:pt x="3369524" y="1396999"/>
                  </a:lnTo>
                  <a:lnTo>
                    <a:pt x="3466971" y="1422399"/>
                  </a:lnTo>
                  <a:lnTo>
                    <a:pt x="3515759" y="1447799"/>
                  </a:lnTo>
                  <a:lnTo>
                    <a:pt x="3564585" y="1460499"/>
                  </a:lnTo>
                  <a:lnTo>
                    <a:pt x="3613447" y="1485899"/>
                  </a:lnTo>
                  <a:lnTo>
                    <a:pt x="3662355" y="1498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341" y="2778901"/>
              <a:ext cx="92143" cy="18881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276767" y="2707045"/>
              <a:ext cx="60325" cy="122555"/>
            </a:xfrm>
            <a:custGeom>
              <a:avLst/>
              <a:gdLst/>
              <a:ahLst/>
              <a:cxnLst/>
              <a:rect l="l" t="t" r="r" b="b"/>
              <a:pathLst>
                <a:path w="60325" h="122555">
                  <a:moveTo>
                    <a:pt x="4175" y="122551"/>
                  </a:moveTo>
                  <a:lnTo>
                    <a:pt x="8042" y="122551"/>
                  </a:lnTo>
                  <a:lnTo>
                    <a:pt x="9550" y="122411"/>
                  </a:lnTo>
                  <a:lnTo>
                    <a:pt x="13996" y="121582"/>
                  </a:lnTo>
                  <a:lnTo>
                    <a:pt x="16924" y="117306"/>
                  </a:lnTo>
                  <a:lnTo>
                    <a:pt x="16094" y="112860"/>
                  </a:lnTo>
                  <a:lnTo>
                    <a:pt x="17405" y="73317"/>
                  </a:lnTo>
                  <a:lnTo>
                    <a:pt x="31073" y="43057"/>
                  </a:lnTo>
                  <a:lnTo>
                    <a:pt x="47171" y="23437"/>
                  </a:lnTo>
                  <a:lnTo>
                    <a:pt x="55777" y="15816"/>
                  </a:lnTo>
                  <a:lnTo>
                    <a:pt x="59393" y="13108"/>
                  </a:lnTo>
                  <a:lnTo>
                    <a:pt x="60133" y="7982"/>
                  </a:lnTo>
                  <a:lnTo>
                    <a:pt x="54718" y="739"/>
                  </a:lnTo>
                  <a:lnTo>
                    <a:pt x="49603" y="0"/>
                  </a:lnTo>
                  <a:lnTo>
                    <a:pt x="45986" y="2697"/>
                  </a:lnTo>
                  <a:lnTo>
                    <a:pt x="35984" y="11502"/>
                  </a:lnTo>
                  <a:lnTo>
                    <a:pt x="17287" y="34266"/>
                  </a:lnTo>
                  <a:lnTo>
                    <a:pt x="1443" y="69538"/>
                  </a:lnTo>
                  <a:lnTo>
                    <a:pt x="0" y="115867"/>
                  </a:lnTo>
                  <a:lnTo>
                    <a:pt x="739" y="119804"/>
                  </a:lnTo>
                  <a:lnTo>
                    <a:pt x="4175" y="122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3298" y="4024402"/>
              <a:ext cx="104141" cy="17395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087946" y="3835479"/>
              <a:ext cx="473709" cy="217170"/>
            </a:xfrm>
            <a:custGeom>
              <a:avLst/>
              <a:gdLst/>
              <a:ahLst/>
              <a:cxnLst/>
              <a:rect l="l" t="t" r="r" b="b"/>
              <a:pathLst>
                <a:path w="473710" h="217170">
                  <a:moveTo>
                    <a:pt x="460665" y="216678"/>
                  </a:moveTo>
                  <a:lnTo>
                    <a:pt x="464891" y="216668"/>
                  </a:lnTo>
                  <a:lnTo>
                    <a:pt x="470046" y="216289"/>
                  </a:lnTo>
                  <a:lnTo>
                    <a:pt x="473413" y="212352"/>
                  </a:lnTo>
                  <a:lnTo>
                    <a:pt x="473063" y="207856"/>
                  </a:lnTo>
                  <a:lnTo>
                    <a:pt x="456539" y="146041"/>
                  </a:lnTo>
                  <a:lnTo>
                    <a:pt x="417413" y="114222"/>
                  </a:lnTo>
                  <a:lnTo>
                    <a:pt x="376030" y="97586"/>
                  </a:lnTo>
                  <a:lnTo>
                    <a:pt x="321361" y="77259"/>
                  </a:lnTo>
                  <a:lnTo>
                    <a:pt x="259762" y="55521"/>
                  </a:lnTo>
                  <a:lnTo>
                    <a:pt x="197587" y="34647"/>
                  </a:lnTo>
                  <a:lnTo>
                    <a:pt x="141190" y="16917"/>
                  </a:lnTo>
                  <a:lnTo>
                    <a:pt x="96927" y="4609"/>
                  </a:lnTo>
                  <a:lnTo>
                    <a:pt x="70573" y="0"/>
                  </a:lnTo>
                  <a:lnTo>
                    <a:pt x="69614" y="69"/>
                  </a:lnTo>
                  <a:lnTo>
                    <a:pt x="24841" y="22881"/>
                  </a:lnTo>
                  <a:lnTo>
                    <a:pt x="0" y="47897"/>
                  </a:lnTo>
                  <a:lnTo>
                    <a:pt x="439" y="53063"/>
                  </a:lnTo>
                  <a:lnTo>
                    <a:pt x="7333" y="58878"/>
                  </a:lnTo>
                  <a:lnTo>
                    <a:pt x="12508" y="58438"/>
                  </a:lnTo>
                  <a:lnTo>
                    <a:pt x="15425" y="54991"/>
                  </a:lnTo>
                  <a:lnTo>
                    <a:pt x="24764" y="45045"/>
                  </a:lnTo>
                  <a:lnTo>
                    <a:pt x="38664" y="32751"/>
                  </a:lnTo>
                  <a:lnTo>
                    <a:pt x="54919" y="21917"/>
                  </a:lnTo>
                  <a:lnTo>
                    <a:pt x="71322" y="16355"/>
                  </a:lnTo>
                  <a:lnTo>
                    <a:pt x="92655" y="20079"/>
                  </a:lnTo>
                  <a:lnTo>
                    <a:pt x="133674" y="31509"/>
                  </a:lnTo>
                  <a:lnTo>
                    <a:pt x="187890" y="48438"/>
                  </a:lnTo>
                  <a:lnTo>
                    <a:pt x="248810" y="68658"/>
                  </a:lnTo>
                  <a:lnTo>
                    <a:pt x="309944" y="89959"/>
                  </a:lnTo>
                  <a:lnTo>
                    <a:pt x="364800" y="110135"/>
                  </a:lnTo>
                  <a:lnTo>
                    <a:pt x="406887" y="126977"/>
                  </a:lnTo>
                  <a:lnTo>
                    <a:pt x="441625" y="152746"/>
                  </a:lnTo>
                  <a:lnTo>
                    <a:pt x="454629" y="193475"/>
                  </a:lnTo>
                  <a:lnTo>
                    <a:pt x="457079" y="213421"/>
                  </a:lnTo>
                  <a:lnTo>
                    <a:pt x="460665" y="21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13628" y="4622045"/>
              <a:ext cx="953769" cy="2600960"/>
            </a:xfrm>
            <a:custGeom>
              <a:avLst/>
              <a:gdLst/>
              <a:ahLst/>
              <a:cxnLst/>
              <a:rect l="l" t="t" r="r" b="b"/>
              <a:pathLst>
                <a:path w="953769" h="2600959">
                  <a:moveTo>
                    <a:pt x="405387" y="2600565"/>
                  </a:moveTo>
                  <a:lnTo>
                    <a:pt x="953660" y="2500033"/>
                  </a:lnTo>
                  <a:lnTo>
                    <a:pt x="557404" y="0"/>
                  </a:lnTo>
                  <a:lnTo>
                    <a:pt x="0" y="43441"/>
                  </a:lnTo>
                  <a:lnTo>
                    <a:pt x="405387" y="2600565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05196" y="4613632"/>
              <a:ext cx="970915" cy="2617470"/>
            </a:xfrm>
            <a:custGeom>
              <a:avLst/>
              <a:gdLst/>
              <a:ahLst/>
              <a:cxnLst/>
              <a:rect l="l" t="t" r="r" b="b"/>
              <a:pathLst>
                <a:path w="970914" h="2617470">
                  <a:moveTo>
                    <a:pt x="412001" y="2617110"/>
                  </a:moveTo>
                  <a:lnTo>
                    <a:pt x="414808" y="2617110"/>
                  </a:lnTo>
                  <a:lnTo>
                    <a:pt x="967947" y="2515699"/>
                  </a:lnTo>
                  <a:lnTo>
                    <a:pt x="970884" y="2511553"/>
                  </a:lnTo>
                  <a:lnTo>
                    <a:pt x="573269" y="2927"/>
                  </a:lnTo>
                  <a:lnTo>
                    <a:pt x="569363" y="0"/>
                  </a:lnTo>
                  <a:lnTo>
                    <a:pt x="565207" y="259"/>
                  </a:lnTo>
                  <a:lnTo>
                    <a:pt x="348439" y="17154"/>
                  </a:lnTo>
                  <a:lnTo>
                    <a:pt x="558942" y="17154"/>
                  </a:lnTo>
                  <a:lnTo>
                    <a:pt x="952761" y="2501822"/>
                  </a:lnTo>
                  <a:lnTo>
                    <a:pt x="420603" y="2599405"/>
                  </a:lnTo>
                  <a:lnTo>
                    <a:pt x="404031" y="2599405"/>
                  </a:lnTo>
                  <a:lnTo>
                    <a:pt x="406097" y="2612434"/>
                  </a:lnTo>
                  <a:lnTo>
                    <a:pt x="407306" y="2614382"/>
                  </a:lnTo>
                  <a:lnTo>
                    <a:pt x="410493" y="2616640"/>
                  </a:lnTo>
                  <a:lnTo>
                    <a:pt x="412001" y="2617110"/>
                  </a:lnTo>
                  <a:close/>
                </a:path>
                <a:path w="970914" h="2617470">
                  <a:moveTo>
                    <a:pt x="404031" y="2599405"/>
                  </a:moveTo>
                  <a:lnTo>
                    <a:pt x="420603" y="2599405"/>
                  </a:lnTo>
                  <a:lnTo>
                    <a:pt x="17912" y="59327"/>
                  </a:lnTo>
                  <a:lnTo>
                    <a:pt x="558942" y="17154"/>
                  </a:lnTo>
                  <a:lnTo>
                    <a:pt x="348439" y="17154"/>
                  </a:lnTo>
                  <a:lnTo>
                    <a:pt x="5534" y="43881"/>
                  </a:lnTo>
                  <a:lnTo>
                    <a:pt x="3426" y="45000"/>
                  </a:lnTo>
                  <a:lnTo>
                    <a:pt x="599" y="48587"/>
                  </a:lnTo>
                  <a:lnTo>
                    <a:pt x="0" y="50895"/>
                  </a:lnTo>
                  <a:lnTo>
                    <a:pt x="404031" y="2599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4393" y="4527259"/>
              <a:ext cx="993140" cy="2829560"/>
            </a:xfrm>
            <a:custGeom>
              <a:avLst/>
              <a:gdLst/>
              <a:ahLst/>
              <a:cxnLst/>
              <a:rect l="l" t="t" r="r" b="b"/>
              <a:pathLst>
                <a:path w="993139" h="2829559">
                  <a:moveTo>
                    <a:pt x="444590" y="2829213"/>
                  </a:moveTo>
                  <a:lnTo>
                    <a:pt x="992963" y="2728691"/>
                  </a:lnTo>
                  <a:lnTo>
                    <a:pt x="560401" y="0"/>
                  </a:lnTo>
                  <a:lnTo>
                    <a:pt x="0" y="24708"/>
                  </a:lnTo>
                  <a:lnTo>
                    <a:pt x="444590" y="282921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5942" y="4518746"/>
              <a:ext cx="1010285" cy="2846070"/>
            </a:xfrm>
            <a:custGeom>
              <a:avLst/>
              <a:gdLst/>
              <a:ahLst/>
              <a:cxnLst/>
              <a:rect l="l" t="t" r="r" b="b"/>
              <a:pathLst>
                <a:path w="1010285" h="2846070">
                  <a:moveTo>
                    <a:pt x="451204" y="2845868"/>
                  </a:moveTo>
                  <a:lnTo>
                    <a:pt x="454021" y="2845868"/>
                  </a:lnTo>
                  <a:lnTo>
                    <a:pt x="1007249" y="2744458"/>
                  </a:lnTo>
                  <a:lnTo>
                    <a:pt x="1010186" y="2740311"/>
                  </a:lnTo>
                  <a:lnTo>
                    <a:pt x="576266" y="3117"/>
                  </a:lnTo>
                  <a:lnTo>
                    <a:pt x="572340" y="0"/>
                  </a:lnTo>
                  <a:lnTo>
                    <a:pt x="568483" y="339"/>
                  </a:lnTo>
                  <a:lnTo>
                    <a:pt x="190512" y="17004"/>
                  </a:lnTo>
                  <a:lnTo>
                    <a:pt x="561909" y="17004"/>
                  </a:lnTo>
                  <a:lnTo>
                    <a:pt x="992074" y="2730580"/>
                  </a:lnTo>
                  <a:lnTo>
                    <a:pt x="459816" y="2828164"/>
                  </a:lnTo>
                  <a:lnTo>
                    <a:pt x="443234" y="2828164"/>
                  </a:lnTo>
                  <a:lnTo>
                    <a:pt x="445299" y="2841192"/>
                  </a:lnTo>
                  <a:lnTo>
                    <a:pt x="446508" y="2843140"/>
                  </a:lnTo>
                  <a:lnTo>
                    <a:pt x="449695" y="2845398"/>
                  </a:lnTo>
                  <a:lnTo>
                    <a:pt x="451204" y="2845868"/>
                  </a:lnTo>
                  <a:close/>
                </a:path>
                <a:path w="1010285" h="2846070">
                  <a:moveTo>
                    <a:pt x="443234" y="2828164"/>
                  </a:moveTo>
                  <a:lnTo>
                    <a:pt x="459816" y="2828164"/>
                  </a:lnTo>
                  <a:lnTo>
                    <a:pt x="17972" y="40993"/>
                  </a:lnTo>
                  <a:lnTo>
                    <a:pt x="561909" y="17004"/>
                  </a:lnTo>
                  <a:lnTo>
                    <a:pt x="190512" y="17004"/>
                  </a:lnTo>
                  <a:lnTo>
                    <a:pt x="8092" y="25048"/>
                  </a:lnTo>
                  <a:lnTo>
                    <a:pt x="5953" y="25048"/>
                  </a:lnTo>
                  <a:lnTo>
                    <a:pt x="3586" y="26237"/>
                  </a:lnTo>
                  <a:lnTo>
                    <a:pt x="629" y="29853"/>
                  </a:lnTo>
                  <a:lnTo>
                    <a:pt x="0" y="32201"/>
                  </a:lnTo>
                  <a:lnTo>
                    <a:pt x="443234" y="2828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0520" y="4083410"/>
              <a:ext cx="1087120" cy="3407410"/>
            </a:xfrm>
            <a:custGeom>
              <a:avLst/>
              <a:gdLst/>
              <a:ahLst/>
              <a:cxnLst/>
              <a:rect l="l" t="t" r="r" b="b"/>
              <a:pathLst>
                <a:path w="1087120" h="3407409">
                  <a:moveTo>
                    <a:pt x="538492" y="3406933"/>
                  </a:moveTo>
                  <a:lnTo>
                    <a:pt x="1086835" y="3306382"/>
                  </a:lnTo>
                  <a:lnTo>
                    <a:pt x="562739" y="0"/>
                  </a:lnTo>
                  <a:lnTo>
                    <a:pt x="0" y="9711"/>
                  </a:lnTo>
                  <a:lnTo>
                    <a:pt x="538492" y="340693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2068" y="4075217"/>
              <a:ext cx="1104265" cy="3423285"/>
            </a:xfrm>
            <a:custGeom>
              <a:avLst/>
              <a:gdLst/>
              <a:ahLst/>
              <a:cxnLst/>
              <a:rect l="l" t="t" r="r" b="b"/>
              <a:pathLst>
                <a:path w="1104265" h="3423284">
                  <a:moveTo>
                    <a:pt x="545115" y="3423268"/>
                  </a:moveTo>
                  <a:lnTo>
                    <a:pt x="547933" y="3423268"/>
                  </a:lnTo>
                  <a:lnTo>
                    <a:pt x="1101131" y="3321818"/>
                  </a:lnTo>
                  <a:lnTo>
                    <a:pt x="1104068" y="3317671"/>
                  </a:lnTo>
                  <a:lnTo>
                    <a:pt x="578634" y="2877"/>
                  </a:lnTo>
                  <a:lnTo>
                    <a:pt x="575177" y="219"/>
                  </a:lnTo>
                  <a:lnTo>
                    <a:pt x="571051" y="0"/>
                  </a:lnTo>
                  <a:lnTo>
                    <a:pt x="8311" y="9711"/>
                  </a:lnTo>
                  <a:lnTo>
                    <a:pt x="6027" y="9711"/>
                  </a:lnTo>
                  <a:lnTo>
                    <a:pt x="3706" y="10820"/>
                  </a:lnTo>
                  <a:lnTo>
                    <a:pt x="659" y="14457"/>
                  </a:lnTo>
                  <a:lnTo>
                    <a:pt x="96" y="16495"/>
                  </a:lnTo>
                  <a:lnTo>
                    <a:pt x="564217" y="16495"/>
                  </a:lnTo>
                  <a:lnTo>
                    <a:pt x="1085945" y="3307960"/>
                  </a:lnTo>
                  <a:lnTo>
                    <a:pt x="553717" y="3405564"/>
                  </a:lnTo>
                  <a:lnTo>
                    <a:pt x="537146" y="3405564"/>
                  </a:lnTo>
                  <a:lnTo>
                    <a:pt x="539211" y="3418593"/>
                  </a:lnTo>
                  <a:lnTo>
                    <a:pt x="540420" y="3420541"/>
                  </a:lnTo>
                  <a:lnTo>
                    <a:pt x="543607" y="3422799"/>
                  </a:lnTo>
                  <a:lnTo>
                    <a:pt x="545115" y="3423268"/>
                  </a:lnTo>
                  <a:close/>
                </a:path>
                <a:path w="1104265" h="3423284">
                  <a:moveTo>
                    <a:pt x="537146" y="3405564"/>
                  </a:moveTo>
                  <a:lnTo>
                    <a:pt x="553717" y="3405564"/>
                  </a:lnTo>
                  <a:lnTo>
                    <a:pt x="18012" y="25927"/>
                  </a:lnTo>
                  <a:lnTo>
                    <a:pt x="564217" y="16495"/>
                  </a:lnTo>
                  <a:lnTo>
                    <a:pt x="96" y="16495"/>
                  </a:lnTo>
                  <a:lnTo>
                    <a:pt x="0" y="16845"/>
                  </a:lnTo>
                  <a:lnTo>
                    <a:pt x="537146" y="34055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21726" y="4954002"/>
              <a:ext cx="875665" cy="2134870"/>
            </a:xfrm>
            <a:custGeom>
              <a:avLst/>
              <a:gdLst/>
              <a:ahLst/>
              <a:cxnLst/>
              <a:rect l="l" t="t" r="r" b="b"/>
              <a:pathLst>
                <a:path w="875664" h="2134870">
                  <a:moveTo>
                    <a:pt x="327221" y="2134736"/>
                  </a:moveTo>
                  <a:lnTo>
                    <a:pt x="875594" y="2034205"/>
                  </a:lnTo>
                  <a:lnTo>
                    <a:pt x="553198" y="0"/>
                  </a:lnTo>
                  <a:lnTo>
                    <a:pt x="0" y="70377"/>
                  </a:lnTo>
                  <a:lnTo>
                    <a:pt x="327221" y="2134736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13294" y="4945410"/>
              <a:ext cx="892810" cy="2152015"/>
            </a:xfrm>
            <a:custGeom>
              <a:avLst/>
              <a:gdLst/>
              <a:ahLst/>
              <a:cxnLst/>
              <a:rect l="l" t="t" r="r" b="b"/>
              <a:pathLst>
                <a:path w="892810" h="2152015">
                  <a:moveTo>
                    <a:pt x="333846" y="2151471"/>
                  </a:moveTo>
                  <a:lnTo>
                    <a:pt x="336632" y="2151471"/>
                  </a:lnTo>
                  <a:lnTo>
                    <a:pt x="889860" y="2050050"/>
                  </a:lnTo>
                  <a:lnTo>
                    <a:pt x="892797" y="2045904"/>
                  </a:lnTo>
                  <a:lnTo>
                    <a:pt x="569013" y="2947"/>
                  </a:lnTo>
                  <a:lnTo>
                    <a:pt x="564957" y="0"/>
                  </a:lnTo>
                  <a:lnTo>
                    <a:pt x="560591" y="469"/>
                  </a:lnTo>
                  <a:lnTo>
                    <a:pt x="424945" y="17724"/>
                  </a:lnTo>
                  <a:lnTo>
                    <a:pt x="554786" y="17724"/>
                  </a:lnTo>
                  <a:lnTo>
                    <a:pt x="874684" y="2036193"/>
                  </a:lnTo>
                  <a:lnTo>
                    <a:pt x="342426" y="2133777"/>
                  </a:lnTo>
                  <a:lnTo>
                    <a:pt x="325848" y="2133777"/>
                  </a:lnTo>
                  <a:lnTo>
                    <a:pt x="327910" y="2146785"/>
                  </a:lnTo>
                  <a:lnTo>
                    <a:pt x="329119" y="2148733"/>
                  </a:lnTo>
                  <a:lnTo>
                    <a:pt x="332306" y="2150991"/>
                  </a:lnTo>
                  <a:lnTo>
                    <a:pt x="333846" y="2151471"/>
                  </a:lnTo>
                  <a:close/>
                </a:path>
                <a:path w="892810" h="2152015">
                  <a:moveTo>
                    <a:pt x="325848" y="2133777"/>
                  </a:moveTo>
                  <a:lnTo>
                    <a:pt x="342426" y="2133777"/>
                  </a:lnTo>
                  <a:lnTo>
                    <a:pt x="17842" y="86034"/>
                  </a:lnTo>
                  <a:lnTo>
                    <a:pt x="554786" y="17724"/>
                  </a:lnTo>
                  <a:lnTo>
                    <a:pt x="424945" y="17724"/>
                  </a:lnTo>
                  <a:lnTo>
                    <a:pt x="5205" y="71117"/>
                  </a:lnTo>
                  <a:lnTo>
                    <a:pt x="3216" y="72276"/>
                  </a:lnTo>
                  <a:lnTo>
                    <a:pt x="559" y="75823"/>
                  </a:lnTo>
                  <a:lnTo>
                    <a:pt x="0" y="78061"/>
                  </a:lnTo>
                  <a:lnTo>
                    <a:pt x="325848" y="213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5393" y="5189839"/>
              <a:ext cx="2613631" cy="400052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673731" y="3466299"/>
              <a:ext cx="2556510" cy="1180465"/>
            </a:xfrm>
            <a:custGeom>
              <a:avLst/>
              <a:gdLst/>
              <a:ahLst/>
              <a:cxnLst/>
              <a:rect l="l" t="t" r="r" b="b"/>
              <a:pathLst>
                <a:path w="2556510" h="1180464">
                  <a:moveTo>
                    <a:pt x="2556179" y="1173505"/>
                  </a:moveTo>
                  <a:lnTo>
                    <a:pt x="2501150" y="801839"/>
                  </a:lnTo>
                  <a:lnTo>
                    <a:pt x="2499410" y="799490"/>
                  </a:lnTo>
                  <a:lnTo>
                    <a:pt x="784606" y="0"/>
                  </a:lnTo>
                  <a:lnTo>
                    <a:pt x="783132" y="203"/>
                  </a:lnTo>
                  <a:lnTo>
                    <a:pt x="4902" y="6908"/>
                  </a:lnTo>
                  <a:lnTo>
                    <a:pt x="1549" y="9677"/>
                  </a:lnTo>
                  <a:lnTo>
                    <a:pt x="139" y="16586"/>
                  </a:lnTo>
                  <a:lnTo>
                    <a:pt x="0" y="17246"/>
                  </a:lnTo>
                  <a:lnTo>
                    <a:pt x="2006" y="21069"/>
                  </a:lnTo>
                  <a:lnTo>
                    <a:pt x="1274381" y="586879"/>
                  </a:lnTo>
                  <a:lnTo>
                    <a:pt x="2230551" y="1029373"/>
                  </a:lnTo>
                  <a:lnTo>
                    <a:pt x="2499550" y="1157605"/>
                  </a:lnTo>
                  <a:lnTo>
                    <a:pt x="2545219" y="1179614"/>
                  </a:lnTo>
                  <a:lnTo>
                    <a:pt x="2546426" y="1179893"/>
                  </a:lnTo>
                  <a:lnTo>
                    <a:pt x="2549347" y="1179893"/>
                  </a:lnTo>
                  <a:lnTo>
                    <a:pt x="2551049" y="1179347"/>
                  </a:lnTo>
                  <a:lnTo>
                    <a:pt x="2554922" y="1176502"/>
                  </a:lnTo>
                  <a:lnTo>
                    <a:pt x="2556179" y="1173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8144513" y="1398948"/>
            <a:ext cx="8696960" cy="3073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4300" spc="310"/>
              <a:t>TWO</a:t>
            </a:r>
            <a:r>
              <a:rPr dirty="0" sz="4300" spc="-240"/>
              <a:t> </a:t>
            </a:r>
            <a:r>
              <a:rPr dirty="0" sz="4300" spc="195"/>
              <a:t>MAJOR</a:t>
            </a:r>
            <a:r>
              <a:rPr dirty="0" sz="4300" spc="-235"/>
              <a:t> </a:t>
            </a:r>
            <a:r>
              <a:rPr dirty="0" sz="4300" spc="-10"/>
              <a:t>EXCHANGES: </a:t>
            </a:r>
            <a:r>
              <a:rPr dirty="0" sz="4300" b="0">
                <a:latin typeface="Lucida Sans Unicode"/>
                <a:cs typeface="Lucida Sans Unicode"/>
              </a:rPr>
              <a:t>BOMBAY</a:t>
            </a:r>
            <a:r>
              <a:rPr dirty="0" sz="4300" spc="-155" b="0">
                <a:latin typeface="Lucida Sans Unicode"/>
                <a:cs typeface="Lucida Sans Unicode"/>
              </a:rPr>
              <a:t> </a:t>
            </a:r>
            <a:r>
              <a:rPr dirty="0" sz="4300" spc="-20" b="0">
                <a:latin typeface="Lucida Sans Unicode"/>
                <a:cs typeface="Lucida Sans Unicode"/>
              </a:rPr>
              <a:t>STOCK</a:t>
            </a:r>
            <a:r>
              <a:rPr dirty="0" sz="4300" spc="-150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EXCHANGE</a:t>
            </a:r>
            <a:r>
              <a:rPr dirty="0" sz="4300" spc="-150" b="0">
                <a:latin typeface="Lucida Sans Unicode"/>
                <a:cs typeface="Lucida Sans Unicode"/>
              </a:rPr>
              <a:t> </a:t>
            </a:r>
            <a:r>
              <a:rPr dirty="0" sz="4300" spc="-10" b="0">
                <a:latin typeface="Lucida Sans Unicode"/>
                <a:cs typeface="Lucida Sans Unicode"/>
              </a:rPr>
              <a:t>(BSE) </a:t>
            </a:r>
            <a:r>
              <a:rPr dirty="0" sz="4300" spc="-229" b="0">
                <a:latin typeface="Lucida Sans Unicode"/>
                <a:cs typeface="Lucida Sans Unicode"/>
              </a:rPr>
              <a:t>NATIONAL</a:t>
            </a:r>
            <a:r>
              <a:rPr dirty="0" sz="4300" spc="-195" b="0">
                <a:latin typeface="Lucida Sans Unicode"/>
                <a:cs typeface="Lucida Sans Unicode"/>
              </a:rPr>
              <a:t> </a:t>
            </a:r>
            <a:r>
              <a:rPr dirty="0" sz="4300" spc="-20" b="0">
                <a:latin typeface="Lucida Sans Unicode"/>
                <a:cs typeface="Lucida Sans Unicode"/>
              </a:rPr>
              <a:t>STOCK</a:t>
            </a:r>
            <a:r>
              <a:rPr dirty="0" sz="4300" spc="-200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EXCHANGE</a:t>
            </a:r>
            <a:r>
              <a:rPr dirty="0" sz="4300" spc="-200" b="0">
                <a:latin typeface="Lucida Sans Unicode"/>
                <a:cs typeface="Lucida Sans Unicode"/>
              </a:rPr>
              <a:t> </a:t>
            </a:r>
            <a:r>
              <a:rPr dirty="0" sz="4300" spc="45" b="0">
                <a:latin typeface="Lucida Sans Unicode"/>
                <a:cs typeface="Lucida Sans Unicode"/>
              </a:rPr>
              <a:t>OF </a:t>
            </a:r>
            <a:r>
              <a:rPr dirty="0" sz="4300" spc="-260" b="0">
                <a:latin typeface="Lucida Sans Unicode"/>
                <a:cs typeface="Lucida Sans Unicode"/>
              </a:rPr>
              <a:t>INDIA</a:t>
            </a:r>
            <a:r>
              <a:rPr dirty="0" sz="4300" spc="-195" b="0">
                <a:latin typeface="Lucida Sans Unicode"/>
                <a:cs typeface="Lucida Sans Unicode"/>
              </a:rPr>
              <a:t> </a:t>
            </a:r>
            <a:r>
              <a:rPr dirty="0" sz="4300" spc="-20" b="0">
                <a:latin typeface="Lucida Sans Unicode"/>
                <a:cs typeface="Lucida Sans Unicode"/>
              </a:rPr>
              <a:t>(NSE)</a:t>
            </a:r>
            <a:endParaRPr sz="4300">
              <a:latin typeface="Lucida Sans Unicode"/>
              <a:cs typeface="Lucida Sans Unicod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352185" y="4446948"/>
            <a:ext cx="10537190" cy="465899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 marR="248285">
              <a:lnSpc>
                <a:spcPct val="100000"/>
              </a:lnSpc>
              <a:spcBef>
                <a:spcPts val="940"/>
              </a:spcBef>
            </a:pPr>
            <a:r>
              <a:rPr dirty="0" sz="4300" spc="-190" b="1">
                <a:solidFill>
                  <a:srgbClr val="171717"/>
                </a:solidFill>
                <a:latin typeface="Arial"/>
                <a:cs typeface="Arial"/>
              </a:rPr>
              <a:t>KEY</a:t>
            </a:r>
            <a:r>
              <a:rPr dirty="0" sz="4300" spc="-22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300" spc="-10" b="1">
                <a:solidFill>
                  <a:srgbClr val="171717"/>
                </a:solidFill>
                <a:latin typeface="Arial"/>
                <a:cs typeface="Arial"/>
              </a:rPr>
              <a:t>INDEXES:</a:t>
            </a:r>
            <a:endParaRPr sz="4300">
              <a:latin typeface="Arial"/>
              <a:cs typeface="Arial"/>
            </a:endParaRPr>
          </a:p>
          <a:p>
            <a:pPr algn="ctr" marL="3558540" marR="3806825">
              <a:lnSpc>
                <a:spcPts val="6000"/>
              </a:lnSpc>
              <a:spcBef>
                <a:spcPts val="340"/>
              </a:spcBef>
            </a:pPr>
            <a:r>
              <a:rPr dirty="0" sz="4300" spc="-200">
                <a:solidFill>
                  <a:srgbClr val="171717"/>
                </a:solidFill>
                <a:latin typeface="Lucida Sans Unicode"/>
                <a:cs typeface="Lucida Sans Unicode"/>
              </a:rPr>
              <a:t>NIFTY</a:t>
            </a:r>
            <a:r>
              <a:rPr dirty="0" sz="4300" spc="-1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35">
                <a:solidFill>
                  <a:srgbClr val="171717"/>
                </a:solidFill>
                <a:latin typeface="Lucida Sans Unicode"/>
                <a:cs typeface="Lucida Sans Unicode"/>
              </a:rPr>
              <a:t>50 </a:t>
            </a:r>
            <a:r>
              <a:rPr dirty="0" sz="4300" spc="240">
                <a:solidFill>
                  <a:srgbClr val="171717"/>
                </a:solidFill>
                <a:latin typeface="Lucida Sans Unicode"/>
                <a:cs typeface="Lucida Sans Unicode"/>
              </a:rPr>
              <a:t>BSE</a:t>
            </a:r>
            <a:r>
              <a:rPr dirty="0" sz="43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85">
                <a:solidFill>
                  <a:srgbClr val="171717"/>
                </a:solidFill>
                <a:latin typeface="Lucida Sans Unicode"/>
                <a:cs typeface="Lucida Sans Unicode"/>
              </a:rPr>
              <a:t>SENSEX</a:t>
            </a:r>
            <a:endParaRPr sz="4300">
              <a:latin typeface="Lucida Sans Unicode"/>
              <a:cs typeface="Lucida Sans Unicode"/>
            </a:endParaRPr>
          </a:p>
          <a:p>
            <a:pPr algn="r" marR="5080">
              <a:lnSpc>
                <a:spcPts val="8515"/>
              </a:lnSpc>
            </a:pPr>
            <a:r>
              <a:rPr dirty="0" sz="8850" spc="-35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850" spc="-39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850" spc="-16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850" spc="-22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850" spc="-355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850" spc="-345" b="1">
                <a:solidFill>
                  <a:srgbClr val="171717"/>
                </a:solidFill>
                <a:latin typeface="Arial"/>
                <a:cs typeface="Arial"/>
              </a:rPr>
              <a:t>d</a:t>
            </a:r>
            <a:r>
              <a:rPr dirty="0" sz="8850" spc="-390" b="1">
                <a:solidFill>
                  <a:srgbClr val="171717"/>
                </a:solidFill>
                <a:latin typeface="Arial"/>
                <a:cs typeface="Arial"/>
              </a:rPr>
              <a:t>u</a:t>
            </a:r>
            <a:r>
              <a:rPr dirty="0" sz="8850" spc="-330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8850" spc="-16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850" spc="-45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850" spc="-355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850" spc="225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850" spc="-162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50" spc="430" b="1">
                <a:solidFill>
                  <a:srgbClr val="171717"/>
                </a:solidFill>
                <a:latin typeface="Arial"/>
                <a:cs typeface="Arial"/>
              </a:rPr>
              <a:t>to</a:t>
            </a:r>
            <a:r>
              <a:rPr dirty="0" sz="8850" spc="-162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50" spc="-59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850" spc="-63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850" spc="-585" b="1">
                <a:solidFill>
                  <a:srgbClr val="171717"/>
                </a:solidFill>
                <a:latin typeface="Arial"/>
                <a:cs typeface="Arial"/>
              </a:rPr>
              <a:t>d</a:t>
            </a:r>
            <a:r>
              <a:rPr dirty="0" sz="8850" spc="-69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850" spc="-52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850" spc="-15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endParaRPr sz="8850">
              <a:latin typeface="Arial"/>
              <a:cs typeface="Arial"/>
            </a:endParaRPr>
          </a:p>
          <a:p>
            <a:pPr algn="r" marR="5080">
              <a:lnSpc>
                <a:spcPts val="9625"/>
              </a:lnSpc>
            </a:pPr>
            <a:r>
              <a:rPr dirty="0" sz="8850" spc="-285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8850" spc="-10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850" spc="-290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850" spc="-265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8850" spc="290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8850" spc="-162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50" spc="225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8850" spc="21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850" spc="27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850" spc="135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8850" spc="18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850" spc="72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endParaRPr sz="8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314617" y="812429"/>
            <a:ext cx="96520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solidFill>
                  <a:srgbClr val="171717"/>
                </a:solidFill>
                <a:latin typeface="Lucida Sans Unicode"/>
                <a:cs typeface="Lucida Sans Unicode"/>
              </a:rPr>
              <a:t>CONTENT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221938" y="812429"/>
            <a:ext cx="8185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solidFill>
                  <a:srgbClr val="171717"/>
                </a:solidFill>
                <a:latin typeface="Lucida Sans Unicode"/>
                <a:cs typeface="Lucida Sans Unicode"/>
              </a:rPr>
              <a:t>OTHERS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14216" y="812429"/>
            <a:ext cx="61849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0">
                <a:solidFill>
                  <a:srgbClr val="171717"/>
                </a:solidFill>
                <a:latin typeface="Lucida Sans Unicode"/>
                <a:cs typeface="Lucida Sans Unicode"/>
              </a:rPr>
              <a:t>HOME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600116" y="812429"/>
            <a:ext cx="70675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solidFill>
                  <a:srgbClr val="171717"/>
                </a:solidFill>
                <a:latin typeface="Lucida Sans Unicode"/>
                <a:cs typeface="Lucida Sans Unicode"/>
              </a:rPr>
              <a:t>ABOUT</a:t>
            </a:r>
            <a:endParaRPr sz="1550">
              <a:latin typeface="Lucida Sans Unicode"/>
              <a:cs typeface="Lucida Sans Unicod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58" y="4386623"/>
            <a:ext cx="142874" cy="1428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008" y="5215298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58" y="6053497"/>
            <a:ext cx="142874" cy="1428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858" y="6853597"/>
            <a:ext cx="142874" cy="1428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25503" y="1641450"/>
            <a:ext cx="9979660" cy="794956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8750" spc="-385" b="1">
                <a:solidFill>
                  <a:srgbClr val="171717"/>
                </a:solidFill>
                <a:latin typeface="Arial"/>
                <a:cs typeface="Arial"/>
              </a:rPr>
              <a:t>P</a:t>
            </a:r>
            <a:r>
              <a:rPr dirty="0" sz="8750" spc="-27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750" spc="-400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750" spc="-395" b="1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dirty="0" sz="8750" spc="-509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8750" spc="-36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750" spc="170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8750" spc="-163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750" spc="-25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8750" spc="16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750" spc="4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750" spc="16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750" spc="1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750" spc="-25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8750" spc="1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750" spc="-55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750" spc="54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endParaRPr sz="8750">
              <a:latin typeface="Arial"/>
              <a:cs typeface="Arial"/>
            </a:endParaRPr>
          </a:p>
          <a:p>
            <a:pPr marL="1336040" marR="132080" indent="-974090">
              <a:lnSpc>
                <a:spcPts val="6300"/>
              </a:lnSpc>
              <a:spcBef>
                <a:spcPts val="100"/>
              </a:spcBef>
            </a:pP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4500" spc="-22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">
                <a:solidFill>
                  <a:srgbClr val="171717"/>
                </a:solidFill>
                <a:latin typeface="Lucida Sans Unicode"/>
                <a:cs typeface="Lucida Sans Unicode"/>
              </a:rPr>
              <a:t>prices</a:t>
            </a:r>
            <a:r>
              <a:rPr dirty="0" sz="45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">
                <a:solidFill>
                  <a:srgbClr val="171717"/>
                </a:solidFill>
                <a:latin typeface="Lucida Sans Unicode"/>
                <a:cs typeface="Lucida Sans Unicode"/>
              </a:rPr>
              <a:t>change</a:t>
            </a:r>
            <a:r>
              <a:rPr dirty="0" sz="45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5">
                <a:solidFill>
                  <a:srgbClr val="171717"/>
                </a:solidFill>
                <a:latin typeface="Lucida Sans Unicode"/>
                <a:cs typeface="Lucida Sans Unicode"/>
              </a:rPr>
              <a:t>rapidly</a:t>
            </a:r>
            <a:r>
              <a:rPr dirty="0" sz="45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5">
                <a:solidFill>
                  <a:srgbClr val="171717"/>
                </a:solidFill>
                <a:latin typeface="Lucida Sans Unicode"/>
                <a:cs typeface="Lucida Sans Unicode"/>
              </a:rPr>
              <a:t>due</a:t>
            </a:r>
            <a:r>
              <a:rPr dirty="0" sz="45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25">
                <a:solidFill>
                  <a:srgbClr val="171717"/>
                </a:solidFill>
                <a:latin typeface="Lucida Sans Unicode"/>
                <a:cs typeface="Lucida Sans Unicode"/>
              </a:rPr>
              <a:t>to: </a:t>
            </a: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Market</a:t>
            </a:r>
            <a:r>
              <a:rPr dirty="0" sz="45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90">
                <a:solidFill>
                  <a:srgbClr val="171717"/>
                </a:solidFill>
                <a:latin typeface="Lucida Sans Unicode"/>
                <a:cs typeface="Lucida Sans Unicode"/>
              </a:rPr>
              <a:t>demand</a:t>
            </a:r>
            <a:r>
              <a:rPr dirty="0" sz="45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45">
                <a:solidFill>
                  <a:srgbClr val="171717"/>
                </a:solidFill>
                <a:latin typeface="Lucida Sans Unicode"/>
                <a:cs typeface="Lucida Sans Unicode"/>
              </a:rPr>
              <a:t>and</a:t>
            </a:r>
            <a:r>
              <a:rPr dirty="0" sz="45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">
                <a:solidFill>
                  <a:srgbClr val="171717"/>
                </a:solidFill>
                <a:latin typeface="Lucida Sans Unicode"/>
                <a:cs typeface="Lucida Sans Unicode"/>
              </a:rPr>
              <a:t>supply</a:t>
            </a:r>
            <a:endParaRPr sz="4500">
              <a:latin typeface="Lucida Sans Unicode"/>
              <a:cs typeface="Lucida Sans Unicode"/>
            </a:endParaRPr>
          </a:p>
          <a:p>
            <a:pPr marL="1422400">
              <a:lnSpc>
                <a:spcPct val="100000"/>
              </a:lnSpc>
              <a:spcBef>
                <a:spcPts val="515"/>
              </a:spcBef>
            </a:pPr>
            <a:r>
              <a:rPr dirty="0" sz="4900" spc="-65">
                <a:solidFill>
                  <a:srgbClr val="171717"/>
                </a:solidFill>
                <a:latin typeface="Lucida Sans Unicode"/>
                <a:cs typeface="Lucida Sans Unicode"/>
              </a:rPr>
              <a:t>Economic</a:t>
            </a:r>
            <a:r>
              <a:rPr dirty="0" sz="4900" spc="-3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20">
                <a:solidFill>
                  <a:srgbClr val="171717"/>
                </a:solidFill>
                <a:latin typeface="Lucida Sans Unicode"/>
                <a:cs typeface="Lucida Sans Unicode"/>
              </a:rPr>
              <a:t>conditions</a:t>
            </a:r>
            <a:endParaRPr sz="4900">
              <a:latin typeface="Lucida Sans Unicode"/>
              <a:cs typeface="Lucida Sans Unicode"/>
            </a:endParaRPr>
          </a:p>
          <a:p>
            <a:pPr marL="1336040" marR="3582035">
              <a:lnSpc>
                <a:spcPct val="116700"/>
              </a:lnSpc>
              <a:spcBef>
                <a:spcPts val="65"/>
              </a:spcBef>
            </a:pPr>
            <a:r>
              <a:rPr dirty="0" sz="4500" spc="-105">
                <a:solidFill>
                  <a:srgbClr val="171717"/>
                </a:solidFill>
                <a:latin typeface="Lucida Sans Unicode"/>
                <a:cs typeface="Lucida Sans Unicode"/>
              </a:rPr>
              <a:t>Global</a:t>
            </a:r>
            <a:r>
              <a:rPr dirty="0" sz="4500" spc="-22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20">
                <a:solidFill>
                  <a:srgbClr val="171717"/>
                </a:solidFill>
                <a:latin typeface="Lucida Sans Unicode"/>
                <a:cs typeface="Lucida Sans Unicode"/>
              </a:rPr>
              <a:t>news </a:t>
            </a:r>
            <a:r>
              <a:rPr dirty="0" sz="4500" spc="-30">
                <a:solidFill>
                  <a:srgbClr val="171717"/>
                </a:solidFill>
                <a:latin typeface="Lucida Sans Unicode"/>
                <a:cs typeface="Lucida Sans Unicode"/>
              </a:rPr>
              <a:t>Investor</a:t>
            </a:r>
            <a:r>
              <a:rPr dirty="0" sz="4500" spc="-3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55">
                <a:solidFill>
                  <a:srgbClr val="171717"/>
                </a:solidFill>
                <a:latin typeface="Lucida Sans Unicode"/>
                <a:cs typeface="Lucida Sans Unicode"/>
              </a:rPr>
              <a:t>sentiment</a:t>
            </a:r>
            <a:endParaRPr sz="4500">
              <a:latin typeface="Lucida Sans Unicode"/>
              <a:cs typeface="Lucida Sans Unicode"/>
            </a:endParaRPr>
          </a:p>
          <a:p>
            <a:pPr algn="just" marL="362585" marR="5080">
              <a:lnSpc>
                <a:spcPts val="6300"/>
              </a:lnSpc>
              <a:spcBef>
                <a:spcPts val="160"/>
              </a:spcBef>
            </a:pP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Traditional</a:t>
            </a:r>
            <a:r>
              <a:rPr dirty="0" sz="4500" spc="530">
                <a:solidFill>
                  <a:srgbClr val="171717"/>
                </a:solidFill>
                <a:latin typeface="Lucida Sans Unicode"/>
                <a:cs typeface="Lucida Sans Unicode"/>
              </a:rPr>
              <a:t>    </a:t>
            </a: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analysis</a:t>
            </a:r>
            <a:r>
              <a:rPr dirty="0" sz="4500" spc="530">
                <a:solidFill>
                  <a:srgbClr val="171717"/>
                </a:solidFill>
                <a:latin typeface="Lucida Sans Unicode"/>
                <a:cs typeface="Lucida Sans Unicode"/>
              </a:rPr>
              <a:t>    </a:t>
            </a:r>
            <a:r>
              <a:rPr dirty="0" sz="4500" spc="-20">
                <a:solidFill>
                  <a:srgbClr val="171717"/>
                </a:solidFill>
                <a:latin typeface="Lucida Sans Unicode"/>
                <a:cs typeface="Lucida Sans Unicode"/>
              </a:rPr>
              <a:t>methods </a:t>
            </a: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cannot</a:t>
            </a:r>
            <a:r>
              <a:rPr dirty="0" sz="4500" spc="25">
                <a:solidFill>
                  <a:srgbClr val="171717"/>
                </a:solidFill>
                <a:latin typeface="Lucida Sans Unicode"/>
                <a:cs typeface="Lucida Sans Unicode"/>
              </a:rPr>
              <a:t>  </a:t>
            </a:r>
            <a:r>
              <a:rPr dirty="0" sz="4500" spc="75">
                <a:solidFill>
                  <a:srgbClr val="171717"/>
                </a:solidFill>
                <a:latin typeface="Lucida Sans Unicode"/>
                <a:cs typeface="Lucida Sans Unicode"/>
              </a:rPr>
              <a:t>accurately</a:t>
            </a:r>
            <a:r>
              <a:rPr dirty="0" sz="4500" spc="25">
                <a:solidFill>
                  <a:srgbClr val="171717"/>
                </a:solidFill>
                <a:latin typeface="Lucida Sans Unicode"/>
                <a:cs typeface="Lucida Sans Unicode"/>
              </a:rPr>
              <a:t>  </a:t>
            </a:r>
            <a:r>
              <a:rPr dirty="0" sz="4500">
                <a:solidFill>
                  <a:srgbClr val="171717"/>
                </a:solidFill>
                <a:latin typeface="Lucida Sans Unicode"/>
                <a:cs typeface="Lucida Sans Unicode"/>
              </a:rPr>
              <a:t>predict</a:t>
            </a:r>
            <a:r>
              <a:rPr dirty="0" sz="4500" spc="25">
                <a:solidFill>
                  <a:srgbClr val="171717"/>
                </a:solidFill>
                <a:latin typeface="Lucida Sans Unicode"/>
                <a:cs typeface="Lucida Sans Unicode"/>
              </a:rPr>
              <a:t>  </a:t>
            </a:r>
            <a:r>
              <a:rPr dirty="0" sz="4500" spc="-10">
                <a:solidFill>
                  <a:srgbClr val="171717"/>
                </a:solidFill>
                <a:latin typeface="Lucida Sans Unicode"/>
                <a:cs typeface="Lucida Sans Unicode"/>
              </a:rPr>
              <a:t>future stock</a:t>
            </a:r>
            <a:r>
              <a:rPr dirty="0" sz="4500" spc="-3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500" spc="-10">
                <a:solidFill>
                  <a:srgbClr val="171717"/>
                </a:solidFill>
                <a:latin typeface="Lucida Sans Unicode"/>
                <a:cs typeface="Lucida Sans Unicode"/>
              </a:rPr>
              <a:t>trends.</a:t>
            </a:r>
            <a:endParaRPr sz="4500">
              <a:latin typeface="Lucida Sans Unicode"/>
              <a:cs typeface="Lucida Sans Unicode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69556" y="8185284"/>
            <a:ext cx="3486325" cy="2101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54119" y="3234314"/>
            <a:ext cx="6144895" cy="5394325"/>
            <a:chOff x="1754119" y="3234314"/>
            <a:chExt cx="6144895" cy="5394325"/>
          </a:xfrm>
        </p:grpSpPr>
        <p:sp>
          <p:nvSpPr>
            <p:cNvPr id="3" name="object 3" descr=""/>
            <p:cNvSpPr/>
            <p:nvPr/>
          </p:nvSpPr>
          <p:spPr>
            <a:xfrm>
              <a:off x="4082986" y="5789434"/>
              <a:ext cx="3816350" cy="2806065"/>
            </a:xfrm>
            <a:custGeom>
              <a:avLst/>
              <a:gdLst/>
              <a:ahLst/>
              <a:cxnLst/>
              <a:rect l="l" t="t" r="r" b="b"/>
              <a:pathLst>
                <a:path w="3816350" h="2806065">
                  <a:moveTo>
                    <a:pt x="3815994" y="337388"/>
                  </a:moveTo>
                  <a:lnTo>
                    <a:pt x="3803535" y="281127"/>
                  </a:lnTo>
                  <a:lnTo>
                    <a:pt x="3762375" y="243408"/>
                  </a:lnTo>
                  <a:lnTo>
                    <a:pt x="2054250" y="14427"/>
                  </a:lnTo>
                  <a:lnTo>
                    <a:pt x="1970697" y="3441"/>
                  </a:lnTo>
                  <a:lnTo>
                    <a:pt x="1918233" y="0"/>
                  </a:lnTo>
                  <a:lnTo>
                    <a:pt x="1865845" y="3314"/>
                  </a:lnTo>
                  <a:lnTo>
                    <a:pt x="1814322" y="13246"/>
                  </a:lnTo>
                  <a:lnTo>
                    <a:pt x="1764449" y="29629"/>
                  </a:lnTo>
                  <a:lnTo>
                    <a:pt x="1717014" y="52311"/>
                  </a:lnTo>
                  <a:lnTo>
                    <a:pt x="672553" y="638263"/>
                  </a:lnTo>
                  <a:lnTo>
                    <a:pt x="0" y="2799130"/>
                  </a:lnTo>
                  <a:lnTo>
                    <a:pt x="990" y="2802280"/>
                  </a:lnTo>
                  <a:lnTo>
                    <a:pt x="4711" y="2805087"/>
                  </a:lnTo>
                  <a:lnTo>
                    <a:pt x="6235" y="2805595"/>
                  </a:lnTo>
                  <a:lnTo>
                    <a:pt x="9105" y="2805595"/>
                  </a:lnTo>
                  <a:lnTo>
                    <a:pt x="10452" y="2805226"/>
                  </a:lnTo>
                  <a:lnTo>
                    <a:pt x="47307" y="2781744"/>
                  </a:lnTo>
                  <a:lnTo>
                    <a:pt x="3772712" y="408165"/>
                  </a:lnTo>
                  <a:lnTo>
                    <a:pt x="3794645" y="388975"/>
                  </a:lnTo>
                  <a:lnTo>
                    <a:pt x="3809301" y="364832"/>
                  </a:lnTo>
                  <a:lnTo>
                    <a:pt x="3815994" y="337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807342" y="3330807"/>
              <a:ext cx="4566285" cy="5290820"/>
            </a:xfrm>
            <a:custGeom>
              <a:avLst/>
              <a:gdLst/>
              <a:ahLst/>
              <a:cxnLst/>
              <a:rect l="l" t="t" r="r" b="b"/>
              <a:pathLst>
                <a:path w="4566285" h="5290820">
                  <a:moveTo>
                    <a:pt x="2167872" y="5290499"/>
                  </a:moveTo>
                  <a:lnTo>
                    <a:pt x="2119231" y="5283814"/>
                  </a:lnTo>
                  <a:lnTo>
                    <a:pt x="125515" y="4761713"/>
                  </a:lnTo>
                  <a:lnTo>
                    <a:pt x="77800" y="4737888"/>
                  </a:lnTo>
                  <a:lnTo>
                    <a:pt x="0" y="4661087"/>
                  </a:lnTo>
                  <a:lnTo>
                    <a:pt x="4452619" y="0"/>
                  </a:lnTo>
                  <a:lnTo>
                    <a:pt x="4525832" y="72958"/>
                  </a:lnTo>
                  <a:lnTo>
                    <a:pt x="4549842" y="103606"/>
                  </a:lnTo>
                  <a:lnTo>
                    <a:pt x="4563846" y="140025"/>
                  </a:lnTo>
                  <a:lnTo>
                    <a:pt x="4566274" y="179742"/>
                  </a:lnTo>
                  <a:lnTo>
                    <a:pt x="4555553" y="220283"/>
                  </a:lnTo>
                  <a:lnTo>
                    <a:pt x="2358527" y="5168642"/>
                  </a:lnTo>
                  <a:lnTo>
                    <a:pt x="2333389" y="5210838"/>
                  </a:lnTo>
                  <a:lnTo>
                    <a:pt x="2299959" y="5244986"/>
                  </a:lnTo>
                  <a:lnTo>
                    <a:pt x="2260032" y="5270222"/>
                  </a:lnTo>
                  <a:lnTo>
                    <a:pt x="2215404" y="5285681"/>
                  </a:lnTo>
                  <a:lnTo>
                    <a:pt x="2167872" y="5290499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99448" y="3323613"/>
              <a:ext cx="4581525" cy="5305425"/>
            </a:xfrm>
            <a:custGeom>
              <a:avLst/>
              <a:gdLst/>
              <a:ahLst/>
              <a:cxnLst/>
              <a:rect l="l" t="t" r="r" b="b"/>
              <a:pathLst>
                <a:path w="4581525" h="5305425">
                  <a:moveTo>
                    <a:pt x="2179638" y="5305000"/>
                  </a:moveTo>
                  <a:lnTo>
                    <a:pt x="2138917" y="5301083"/>
                  </a:lnTo>
                  <a:lnTo>
                    <a:pt x="131571" y="4775872"/>
                  </a:lnTo>
                  <a:lnTo>
                    <a:pt x="82233" y="4751506"/>
                  </a:lnTo>
                  <a:lnTo>
                    <a:pt x="68440" y="4739182"/>
                  </a:lnTo>
                  <a:lnTo>
                    <a:pt x="68018" y="4738830"/>
                  </a:lnTo>
                  <a:lnTo>
                    <a:pt x="35" y="4670602"/>
                  </a:lnTo>
                  <a:lnTo>
                    <a:pt x="0" y="4666135"/>
                  </a:lnTo>
                  <a:lnTo>
                    <a:pt x="4456737" y="721"/>
                  </a:lnTo>
                  <a:lnTo>
                    <a:pt x="4456866" y="721"/>
                  </a:lnTo>
                  <a:lnTo>
                    <a:pt x="4458511" y="0"/>
                  </a:lnTo>
                  <a:lnTo>
                    <a:pt x="4462095" y="0"/>
                  </a:lnTo>
                  <a:lnTo>
                    <a:pt x="4464213" y="721"/>
                  </a:lnTo>
                  <a:lnTo>
                    <a:pt x="4465593" y="2075"/>
                  </a:lnTo>
                  <a:lnTo>
                    <a:pt x="4481057" y="17483"/>
                  </a:lnTo>
                  <a:lnTo>
                    <a:pt x="4460645" y="17483"/>
                  </a:lnTo>
                  <a:lnTo>
                    <a:pt x="17958" y="4668176"/>
                  </a:lnTo>
                  <a:lnTo>
                    <a:pt x="77362" y="4727784"/>
                  </a:lnTo>
                  <a:lnTo>
                    <a:pt x="77881" y="4728224"/>
                  </a:lnTo>
                  <a:lnTo>
                    <a:pt x="78136" y="4728479"/>
                  </a:lnTo>
                  <a:lnTo>
                    <a:pt x="119317" y="4756573"/>
                  </a:lnTo>
                  <a:lnTo>
                    <a:pt x="2128962" y="5284033"/>
                  </a:lnTo>
                  <a:lnTo>
                    <a:pt x="2176033" y="5290562"/>
                  </a:lnTo>
                  <a:lnTo>
                    <a:pt x="2252520" y="5290562"/>
                  </a:lnTo>
                  <a:lnTo>
                    <a:pt x="2227953" y="5299394"/>
                  </a:lnTo>
                  <a:lnTo>
                    <a:pt x="2179638" y="5305000"/>
                  </a:lnTo>
                  <a:close/>
                </a:path>
                <a:path w="4581525" h="5305425">
                  <a:moveTo>
                    <a:pt x="2252520" y="5290562"/>
                  </a:moveTo>
                  <a:lnTo>
                    <a:pt x="2176033" y="5290562"/>
                  </a:lnTo>
                  <a:lnTo>
                    <a:pt x="2221907" y="5285995"/>
                  </a:lnTo>
                  <a:lnTo>
                    <a:pt x="2264903" y="5271138"/>
                  </a:lnTo>
                  <a:lnTo>
                    <a:pt x="2303342" y="5246799"/>
                  </a:lnTo>
                  <a:lnTo>
                    <a:pt x="2335547" y="5213786"/>
                  </a:lnTo>
                  <a:lnTo>
                    <a:pt x="2359837" y="5172906"/>
                  </a:lnTo>
                  <a:lnTo>
                    <a:pt x="4556862" y="224548"/>
                  </a:lnTo>
                  <a:lnTo>
                    <a:pt x="4566907" y="187594"/>
                  </a:lnTo>
                  <a:lnTo>
                    <a:pt x="4565262" y="150537"/>
                  </a:lnTo>
                  <a:lnTo>
                    <a:pt x="4552399" y="115696"/>
                  </a:lnTo>
                  <a:lnTo>
                    <a:pt x="4528786" y="85385"/>
                  </a:lnTo>
                  <a:lnTo>
                    <a:pt x="4460645" y="17483"/>
                  </a:lnTo>
                  <a:lnTo>
                    <a:pt x="4481057" y="17483"/>
                  </a:lnTo>
                  <a:lnTo>
                    <a:pt x="4538746" y="74963"/>
                  </a:lnTo>
                  <a:lnTo>
                    <a:pt x="4564764" y="108674"/>
                  </a:lnTo>
                  <a:lnTo>
                    <a:pt x="4579051" y="147812"/>
                  </a:lnTo>
                  <a:lnTo>
                    <a:pt x="4580922" y="187594"/>
                  </a:lnTo>
                  <a:lnTo>
                    <a:pt x="4581006" y="189385"/>
                  </a:lnTo>
                  <a:lnTo>
                    <a:pt x="4570030" y="230397"/>
                  </a:lnTo>
                  <a:lnTo>
                    <a:pt x="2373005" y="5178755"/>
                  </a:lnTo>
                  <a:lnTo>
                    <a:pt x="2347412" y="5221994"/>
                  </a:lnTo>
                  <a:lnTo>
                    <a:pt x="2313559" y="5257065"/>
                  </a:lnTo>
                  <a:lnTo>
                    <a:pt x="2273166" y="5283140"/>
                  </a:lnTo>
                  <a:lnTo>
                    <a:pt x="2252520" y="5290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61778" y="3241517"/>
              <a:ext cx="4537710" cy="5306060"/>
            </a:xfrm>
            <a:custGeom>
              <a:avLst/>
              <a:gdLst/>
              <a:ahLst/>
              <a:cxnLst/>
              <a:rect l="l" t="t" r="r" b="b"/>
              <a:pathLst>
                <a:path w="4537710" h="5306059">
                  <a:moveTo>
                    <a:pt x="2138849" y="5305580"/>
                  </a:moveTo>
                  <a:lnTo>
                    <a:pt x="2090245" y="5298879"/>
                  </a:lnTo>
                  <a:lnTo>
                    <a:pt x="96432" y="4776726"/>
                  </a:lnTo>
                  <a:lnTo>
                    <a:pt x="53982" y="4756952"/>
                  </a:lnTo>
                  <a:lnTo>
                    <a:pt x="22562" y="4724960"/>
                  </a:lnTo>
                  <a:lnTo>
                    <a:pt x="3969" y="4684652"/>
                  </a:lnTo>
                  <a:lnTo>
                    <a:pt x="0" y="4639930"/>
                  </a:lnTo>
                  <a:lnTo>
                    <a:pt x="12451" y="4594698"/>
                  </a:lnTo>
                  <a:lnTo>
                    <a:pt x="2171775" y="115875"/>
                  </a:lnTo>
                  <a:lnTo>
                    <a:pt x="2197230" y="75726"/>
                  </a:lnTo>
                  <a:lnTo>
                    <a:pt x="2230535" y="43089"/>
                  </a:lnTo>
                  <a:lnTo>
                    <a:pt x="2270097" y="18939"/>
                  </a:lnTo>
                  <a:lnTo>
                    <a:pt x="2314327" y="4250"/>
                  </a:lnTo>
                  <a:lnTo>
                    <a:pt x="2361634" y="0"/>
                  </a:lnTo>
                  <a:lnTo>
                    <a:pt x="4411336" y="52889"/>
                  </a:lnTo>
                  <a:lnTo>
                    <a:pt x="4454533" y="61330"/>
                  </a:lnTo>
                  <a:lnTo>
                    <a:pt x="4490573" y="82417"/>
                  </a:lnTo>
                  <a:lnTo>
                    <a:pt x="4517626" y="113257"/>
                  </a:lnTo>
                  <a:lnTo>
                    <a:pt x="4533863" y="150955"/>
                  </a:lnTo>
                  <a:lnTo>
                    <a:pt x="4537456" y="192617"/>
                  </a:lnTo>
                  <a:lnTo>
                    <a:pt x="4526575" y="235357"/>
                  </a:lnTo>
                  <a:lnTo>
                    <a:pt x="2329515" y="5183724"/>
                  </a:lnTo>
                  <a:lnTo>
                    <a:pt x="2304377" y="5225902"/>
                  </a:lnTo>
                  <a:lnTo>
                    <a:pt x="2270937" y="5260049"/>
                  </a:lnTo>
                  <a:lnTo>
                    <a:pt x="2231000" y="5285293"/>
                  </a:lnTo>
                  <a:lnTo>
                    <a:pt x="2186369" y="5300760"/>
                  </a:lnTo>
                  <a:lnTo>
                    <a:pt x="2138849" y="5305580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54119" y="3234314"/>
              <a:ext cx="4552315" cy="5320665"/>
            </a:xfrm>
            <a:custGeom>
              <a:avLst/>
              <a:gdLst/>
              <a:ahLst/>
              <a:cxnLst/>
              <a:rect l="l" t="t" r="r" b="b"/>
              <a:pathLst>
                <a:path w="4552315" h="5320665">
                  <a:moveTo>
                    <a:pt x="2150478" y="5320117"/>
                  </a:moveTo>
                  <a:lnTo>
                    <a:pt x="2109701" y="5316166"/>
                  </a:lnTo>
                  <a:lnTo>
                    <a:pt x="102263" y="4790902"/>
                  </a:lnTo>
                  <a:lnTo>
                    <a:pt x="49093" y="4763527"/>
                  </a:lnTo>
                  <a:lnTo>
                    <a:pt x="12734" y="4715956"/>
                  </a:lnTo>
                  <a:lnTo>
                    <a:pt x="0" y="4657262"/>
                  </a:lnTo>
                  <a:lnTo>
                    <a:pt x="3520" y="4627481"/>
                  </a:lnTo>
                  <a:lnTo>
                    <a:pt x="2172955" y="119947"/>
                  </a:lnTo>
                  <a:lnTo>
                    <a:pt x="2199293" y="78421"/>
                  </a:lnTo>
                  <a:lnTo>
                    <a:pt x="2233780" y="44641"/>
                  </a:lnTo>
                  <a:lnTo>
                    <a:pt x="2274753" y="19628"/>
                  </a:lnTo>
                  <a:lnTo>
                    <a:pt x="2320546" y="4407"/>
                  </a:lnTo>
                  <a:lnTo>
                    <a:pt x="2369495" y="0"/>
                  </a:lnTo>
                  <a:lnTo>
                    <a:pt x="2925362" y="14343"/>
                  </a:lnTo>
                  <a:lnTo>
                    <a:pt x="2363817" y="14343"/>
                  </a:lnTo>
                  <a:lnTo>
                    <a:pt x="2319478" y="19410"/>
                  </a:lnTo>
                  <a:lnTo>
                    <a:pt x="2278063" y="34020"/>
                  </a:lnTo>
                  <a:lnTo>
                    <a:pt x="2241028" y="57282"/>
                  </a:lnTo>
                  <a:lnTo>
                    <a:pt x="2209829" y="88308"/>
                  </a:lnTo>
                  <a:lnTo>
                    <a:pt x="2185920" y="126209"/>
                  </a:lnTo>
                  <a:lnTo>
                    <a:pt x="26587" y="4605040"/>
                  </a:lnTo>
                  <a:lnTo>
                    <a:pt x="14418" y="4657262"/>
                  </a:lnTo>
                  <a:lnTo>
                    <a:pt x="17148" y="4684077"/>
                  </a:lnTo>
                  <a:lnTo>
                    <a:pt x="39834" y="4733148"/>
                  </a:lnTo>
                  <a:lnTo>
                    <a:pt x="80581" y="4767260"/>
                  </a:lnTo>
                  <a:lnTo>
                    <a:pt x="2099715" y="5299098"/>
                  </a:lnTo>
                  <a:lnTo>
                    <a:pt x="2146784" y="5305653"/>
                  </a:lnTo>
                  <a:lnTo>
                    <a:pt x="2223402" y="5305653"/>
                  </a:lnTo>
                  <a:lnTo>
                    <a:pt x="2198763" y="5314515"/>
                  </a:lnTo>
                  <a:lnTo>
                    <a:pt x="2150478" y="5320117"/>
                  </a:lnTo>
                  <a:close/>
                </a:path>
                <a:path w="4552315" h="5320665">
                  <a:moveTo>
                    <a:pt x="2223402" y="5305653"/>
                  </a:moveTo>
                  <a:lnTo>
                    <a:pt x="2146784" y="5305653"/>
                  </a:lnTo>
                  <a:lnTo>
                    <a:pt x="2192651" y="5301099"/>
                  </a:lnTo>
                  <a:lnTo>
                    <a:pt x="2235640" y="5286247"/>
                  </a:lnTo>
                  <a:lnTo>
                    <a:pt x="2274074" y="5261906"/>
                  </a:lnTo>
                  <a:lnTo>
                    <a:pt x="2306277" y="5228886"/>
                  </a:lnTo>
                  <a:lnTo>
                    <a:pt x="2330572" y="5187998"/>
                  </a:lnTo>
                  <a:lnTo>
                    <a:pt x="4527650" y="239640"/>
                  </a:lnTo>
                  <a:lnTo>
                    <a:pt x="4537867" y="180859"/>
                  </a:lnTo>
                  <a:lnTo>
                    <a:pt x="4532073" y="151614"/>
                  </a:lnTo>
                  <a:lnTo>
                    <a:pt x="4499972" y="100868"/>
                  </a:lnTo>
                  <a:lnTo>
                    <a:pt x="4448663" y="71760"/>
                  </a:lnTo>
                  <a:lnTo>
                    <a:pt x="2366373" y="14343"/>
                  </a:lnTo>
                  <a:lnTo>
                    <a:pt x="2925362" y="14343"/>
                  </a:lnTo>
                  <a:lnTo>
                    <a:pt x="4419179" y="52889"/>
                  </a:lnTo>
                  <a:lnTo>
                    <a:pt x="4483203" y="70617"/>
                  </a:lnTo>
                  <a:lnTo>
                    <a:pt x="4531306" y="116508"/>
                  </a:lnTo>
                  <a:lnTo>
                    <a:pt x="4552230" y="179793"/>
                  </a:lnTo>
                  <a:lnTo>
                    <a:pt x="4550738" y="210640"/>
                  </a:lnTo>
                  <a:lnTo>
                    <a:pt x="4550621" y="213069"/>
                  </a:lnTo>
                  <a:lnTo>
                    <a:pt x="2343766" y="5193855"/>
                  </a:lnTo>
                  <a:lnTo>
                    <a:pt x="2318172" y="5237103"/>
                  </a:lnTo>
                  <a:lnTo>
                    <a:pt x="2284328" y="5272181"/>
                  </a:lnTo>
                  <a:lnTo>
                    <a:pt x="2243952" y="5298261"/>
                  </a:lnTo>
                  <a:lnTo>
                    <a:pt x="2223402" y="5305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859525" y="3339593"/>
              <a:ext cx="4342130" cy="5109845"/>
            </a:xfrm>
            <a:custGeom>
              <a:avLst/>
              <a:gdLst/>
              <a:ahLst/>
              <a:cxnLst/>
              <a:rect l="l" t="t" r="r" b="b"/>
              <a:pathLst>
                <a:path w="4342130" h="5109845">
                  <a:moveTo>
                    <a:pt x="2044413" y="5109323"/>
                  </a:moveTo>
                  <a:lnTo>
                    <a:pt x="23588" y="4583696"/>
                  </a:lnTo>
                  <a:lnTo>
                    <a:pt x="0" y="4555334"/>
                  </a:lnTo>
                  <a:lnTo>
                    <a:pt x="362" y="4547780"/>
                  </a:lnTo>
                  <a:lnTo>
                    <a:pt x="2162360" y="60488"/>
                  </a:lnTo>
                  <a:lnTo>
                    <a:pt x="2201843" y="16468"/>
                  </a:lnTo>
                  <a:lnTo>
                    <a:pt x="2258604" y="0"/>
                  </a:lnTo>
                  <a:lnTo>
                    <a:pt x="4311004" y="52916"/>
                  </a:lnTo>
                  <a:lnTo>
                    <a:pt x="4341521" y="79486"/>
                  </a:lnTo>
                  <a:lnTo>
                    <a:pt x="4341755" y="87832"/>
                  </a:lnTo>
                  <a:lnTo>
                    <a:pt x="4339098" y="97407"/>
                  </a:lnTo>
                  <a:lnTo>
                    <a:pt x="2142072" y="5045766"/>
                  </a:lnTo>
                  <a:lnTo>
                    <a:pt x="2102635" y="5092022"/>
                  </a:lnTo>
                  <a:lnTo>
                    <a:pt x="2044413" y="5109323"/>
                  </a:lnTo>
                  <a:close/>
                </a:path>
              </a:pathLst>
            </a:custGeom>
            <a:solidFill>
              <a:srgbClr val="C7F4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61769" y="3332390"/>
              <a:ext cx="4446905" cy="5123815"/>
            </a:xfrm>
            <a:custGeom>
              <a:avLst/>
              <a:gdLst/>
              <a:ahLst/>
              <a:cxnLst/>
              <a:rect l="l" t="t" r="r" b="b"/>
              <a:pathLst>
                <a:path w="4446905" h="5123815">
                  <a:moveTo>
                    <a:pt x="4446676" y="95796"/>
                  </a:moveTo>
                  <a:lnTo>
                    <a:pt x="4434637" y="63766"/>
                  </a:lnTo>
                  <a:lnTo>
                    <a:pt x="4434637" y="91833"/>
                  </a:lnTo>
                  <a:lnTo>
                    <a:pt x="2233244" y="5050053"/>
                  </a:lnTo>
                  <a:lnTo>
                    <a:pt x="2217801" y="5074513"/>
                  </a:lnTo>
                  <a:lnTo>
                    <a:pt x="2196465" y="5093208"/>
                  </a:lnTo>
                  <a:lnTo>
                    <a:pt x="2170760" y="5105146"/>
                  </a:lnTo>
                  <a:lnTo>
                    <a:pt x="2142185" y="5109337"/>
                  </a:lnTo>
                  <a:lnTo>
                    <a:pt x="2135822" y="5109134"/>
                  </a:lnTo>
                  <a:lnTo>
                    <a:pt x="2129472" y="5108511"/>
                  </a:lnTo>
                  <a:lnTo>
                    <a:pt x="2123148" y="5107483"/>
                  </a:lnTo>
                  <a:lnTo>
                    <a:pt x="2116886" y="5106047"/>
                  </a:lnTo>
                  <a:lnTo>
                    <a:pt x="939076" y="4797615"/>
                  </a:lnTo>
                  <a:lnTo>
                    <a:pt x="2597886" y="3098520"/>
                  </a:lnTo>
                  <a:lnTo>
                    <a:pt x="1749983" y="2643670"/>
                  </a:lnTo>
                  <a:lnTo>
                    <a:pt x="635977" y="3453155"/>
                  </a:lnTo>
                  <a:lnTo>
                    <a:pt x="2266607" y="70827"/>
                  </a:lnTo>
                  <a:lnTo>
                    <a:pt x="2303411" y="29768"/>
                  </a:lnTo>
                  <a:lnTo>
                    <a:pt x="2356243" y="14414"/>
                  </a:lnTo>
                  <a:lnTo>
                    <a:pt x="4419346" y="67614"/>
                  </a:lnTo>
                  <a:lnTo>
                    <a:pt x="4425404" y="73672"/>
                  </a:lnTo>
                  <a:lnTo>
                    <a:pt x="4431779" y="83756"/>
                  </a:lnTo>
                  <a:lnTo>
                    <a:pt x="4434637" y="91833"/>
                  </a:lnTo>
                  <a:lnTo>
                    <a:pt x="4434637" y="63766"/>
                  </a:lnTo>
                  <a:lnTo>
                    <a:pt x="2916339" y="14414"/>
                  </a:lnTo>
                  <a:lnTo>
                    <a:pt x="2357551" y="0"/>
                  </a:lnTo>
                  <a:lnTo>
                    <a:pt x="2356345" y="0"/>
                  </a:lnTo>
                  <a:lnTo>
                    <a:pt x="2295766" y="17576"/>
                  </a:lnTo>
                  <a:lnTo>
                    <a:pt x="2253627" y="64566"/>
                  </a:lnTo>
                  <a:lnTo>
                    <a:pt x="611365" y="3471049"/>
                  </a:lnTo>
                  <a:lnTo>
                    <a:pt x="455841" y="3584054"/>
                  </a:lnTo>
                  <a:lnTo>
                    <a:pt x="12458" y="4503826"/>
                  </a:lnTo>
                  <a:lnTo>
                    <a:pt x="0" y="4549064"/>
                  </a:lnTo>
                  <a:lnTo>
                    <a:pt x="3975" y="4593780"/>
                  </a:lnTo>
                  <a:lnTo>
                    <a:pt x="22567" y="4634090"/>
                  </a:lnTo>
                  <a:lnTo>
                    <a:pt x="53987" y="4666081"/>
                  </a:lnTo>
                  <a:lnTo>
                    <a:pt x="96431" y="4685855"/>
                  </a:lnTo>
                  <a:lnTo>
                    <a:pt x="854430" y="4884318"/>
                  </a:lnTo>
                  <a:lnTo>
                    <a:pt x="927493" y="4809490"/>
                  </a:lnTo>
                  <a:lnTo>
                    <a:pt x="2113216" y="5119992"/>
                  </a:lnTo>
                  <a:lnTo>
                    <a:pt x="2120379" y="5121630"/>
                  </a:lnTo>
                  <a:lnTo>
                    <a:pt x="2127618" y="5122799"/>
                  </a:lnTo>
                  <a:lnTo>
                    <a:pt x="2134882" y="5123510"/>
                  </a:lnTo>
                  <a:lnTo>
                    <a:pt x="2142223" y="5123739"/>
                  </a:lnTo>
                  <a:lnTo>
                    <a:pt x="2174875" y="5118951"/>
                  </a:lnTo>
                  <a:lnTo>
                    <a:pt x="2195563" y="5109337"/>
                  </a:lnTo>
                  <a:lnTo>
                    <a:pt x="2204313" y="5105285"/>
                  </a:lnTo>
                  <a:lnTo>
                    <a:pt x="2228723" y="5083886"/>
                  </a:lnTo>
                  <a:lnTo>
                    <a:pt x="2246388" y="5055908"/>
                  </a:lnTo>
                  <a:lnTo>
                    <a:pt x="4443412" y="107556"/>
                  </a:lnTo>
                  <a:lnTo>
                    <a:pt x="4446676" y="957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575801" y="2528718"/>
            <a:ext cx="829944" cy="922019"/>
            <a:chOff x="575801" y="2528718"/>
            <a:chExt cx="829944" cy="922019"/>
          </a:xfrm>
        </p:grpSpPr>
        <p:sp>
          <p:nvSpPr>
            <p:cNvPr id="11" name="object 11" descr=""/>
            <p:cNvSpPr/>
            <p:nvPr/>
          </p:nvSpPr>
          <p:spPr>
            <a:xfrm>
              <a:off x="583137" y="2535109"/>
              <a:ext cx="729615" cy="876300"/>
            </a:xfrm>
            <a:custGeom>
              <a:avLst/>
              <a:gdLst/>
              <a:ahLst/>
              <a:cxnLst/>
              <a:rect l="l" t="t" r="r" b="b"/>
              <a:pathLst>
                <a:path w="729615" h="876300">
                  <a:moveTo>
                    <a:pt x="200742" y="875895"/>
                  </a:moveTo>
                  <a:lnTo>
                    <a:pt x="85933" y="795478"/>
                  </a:lnTo>
                  <a:lnTo>
                    <a:pt x="57016" y="770225"/>
                  </a:lnTo>
                  <a:lnTo>
                    <a:pt x="34004" y="739194"/>
                  </a:lnTo>
                  <a:lnTo>
                    <a:pt x="16856" y="703031"/>
                  </a:lnTo>
                  <a:lnTo>
                    <a:pt x="5535" y="662385"/>
                  </a:lnTo>
                  <a:lnTo>
                    <a:pt x="0" y="617904"/>
                  </a:lnTo>
                  <a:lnTo>
                    <a:pt x="212" y="570234"/>
                  </a:lnTo>
                  <a:lnTo>
                    <a:pt x="6132" y="520024"/>
                  </a:lnTo>
                  <a:lnTo>
                    <a:pt x="17722" y="467921"/>
                  </a:lnTo>
                  <a:lnTo>
                    <a:pt x="34941" y="414573"/>
                  </a:lnTo>
                  <a:lnTo>
                    <a:pt x="51417" y="374222"/>
                  </a:lnTo>
                  <a:lnTo>
                    <a:pt x="71012" y="333776"/>
                  </a:lnTo>
                  <a:lnTo>
                    <a:pt x="93712" y="293517"/>
                  </a:lnTo>
                  <a:lnTo>
                    <a:pt x="119503" y="253731"/>
                  </a:lnTo>
                  <a:lnTo>
                    <a:pt x="154447" y="207091"/>
                  </a:lnTo>
                  <a:lnTo>
                    <a:pt x="191620" y="164624"/>
                  </a:lnTo>
                  <a:lnTo>
                    <a:pt x="230560" y="126537"/>
                  </a:lnTo>
                  <a:lnTo>
                    <a:pt x="270799" y="93038"/>
                  </a:lnTo>
                  <a:lnTo>
                    <a:pt x="311874" y="64334"/>
                  </a:lnTo>
                  <a:lnTo>
                    <a:pt x="353320" y="40632"/>
                  </a:lnTo>
                  <a:lnTo>
                    <a:pt x="394670" y="22140"/>
                  </a:lnTo>
                  <a:lnTo>
                    <a:pt x="435461" y="9066"/>
                  </a:lnTo>
                  <a:lnTo>
                    <a:pt x="475227" y="1617"/>
                  </a:lnTo>
                  <a:lnTo>
                    <a:pt x="513503" y="0"/>
                  </a:lnTo>
                  <a:lnTo>
                    <a:pt x="549825" y="4422"/>
                  </a:lnTo>
                  <a:lnTo>
                    <a:pt x="583727" y="15092"/>
                  </a:lnTo>
                  <a:lnTo>
                    <a:pt x="614744" y="32216"/>
                  </a:lnTo>
                  <a:lnTo>
                    <a:pt x="729553" y="112633"/>
                  </a:lnTo>
                  <a:lnTo>
                    <a:pt x="200742" y="875895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5792" y="2528721"/>
              <a:ext cx="745490" cy="922019"/>
            </a:xfrm>
            <a:custGeom>
              <a:avLst/>
              <a:gdLst/>
              <a:ahLst/>
              <a:cxnLst/>
              <a:rect l="l" t="t" r="r" b="b"/>
              <a:pathLst>
                <a:path w="745490" h="922020">
                  <a:moveTo>
                    <a:pt x="745058" y="119875"/>
                  </a:moveTo>
                  <a:lnTo>
                    <a:pt x="744270" y="115392"/>
                  </a:lnTo>
                  <a:lnTo>
                    <a:pt x="726884" y="103225"/>
                  </a:lnTo>
                  <a:lnTo>
                    <a:pt x="726884" y="120815"/>
                  </a:lnTo>
                  <a:lnTo>
                    <a:pt x="365963" y="641756"/>
                  </a:lnTo>
                  <a:lnTo>
                    <a:pt x="70751" y="432308"/>
                  </a:lnTo>
                  <a:lnTo>
                    <a:pt x="51117" y="418376"/>
                  </a:lnTo>
                  <a:lnTo>
                    <a:pt x="65735" y="382612"/>
                  </a:lnTo>
                  <a:lnTo>
                    <a:pt x="85305" y="342366"/>
                  </a:lnTo>
                  <a:lnTo>
                    <a:pt x="107670" y="302856"/>
                  </a:lnTo>
                  <a:lnTo>
                    <a:pt x="132753" y="264223"/>
                  </a:lnTo>
                  <a:lnTo>
                    <a:pt x="163830" y="222402"/>
                  </a:lnTo>
                  <a:lnTo>
                    <a:pt x="197015" y="183603"/>
                  </a:lnTo>
                  <a:lnTo>
                    <a:pt x="231990" y="148069"/>
                  </a:lnTo>
                  <a:lnTo>
                    <a:pt x="268503" y="116065"/>
                  </a:lnTo>
                  <a:lnTo>
                    <a:pt x="306260" y="87833"/>
                  </a:lnTo>
                  <a:lnTo>
                    <a:pt x="344957" y="63627"/>
                  </a:lnTo>
                  <a:lnTo>
                    <a:pt x="384314" y="43688"/>
                  </a:lnTo>
                  <a:lnTo>
                    <a:pt x="450481" y="20916"/>
                  </a:lnTo>
                  <a:lnTo>
                    <a:pt x="512203" y="13322"/>
                  </a:lnTo>
                  <a:lnTo>
                    <a:pt x="540588" y="15227"/>
                  </a:lnTo>
                  <a:lnTo>
                    <a:pt x="541108" y="15227"/>
                  </a:lnTo>
                  <a:lnTo>
                    <a:pt x="568807" y="21120"/>
                  </a:lnTo>
                  <a:lnTo>
                    <a:pt x="594410" y="30873"/>
                  </a:lnTo>
                  <a:lnTo>
                    <a:pt x="617956" y="44513"/>
                  </a:lnTo>
                  <a:lnTo>
                    <a:pt x="726884" y="120815"/>
                  </a:lnTo>
                  <a:lnTo>
                    <a:pt x="726884" y="103225"/>
                  </a:lnTo>
                  <a:lnTo>
                    <a:pt x="626186" y="32702"/>
                  </a:lnTo>
                  <a:lnTo>
                    <a:pt x="588949" y="13322"/>
                  </a:lnTo>
                  <a:lnTo>
                    <a:pt x="539038" y="444"/>
                  </a:lnTo>
                  <a:lnTo>
                    <a:pt x="488708" y="0"/>
                  </a:lnTo>
                  <a:lnTo>
                    <a:pt x="434911" y="10033"/>
                  </a:lnTo>
                  <a:lnTo>
                    <a:pt x="378434" y="30530"/>
                  </a:lnTo>
                  <a:lnTo>
                    <a:pt x="338074" y="50965"/>
                  </a:lnTo>
                  <a:lnTo>
                    <a:pt x="298411" y="75742"/>
                  </a:lnTo>
                  <a:lnTo>
                    <a:pt x="259753" y="104635"/>
                  </a:lnTo>
                  <a:lnTo>
                    <a:pt x="222377" y="137363"/>
                  </a:lnTo>
                  <a:lnTo>
                    <a:pt x="186575" y="173672"/>
                  </a:lnTo>
                  <a:lnTo>
                    <a:pt x="152666" y="213309"/>
                  </a:lnTo>
                  <a:lnTo>
                    <a:pt x="120916" y="256019"/>
                  </a:lnTo>
                  <a:lnTo>
                    <a:pt x="95338" y="295402"/>
                  </a:lnTo>
                  <a:lnTo>
                    <a:pt x="72529" y="335699"/>
                  </a:lnTo>
                  <a:lnTo>
                    <a:pt x="52565" y="376758"/>
                  </a:lnTo>
                  <a:lnTo>
                    <a:pt x="36423" y="416255"/>
                  </a:lnTo>
                  <a:lnTo>
                    <a:pt x="17538" y="474357"/>
                  </a:lnTo>
                  <a:lnTo>
                    <a:pt x="5727" y="528434"/>
                  </a:lnTo>
                  <a:lnTo>
                    <a:pt x="0" y="580110"/>
                  </a:lnTo>
                  <a:lnTo>
                    <a:pt x="292" y="628802"/>
                  </a:lnTo>
                  <a:lnTo>
                    <a:pt x="6502" y="673963"/>
                  </a:lnTo>
                  <a:lnTo>
                    <a:pt x="18580" y="715010"/>
                  </a:lnTo>
                  <a:lnTo>
                    <a:pt x="36436" y="751370"/>
                  </a:lnTo>
                  <a:lnTo>
                    <a:pt x="59982" y="782485"/>
                  </a:lnTo>
                  <a:lnTo>
                    <a:pt x="89141" y="807783"/>
                  </a:lnTo>
                  <a:lnTo>
                    <a:pt x="205168" y="889050"/>
                  </a:lnTo>
                  <a:lnTo>
                    <a:pt x="205765" y="889241"/>
                  </a:lnTo>
                  <a:lnTo>
                    <a:pt x="229476" y="902919"/>
                  </a:lnTo>
                  <a:lnTo>
                    <a:pt x="257111" y="913345"/>
                  </a:lnTo>
                  <a:lnTo>
                    <a:pt x="286626" y="919556"/>
                  </a:lnTo>
                  <a:lnTo>
                    <a:pt x="317792" y="921613"/>
                  </a:lnTo>
                  <a:lnTo>
                    <a:pt x="359384" y="918311"/>
                  </a:lnTo>
                  <a:lnTo>
                    <a:pt x="402678" y="908481"/>
                  </a:lnTo>
                  <a:lnTo>
                    <a:pt x="406552" y="907059"/>
                  </a:lnTo>
                  <a:lnTo>
                    <a:pt x="447128" y="892238"/>
                  </a:lnTo>
                  <a:lnTo>
                    <a:pt x="492239" y="869708"/>
                  </a:lnTo>
                  <a:lnTo>
                    <a:pt x="537451" y="840981"/>
                  </a:lnTo>
                  <a:lnTo>
                    <a:pt x="582269" y="806196"/>
                  </a:lnTo>
                  <a:lnTo>
                    <a:pt x="584885" y="802614"/>
                  </a:lnTo>
                  <a:lnTo>
                    <a:pt x="584796" y="800392"/>
                  </a:lnTo>
                  <a:lnTo>
                    <a:pt x="584695" y="798169"/>
                  </a:lnTo>
                  <a:lnTo>
                    <a:pt x="583565" y="796124"/>
                  </a:lnTo>
                  <a:lnTo>
                    <a:pt x="377723" y="650100"/>
                  </a:lnTo>
                  <a:lnTo>
                    <a:pt x="745058" y="119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97948" y="2615529"/>
              <a:ext cx="701675" cy="828040"/>
            </a:xfrm>
            <a:custGeom>
              <a:avLst/>
              <a:gdLst/>
              <a:ahLst/>
              <a:cxnLst/>
              <a:rect l="l" t="t" r="r" b="b"/>
              <a:pathLst>
                <a:path w="701675" h="828039">
                  <a:moveTo>
                    <a:pt x="195112" y="827748"/>
                  </a:moveTo>
                  <a:lnTo>
                    <a:pt x="155839" y="824189"/>
                  </a:lnTo>
                  <a:lnTo>
                    <a:pt x="119259" y="813516"/>
                  </a:lnTo>
                  <a:lnTo>
                    <a:pt x="57060" y="770281"/>
                  </a:lnTo>
                  <a:lnTo>
                    <a:pt x="34063" y="739327"/>
                  </a:lnTo>
                  <a:lnTo>
                    <a:pt x="16913" y="703255"/>
                  </a:lnTo>
                  <a:lnTo>
                    <a:pt x="5571" y="662710"/>
                  </a:lnTo>
                  <a:lnTo>
                    <a:pt x="0" y="618336"/>
                  </a:lnTo>
                  <a:lnTo>
                    <a:pt x="160" y="570777"/>
                  </a:lnTo>
                  <a:lnTo>
                    <a:pt x="6016" y="520677"/>
                  </a:lnTo>
                  <a:lnTo>
                    <a:pt x="17528" y="468680"/>
                  </a:lnTo>
                  <a:lnTo>
                    <a:pt x="34658" y="415431"/>
                  </a:lnTo>
                  <a:lnTo>
                    <a:pt x="51096" y="374863"/>
                  </a:lnTo>
                  <a:lnTo>
                    <a:pt x="70762" y="334200"/>
                  </a:lnTo>
                  <a:lnTo>
                    <a:pt x="93589" y="293726"/>
                  </a:lnTo>
                  <a:lnTo>
                    <a:pt x="119510" y="253727"/>
                  </a:lnTo>
                  <a:lnTo>
                    <a:pt x="154481" y="207088"/>
                  </a:lnTo>
                  <a:lnTo>
                    <a:pt x="191673" y="164621"/>
                  </a:lnTo>
                  <a:lnTo>
                    <a:pt x="230623" y="126535"/>
                  </a:lnTo>
                  <a:lnTo>
                    <a:pt x="270867" y="93036"/>
                  </a:lnTo>
                  <a:lnTo>
                    <a:pt x="311940" y="64333"/>
                  </a:lnTo>
                  <a:lnTo>
                    <a:pt x="353379" y="40632"/>
                  </a:lnTo>
                  <a:lnTo>
                    <a:pt x="394721" y="22140"/>
                  </a:lnTo>
                  <a:lnTo>
                    <a:pt x="435501" y="9066"/>
                  </a:lnTo>
                  <a:lnTo>
                    <a:pt x="475255" y="1617"/>
                  </a:lnTo>
                  <a:lnTo>
                    <a:pt x="513520" y="0"/>
                  </a:lnTo>
                  <a:lnTo>
                    <a:pt x="549832" y="4421"/>
                  </a:lnTo>
                  <a:lnTo>
                    <a:pt x="614742" y="32212"/>
                  </a:lnTo>
                  <a:lnTo>
                    <a:pt x="663507" y="83261"/>
                  </a:lnTo>
                  <a:lnTo>
                    <a:pt x="692288" y="152147"/>
                  </a:lnTo>
                  <a:lnTo>
                    <a:pt x="699263" y="192009"/>
                  </a:lnTo>
                  <a:lnTo>
                    <a:pt x="701336" y="234808"/>
                  </a:lnTo>
                  <a:lnTo>
                    <a:pt x="698537" y="280035"/>
                  </a:lnTo>
                  <a:lnTo>
                    <a:pt x="690897" y="327182"/>
                  </a:lnTo>
                  <a:lnTo>
                    <a:pt x="678448" y="375742"/>
                  </a:lnTo>
                  <a:lnTo>
                    <a:pt x="661221" y="425208"/>
                  </a:lnTo>
                  <a:lnTo>
                    <a:pt x="639247" y="475071"/>
                  </a:lnTo>
                  <a:lnTo>
                    <a:pt x="612556" y="524824"/>
                  </a:lnTo>
                  <a:lnTo>
                    <a:pt x="581181" y="573968"/>
                  </a:lnTo>
                  <a:lnTo>
                    <a:pt x="551948" y="613487"/>
                  </a:lnTo>
                  <a:lnTo>
                    <a:pt x="521057" y="650045"/>
                  </a:lnTo>
                  <a:lnTo>
                    <a:pt x="488789" y="683549"/>
                  </a:lnTo>
                  <a:lnTo>
                    <a:pt x="455428" y="713906"/>
                  </a:lnTo>
                  <a:lnTo>
                    <a:pt x="411949" y="747706"/>
                  </a:lnTo>
                  <a:lnTo>
                    <a:pt x="367749" y="775914"/>
                  </a:lnTo>
                  <a:lnTo>
                    <a:pt x="323396" y="798276"/>
                  </a:lnTo>
                  <a:lnTo>
                    <a:pt x="279459" y="814538"/>
                  </a:lnTo>
                  <a:lnTo>
                    <a:pt x="236509" y="824447"/>
                  </a:lnTo>
                  <a:lnTo>
                    <a:pt x="195112" y="827748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90583" y="2609137"/>
              <a:ext cx="715645" cy="841375"/>
            </a:xfrm>
            <a:custGeom>
              <a:avLst/>
              <a:gdLst/>
              <a:ahLst/>
              <a:cxnLst/>
              <a:rect l="l" t="t" r="r" b="b"/>
              <a:pathLst>
                <a:path w="715644" h="841375">
                  <a:moveTo>
                    <a:pt x="202990" y="841195"/>
                  </a:moveTo>
                  <a:lnTo>
                    <a:pt x="142326" y="832921"/>
                  </a:lnTo>
                  <a:lnTo>
                    <a:pt x="89209" y="807794"/>
                  </a:lnTo>
                  <a:lnTo>
                    <a:pt x="60075" y="782552"/>
                  </a:lnTo>
                  <a:lnTo>
                    <a:pt x="36542" y="751504"/>
                  </a:lnTo>
                  <a:lnTo>
                    <a:pt x="18689" y="715219"/>
                  </a:lnTo>
                  <a:lnTo>
                    <a:pt x="6595" y="674264"/>
                  </a:lnTo>
                  <a:lnTo>
                    <a:pt x="339" y="629206"/>
                  </a:lnTo>
                  <a:lnTo>
                    <a:pt x="237" y="614569"/>
                  </a:lnTo>
                  <a:lnTo>
                    <a:pt x="115" y="597120"/>
                  </a:lnTo>
                  <a:lnTo>
                    <a:pt x="5656" y="529056"/>
                  </a:lnTo>
                  <a:lnTo>
                    <a:pt x="17387" y="475097"/>
                  </a:lnTo>
                  <a:lnTo>
                    <a:pt x="35272" y="419308"/>
                  </a:lnTo>
                  <a:lnTo>
                    <a:pt x="52117" y="377749"/>
                  </a:lnTo>
                  <a:lnTo>
                    <a:pt x="72062" y="336582"/>
                  </a:lnTo>
                  <a:lnTo>
                    <a:pt x="95029" y="295954"/>
                  </a:lnTo>
                  <a:lnTo>
                    <a:pt x="120942" y="256012"/>
                  </a:lnTo>
                  <a:lnTo>
                    <a:pt x="152713" y="213303"/>
                  </a:lnTo>
                  <a:lnTo>
                    <a:pt x="186651" y="173662"/>
                  </a:lnTo>
                  <a:lnTo>
                    <a:pt x="222461" y="137348"/>
                  </a:lnTo>
                  <a:lnTo>
                    <a:pt x="259847" y="104620"/>
                  </a:lnTo>
                  <a:lnTo>
                    <a:pt x="298514" y="75735"/>
                  </a:lnTo>
                  <a:lnTo>
                    <a:pt x="338168" y="50953"/>
                  </a:lnTo>
                  <a:lnTo>
                    <a:pt x="377834" y="30875"/>
                  </a:lnTo>
                  <a:lnTo>
                    <a:pt x="434977" y="10029"/>
                  </a:lnTo>
                  <a:lnTo>
                    <a:pt x="488759" y="0"/>
                  </a:lnTo>
                  <a:lnTo>
                    <a:pt x="539079" y="436"/>
                  </a:lnTo>
                  <a:lnTo>
                    <a:pt x="585156" y="11333"/>
                  </a:lnTo>
                  <a:lnTo>
                    <a:pt x="588994" y="13329"/>
                  </a:lnTo>
                  <a:lnTo>
                    <a:pt x="512377" y="13329"/>
                  </a:lnTo>
                  <a:lnTo>
                    <a:pt x="482020" y="15235"/>
                  </a:lnTo>
                  <a:lnTo>
                    <a:pt x="417924" y="30412"/>
                  </a:lnTo>
                  <a:lnTo>
                    <a:pt x="345046" y="63624"/>
                  </a:lnTo>
                  <a:lnTo>
                    <a:pt x="306352" y="87830"/>
                  </a:lnTo>
                  <a:lnTo>
                    <a:pt x="268601" y="116063"/>
                  </a:lnTo>
                  <a:lnTo>
                    <a:pt x="232080" y="148072"/>
                  </a:lnTo>
                  <a:lnTo>
                    <a:pt x="197078" y="183603"/>
                  </a:lnTo>
                  <a:lnTo>
                    <a:pt x="163883" y="222406"/>
                  </a:lnTo>
                  <a:lnTo>
                    <a:pt x="132782" y="264226"/>
                  </a:lnTo>
                  <a:lnTo>
                    <a:pt x="107366" y="303399"/>
                  </a:lnTo>
                  <a:lnTo>
                    <a:pt x="84846" y="343229"/>
                  </a:lnTo>
                  <a:lnTo>
                    <a:pt x="65294" y="383577"/>
                  </a:lnTo>
                  <a:lnTo>
                    <a:pt x="48783" y="424303"/>
                  </a:lnTo>
                  <a:lnTo>
                    <a:pt x="29771" y="484565"/>
                  </a:lnTo>
                  <a:lnTo>
                    <a:pt x="18130" y="542428"/>
                  </a:lnTo>
                  <a:lnTo>
                    <a:pt x="13759" y="597120"/>
                  </a:lnTo>
                  <a:lnTo>
                    <a:pt x="16557" y="647868"/>
                  </a:lnTo>
                  <a:lnTo>
                    <a:pt x="26421" y="693899"/>
                  </a:lnTo>
                  <a:lnTo>
                    <a:pt x="43251" y="734439"/>
                  </a:lnTo>
                  <a:lnTo>
                    <a:pt x="66945" y="768716"/>
                  </a:lnTo>
                  <a:lnTo>
                    <a:pt x="97402" y="795957"/>
                  </a:lnTo>
                  <a:lnTo>
                    <a:pt x="133062" y="814667"/>
                  </a:lnTo>
                  <a:lnTo>
                    <a:pt x="172918" y="824798"/>
                  </a:lnTo>
                  <a:lnTo>
                    <a:pt x="216219" y="826517"/>
                  </a:lnTo>
                  <a:lnTo>
                    <a:pt x="292110" y="826517"/>
                  </a:lnTo>
                  <a:lnTo>
                    <a:pt x="287871" y="828066"/>
                  </a:lnTo>
                  <a:lnTo>
                    <a:pt x="244581" y="837894"/>
                  </a:lnTo>
                  <a:lnTo>
                    <a:pt x="202990" y="841195"/>
                  </a:lnTo>
                  <a:close/>
                </a:path>
                <a:path w="715644" h="841375">
                  <a:moveTo>
                    <a:pt x="292110" y="826517"/>
                  </a:moveTo>
                  <a:lnTo>
                    <a:pt x="216219" y="826517"/>
                  </a:lnTo>
                  <a:lnTo>
                    <a:pt x="262214" y="819993"/>
                  </a:lnTo>
                  <a:lnTo>
                    <a:pt x="310151" y="805392"/>
                  </a:lnTo>
                  <a:lnTo>
                    <a:pt x="359282" y="782883"/>
                  </a:lnTo>
                  <a:lnTo>
                    <a:pt x="408854" y="752633"/>
                  </a:lnTo>
                  <a:lnTo>
                    <a:pt x="458117" y="714810"/>
                  </a:lnTo>
                  <a:lnTo>
                    <a:pt x="491979" y="683964"/>
                  </a:lnTo>
                  <a:lnTo>
                    <a:pt x="524086" y="650510"/>
                  </a:lnTo>
                  <a:lnTo>
                    <a:pt x="554333" y="614569"/>
                  </a:lnTo>
                  <a:lnTo>
                    <a:pt x="582612" y="576262"/>
                  </a:lnTo>
                  <a:lnTo>
                    <a:pt x="610836" y="532442"/>
                  </a:lnTo>
                  <a:lnTo>
                    <a:pt x="635501" y="487720"/>
                  </a:lnTo>
                  <a:lnTo>
                    <a:pt x="656473" y="442453"/>
                  </a:lnTo>
                  <a:lnTo>
                    <a:pt x="673616" y="397000"/>
                  </a:lnTo>
                  <a:lnTo>
                    <a:pt x="686797" y="351719"/>
                  </a:lnTo>
                  <a:lnTo>
                    <a:pt x="695878" y="306966"/>
                  </a:lnTo>
                  <a:lnTo>
                    <a:pt x="700602" y="264226"/>
                  </a:lnTo>
                  <a:lnTo>
                    <a:pt x="700661" y="256012"/>
                  </a:lnTo>
                  <a:lnTo>
                    <a:pt x="700353" y="222406"/>
                  </a:lnTo>
                  <a:lnTo>
                    <a:pt x="700269" y="213303"/>
                  </a:lnTo>
                  <a:lnTo>
                    <a:pt x="691408" y="154965"/>
                  </a:lnTo>
                  <a:lnTo>
                    <a:pt x="674602" y="110564"/>
                  </a:lnTo>
                  <a:lnTo>
                    <a:pt x="650044" y="73522"/>
                  </a:lnTo>
                  <a:lnTo>
                    <a:pt x="617993" y="44523"/>
                  </a:lnTo>
                  <a:lnTo>
                    <a:pt x="568844" y="21127"/>
                  </a:lnTo>
                  <a:lnTo>
                    <a:pt x="541173" y="15235"/>
                  </a:lnTo>
                  <a:lnTo>
                    <a:pt x="540723" y="15235"/>
                  </a:lnTo>
                  <a:lnTo>
                    <a:pt x="512238" y="13329"/>
                  </a:lnTo>
                  <a:lnTo>
                    <a:pt x="588994" y="13329"/>
                  </a:lnTo>
                  <a:lnTo>
                    <a:pt x="626212" y="32686"/>
                  </a:lnTo>
                  <a:lnTo>
                    <a:pt x="660555" y="63624"/>
                  </a:lnTo>
                  <a:lnTo>
                    <a:pt x="686934" y="102986"/>
                  </a:lnTo>
                  <a:lnTo>
                    <a:pt x="704991" y="149973"/>
                  </a:lnTo>
                  <a:lnTo>
                    <a:pt x="714475" y="203883"/>
                  </a:lnTo>
                  <a:lnTo>
                    <a:pt x="715023" y="256012"/>
                  </a:lnTo>
                  <a:lnTo>
                    <a:pt x="715081" y="264226"/>
                  </a:lnTo>
                  <a:lnTo>
                    <a:pt x="710150" y="308963"/>
                  </a:lnTo>
                  <a:lnTo>
                    <a:pt x="700870" y="354817"/>
                  </a:lnTo>
                  <a:lnTo>
                    <a:pt x="687406" y="401185"/>
                  </a:lnTo>
                  <a:lnTo>
                    <a:pt x="669895" y="447700"/>
                  </a:lnTo>
                  <a:lnTo>
                    <a:pt x="648475" y="493994"/>
                  </a:lnTo>
                  <a:lnTo>
                    <a:pt x="623285" y="539699"/>
                  </a:lnTo>
                  <a:lnTo>
                    <a:pt x="594462" y="584450"/>
                  </a:lnTo>
                  <a:lnTo>
                    <a:pt x="565626" y="623511"/>
                  </a:lnTo>
                  <a:lnTo>
                    <a:pt x="534772" y="660170"/>
                  </a:lnTo>
                  <a:lnTo>
                    <a:pt x="502012" y="694303"/>
                  </a:lnTo>
                  <a:lnTo>
                    <a:pt x="467461" y="725786"/>
                  </a:lnTo>
                  <a:lnTo>
                    <a:pt x="422653" y="760571"/>
                  </a:lnTo>
                  <a:lnTo>
                    <a:pt x="377434" y="789290"/>
                  </a:lnTo>
                  <a:lnTo>
                    <a:pt x="332331" y="811826"/>
                  </a:lnTo>
                  <a:lnTo>
                    <a:pt x="292110" y="8265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411" y="2644769"/>
              <a:ext cx="128293" cy="98339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444" y="4143375"/>
            <a:ext cx="123825" cy="1238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88698"/>
            <a:ext cx="5137188" cy="748892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444" y="4829175"/>
            <a:ext cx="123825" cy="1238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444" y="6200775"/>
            <a:ext cx="123825" cy="12382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444" y="7572375"/>
            <a:ext cx="123825" cy="1238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1444" y="8943975"/>
            <a:ext cx="123825" cy="12382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9156789" y="3734417"/>
            <a:ext cx="7872730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3900" spc="-125">
                <a:solidFill>
                  <a:srgbClr val="171717"/>
                </a:solidFill>
                <a:latin typeface="Lucida Sans Unicode"/>
                <a:cs typeface="Lucida Sans Unicode"/>
              </a:rPr>
              <a:t>Analyze</a:t>
            </a:r>
            <a:r>
              <a:rPr dirty="0" sz="39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225">
                <a:solidFill>
                  <a:srgbClr val="171717"/>
                </a:solidFill>
                <a:latin typeface="Lucida Sans Unicode"/>
                <a:cs typeface="Lucida Sans Unicode"/>
              </a:rPr>
              <a:t>Indian</a:t>
            </a:r>
            <a:r>
              <a:rPr dirty="0" sz="3900" spc="-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3900" spc="-3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market</a:t>
            </a:r>
            <a:r>
              <a:rPr dirty="0" sz="39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10">
                <a:solidFill>
                  <a:srgbClr val="171717"/>
                </a:solidFill>
                <a:latin typeface="Lucida Sans Unicode"/>
                <a:cs typeface="Lucida Sans Unicode"/>
              </a:rPr>
              <a:t>data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Use</a:t>
            </a:r>
            <a:r>
              <a:rPr dirty="0" sz="3900" spc="94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cloud</a:t>
            </a:r>
            <a:r>
              <a:rPr dirty="0" sz="3900" spc="94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computing</a:t>
            </a:r>
            <a:r>
              <a:rPr dirty="0" sz="3900" spc="94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114">
                <a:solidFill>
                  <a:srgbClr val="171717"/>
                </a:solidFill>
                <a:latin typeface="Lucida Sans Unicode"/>
                <a:cs typeface="Lucida Sans Unicode"/>
              </a:rPr>
              <a:t>for</a:t>
            </a:r>
            <a:r>
              <a:rPr dirty="0" sz="3900" spc="94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large </a:t>
            </a:r>
            <a:r>
              <a:rPr dirty="0" sz="3900" spc="13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900" spc="-1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processing</a:t>
            </a:r>
            <a:endParaRPr sz="39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399"/>
              </a:lnSpc>
            </a:pPr>
            <a:r>
              <a:rPr dirty="0" sz="3900" spc="60">
                <a:solidFill>
                  <a:srgbClr val="171717"/>
                </a:solidFill>
                <a:latin typeface="Lucida Sans Unicode"/>
                <a:cs typeface="Lucida Sans Unicode"/>
              </a:rPr>
              <a:t>Predict</a:t>
            </a:r>
            <a:r>
              <a:rPr dirty="0" sz="3900" spc="5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3900" spc="5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price</a:t>
            </a:r>
            <a:r>
              <a:rPr dirty="0" sz="3900" spc="5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trends</a:t>
            </a:r>
            <a:r>
              <a:rPr dirty="0" sz="3900" spc="5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55">
                <a:solidFill>
                  <a:srgbClr val="171717"/>
                </a:solidFill>
                <a:latin typeface="Lucida Sans Unicode"/>
                <a:cs typeface="Lucida Sans Unicode"/>
              </a:rPr>
              <a:t>using </a:t>
            </a:r>
            <a:r>
              <a:rPr dirty="0" sz="3900" spc="-75">
                <a:solidFill>
                  <a:srgbClr val="171717"/>
                </a:solidFill>
                <a:latin typeface="Lucida Sans Unicode"/>
                <a:cs typeface="Lucida Sans Unicode"/>
              </a:rPr>
              <a:t>Machine</a:t>
            </a:r>
            <a:r>
              <a:rPr dirty="0" sz="39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Learning</a:t>
            </a:r>
            <a:endParaRPr sz="39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399"/>
              </a:lnSpc>
            </a:pP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Visualize</a:t>
            </a:r>
            <a:r>
              <a:rPr dirty="0" sz="3900" spc="590">
                <a:solidFill>
                  <a:srgbClr val="171717"/>
                </a:solidFill>
                <a:latin typeface="Lucida Sans Unicode"/>
                <a:cs typeface="Lucida Sans Unicode"/>
              </a:rPr>
              <a:t>  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3900" spc="590">
                <a:solidFill>
                  <a:srgbClr val="171717"/>
                </a:solidFill>
                <a:latin typeface="Lucida Sans Unicode"/>
                <a:cs typeface="Lucida Sans Unicode"/>
              </a:rPr>
              <a:t>   </a:t>
            </a:r>
            <a:r>
              <a:rPr dirty="0" sz="3900" spc="13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900" spc="595">
                <a:solidFill>
                  <a:srgbClr val="171717"/>
                </a:solidFill>
                <a:latin typeface="Lucida Sans Unicode"/>
                <a:cs typeface="Lucida Sans Unicode"/>
              </a:rPr>
              <a:t>   </a:t>
            </a:r>
            <a:r>
              <a:rPr dirty="0" sz="3900" spc="-185">
                <a:solidFill>
                  <a:srgbClr val="171717"/>
                </a:solidFill>
                <a:latin typeface="Lucida Sans Unicode"/>
                <a:cs typeface="Lucida Sans Unicode"/>
              </a:rPr>
              <a:t>using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dashboards</a:t>
            </a:r>
            <a:endParaRPr sz="39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715"/>
              </a:spcBef>
            </a:pPr>
            <a:r>
              <a:rPr dirty="0" sz="3900" spc="75">
                <a:solidFill>
                  <a:srgbClr val="171717"/>
                </a:solidFill>
                <a:latin typeface="Lucida Sans Unicode"/>
                <a:cs typeface="Lucida Sans Unicode"/>
              </a:rPr>
              <a:t>Forecast</a:t>
            </a:r>
            <a:r>
              <a:rPr dirty="0" sz="3900" spc="-1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>
                <a:solidFill>
                  <a:srgbClr val="171717"/>
                </a:solidFill>
                <a:latin typeface="Lucida Sans Unicode"/>
                <a:cs typeface="Lucida Sans Unicode"/>
              </a:rPr>
              <a:t>future</a:t>
            </a:r>
            <a:r>
              <a:rPr dirty="0" sz="3900" spc="-1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market</a:t>
            </a:r>
            <a:r>
              <a:rPr dirty="0" sz="3900" spc="-1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900" spc="-10">
                <a:solidFill>
                  <a:srgbClr val="171717"/>
                </a:solidFill>
                <a:latin typeface="Lucida Sans Unicode"/>
                <a:cs typeface="Lucida Sans Unicode"/>
              </a:rPr>
              <a:t>growth</a:t>
            </a:r>
            <a:endParaRPr sz="39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34748" y="1352696"/>
            <a:ext cx="9693910" cy="10864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950" spc="-245"/>
              <a:t>O</a:t>
            </a:r>
            <a:r>
              <a:rPr dirty="0" sz="6950" spc="-280"/>
              <a:t>b</a:t>
            </a:r>
            <a:r>
              <a:rPr dirty="0" sz="6950" spc="-350"/>
              <a:t>j</a:t>
            </a:r>
            <a:r>
              <a:rPr dirty="0" sz="6950" spc="-254"/>
              <a:t>e</a:t>
            </a:r>
            <a:r>
              <a:rPr dirty="0" sz="6950" spc="-260"/>
              <a:t>c</a:t>
            </a:r>
            <a:r>
              <a:rPr dirty="0" sz="6950" spc="-135"/>
              <a:t>t</a:t>
            </a:r>
            <a:r>
              <a:rPr dirty="0" sz="6950" spc="-350"/>
              <a:t>i</a:t>
            </a:r>
            <a:r>
              <a:rPr dirty="0" sz="6950" spc="-254"/>
              <a:t>ve</a:t>
            </a:r>
            <a:r>
              <a:rPr dirty="0" sz="6950" spc="175"/>
              <a:t>s</a:t>
            </a:r>
            <a:r>
              <a:rPr dirty="0" sz="6950" spc="-1265"/>
              <a:t> </a:t>
            </a:r>
            <a:r>
              <a:rPr dirty="0" sz="6950" spc="254"/>
              <a:t>of</a:t>
            </a:r>
            <a:r>
              <a:rPr dirty="0" sz="6950" spc="-1270"/>
              <a:t> </a:t>
            </a:r>
            <a:r>
              <a:rPr dirty="0" sz="6950" spc="90"/>
              <a:t>the</a:t>
            </a:r>
            <a:r>
              <a:rPr dirty="0" sz="6950" spc="-1265"/>
              <a:t> </a:t>
            </a:r>
            <a:r>
              <a:rPr dirty="0" sz="6950" spc="-80"/>
              <a:t>P</a:t>
            </a:r>
            <a:r>
              <a:rPr dirty="0" sz="6950" spc="15"/>
              <a:t>r</a:t>
            </a:r>
            <a:r>
              <a:rPr dirty="0" sz="6950" spc="-90"/>
              <a:t>o</a:t>
            </a:r>
            <a:r>
              <a:rPr dirty="0" sz="6950" spc="-160"/>
              <a:t>j</a:t>
            </a:r>
            <a:r>
              <a:rPr dirty="0" sz="6950" spc="-65"/>
              <a:t>e</a:t>
            </a:r>
            <a:r>
              <a:rPr dirty="0" sz="6950" spc="-70"/>
              <a:t>c</a:t>
            </a:r>
            <a:r>
              <a:rPr dirty="0" sz="6950" spc="365"/>
              <a:t>t</a:t>
            </a:r>
            <a:endParaRPr sz="6950"/>
          </a:p>
        </p:txBody>
      </p: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5895" y="8063586"/>
            <a:ext cx="3265670" cy="22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764" y="1289255"/>
            <a:ext cx="8689975" cy="12255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  <a:tabLst>
                <a:tab pos="2500630" algn="l"/>
                <a:tab pos="4076065" algn="l"/>
                <a:tab pos="4711065" algn="l"/>
                <a:tab pos="5284470" algn="l"/>
                <a:tab pos="6727825" algn="l"/>
              </a:tabLst>
            </a:pPr>
            <a:r>
              <a:rPr dirty="0" sz="3400" spc="195"/>
              <a:t>Microsoft</a:t>
            </a:r>
            <a:r>
              <a:rPr dirty="0" sz="3400"/>
              <a:t>	</a:t>
            </a:r>
            <a:r>
              <a:rPr dirty="0" sz="3400" spc="100"/>
              <a:t>Azure</a:t>
            </a:r>
            <a:r>
              <a:rPr dirty="0" sz="3400"/>
              <a:t>	</a:t>
            </a:r>
            <a:r>
              <a:rPr dirty="0" sz="3400" spc="-25"/>
              <a:t>is</a:t>
            </a:r>
            <a:r>
              <a:rPr dirty="0" sz="3400"/>
              <a:t>	</a:t>
            </a:r>
            <a:r>
              <a:rPr dirty="0" sz="3400" spc="229"/>
              <a:t>a</a:t>
            </a:r>
            <a:r>
              <a:rPr dirty="0" sz="3400"/>
              <a:t>	</a:t>
            </a:r>
            <a:r>
              <a:rPr dirty="0" sz="3400" spc="-10"/>
              <a:t>cloud</a:t>
            </a:r>
            <a:r>
              <a:rPr dirty="0" sz="3400"/>
              <a:t>	</a:t>
            </a:r>
            <a:r>
              <a:rPr dirty="0" sz="3400" spc="190"/>
              <a:t>platform </a:t>
            </a:r>
            <a:r>
              <a:rPr dirty="0" sz="3400" spc="315"/>
              <a:t>that</a:t>
            </a:r>
            <a:r>
              <a:rPr dirty="0" sz="3400" spc="-175"/>
              <a:t> </a:t>
            </a:r>
            <a:r>
              <a:rPr dirty="0" sz="3400" spc="65"/>
              <a:t>provides</a:t>
            </a:r>
            <a:r>
              <a:rPr dirty="0" sz="3400" spc="-175"/>
              <a:t> </a:t>
            </a:r>
            <a:r>
              <a:rPr dirty="0" sz="3400" spc="70"/>
              <a:t>tools</a:t>
            </a:r>
            <a:r>
              <a:rPr dirty="0" sz="3400" spc="-175"/>
              <a:t> </a:t>
            </a:r>
            <a:r>
              <a:rPr dirty="0" sz="3400" spc="120"/>
              <a:t>for:</a:t>
            </a:r>
            <a:endParaRPr sz="3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2853292"/>
            <a:ext cx="104775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3453367"/>
            <a:ext cx="104775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4053442"/>
            <a:ext cx="104775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4653517"/>
            <a:ext cx="104775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5853667"/>
            <a:ext cx="104775" cy="1047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6453742"/>
            <a:ext cx="104775" cy="1047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188" y="7053816"/>
            <a:ext cx="104775" cy="1047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188" y="7653891"/>
            <a:ext cx="104775" cy="1047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74764" y="2489405"/>
            <a:ext cx="10113010" cy="662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51205" marR="5925185">
              <a:lnSpc>
                <a:spcPct val="115799"/>
              </a:lnSpc>
              <a:spcBef>
                <a:spcPts val="95"/>
              </a:spcBef>
            </a:pPr>
            <a:r>
              <a:rPr dirty="0" sz="3400" spc="12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1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45">
                <a:solidFill>
                  <a:srgbClr val="171717"/>
                </a:solidFill>
                <a:latin typeface="Lucida Sans Unicode"/>
                <a:cs typeface="Lucida Sans Unicode"/>
              </a:rPr>
              <a:t>storage </a:t>
            </a:r>
            <a:r>
              <a:rPr dirty="0" sz="3400" spc="12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1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171717"/>
                </a:solidFill>
                <a:latin typeface="Lucida Sans Unicode"/>
                <a:cs typeface="Lucida Sans Unicode"/>
              </a:rPr>
              <a:t>analysis </a:t>
            </a:r>
            <a:r>
              <a:rPr dirty="0" sz="3400" spc="-40">
                <a:solidFill>
                  <a:srgbClr val="171717"/>
                </a:solidFill>
                <a:latin typeface="Lucida Sans Unicode"/>
                <a:cs typeface="Lucida Sans Unicode"/>
              </a:rPr>
              <a:t>Machine</a:t>
            </a:r>
            <a:r>
              <a:rPr dirty="0" sz="3400" spc="-2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5">
                <a:solidFill>
                  <a:srgbClr val="171717"/>
                </a:solidFill>
                <a:latin typeface="Lucida Sans Unicode"/>
                <a:cs typeface="Lucida Sans Unicode"/>
              </a:rPr>
              <a:t>learning</a:t>
            </a:r>
            <a:endParaRPr sz="3400">
              <a:latin typeface="Lucida Sans Unicode"/>
              <a:cs typeface="Lucida Sans Unicode"/>
            </a:endParaRPr>
          </a:p>
          <a:p>
            <a:pPr marL="751205">
              <a:lnSpc>
                <a:spcPct val="100000"/>
              </a:lnSpc>
              <a:spcBef>
                <a:spcPts val="645"/>
              </a:spcBef>
            </a:pPr>
            <a:r>
              <a:rPr dirty="0" sz="3400" spc="-180">
                <a:solidFill>
                  <a:srgbClr val="171717"/>
                </a:solidFill>
                <a:latin typeface="Lucida Sans Unicode"/>
                <a:cs typeface="Lucida Sans Unicode"/>
              </a:rPr>
              <a:t>AI</a:t>
            </a:r>
            <a:r>
              <a:rPr dirty="0" sz="3400" spc="-1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0">
                <a:solidFill>
                  <a:srgbClr val="171717"/>
                </a:solidFill>
                <a:latin typeface="Lucida Sans Unicode"/>
                <a:cs typeface="Lucida Sans Unicode"/>
              </a:rPr>
              <a:t>prediction</a:t>
            </a:r>
            <a:r>
              <a:rPr dirty="0" sz="3400" spc="-2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171717"/>
                </a:solidFill>
                <a:latin typeface="Lucida Sans Unicode"/>
                <a:cs typeface="Lucida Sans Unicode"/>
              </a:rPr>
              <a:t>models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400" spc="114" b="1">
                <a:solidFill>
                  <a:srgbClr val="171717"/>
                </a:solidFill>
                <a:latin typeface="Arial"/>
                <a:cs typeface="Arial"/>
              </a:rPr>
              <a:t>Benefits</a:t>
            </a:r>
            <a:r>
              <a:rPr dirty="0" sz="3400" spc="-19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3400" spc="245" b="1">
                <a:solidFill>
                  <a:srgbClr val="171717"/>
                </a:solidFill>
                <a:latin typeface="Arial"/>
                <a:cs typeface="Arial"/>
              </a:rPr>
              <a:t>of</a:t>
            </a:r>
            <a:r>
              <a:rPr dirty="0" sz="3400" spc="-18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171717"/>
                </a:solidFill>
                <a:latin typeface="Arial"/>
                <a:cs typeface="Arial"/>
              </a:rPr>
              <a:t>Azure:</a:t>
            </a:r>
            <a:endParaRPr sz="3400">
              <a:latin typeface="Arial"/>
              <a:cs typeface="Arial"/>
            </a:endParaRPr>
          </a:p>
          <a:p>
            <a:pPr marL="751205" marR="3382010">
              <a:lnSpc>
                <a:spcPct val="115799"/>
              </a:lnSpc>
            </a:pPr>
            <a:r>
              <a:rPr dirty="0" sz="3400">
                <a:solidFill>
                  <a:srgbClr val="171717"/>
                </a:solidFill>
                <a:latin typeface="Lucida Sans Unicode"/>
                <a:cs typeface="Lucida Sans Unicode"/>
              </a:rPr>
              <a:t>Scalable</a:t>
            </a:r>
            <a:r>
              <a:rPr dirty="0" sz="34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5">
                <a:solidFill>
                  <a:srgbClr val="171717"/>
                </a:solidFill>
                <a:latin typeface="Lucida Sans Unicode"/>
                <a:cs typeface="Lucida Sans Unicode"/>
              </a:rPr>
              <a:t>cloud</a:t>
            </a:r>
            <a:r>
              <a:rPr dirty="0" sz="3400" spc="-16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171717"/>
                </a:solidFill>
                <a:latin typeface="Lucida Sans Unicode"/>
                <a:cs typeface="Lucida Sans Unicode"/>
              </a:rPr>
              <a:t>infrastructure </a:t>
            </a:r>
            <a:r>
              <a:rPr dirty="0" sz="3400" spc="-80">
                <a:solidFill>
                  <a:srgbClr val="171717"/>
                </a:solidFill>
                <a:latin typeface="Lucida Sans Unicode"/>
                <a:cs typeface="Lucida Sans Unicode"/>
              </a:rPr>
              <a:t>Real-</a:t>
            </a:r>
            <a:r>
              <a:rPr dirty="0" sz="3400" spc="-40">
                <a:solidFill>
                  <a:srgbClr val="171717"/>
                </a:solidFill>
                <a:latin typeface="Lucida Sans Unicode"/>
                <a:cs typeface="Lucida Sans Unicode"/>
              </a:rPr>
              <a:t>time</a:t>
            </a:r>
            <a:r>
              <a:rPr dirty="0" sz="3400" spc="-16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30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1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171717"/>
                </a:solidFill>
                <a:latin typeface="Lucida Sans Unicode"/>
                <a:cs typeface="Lucida Sans Unicode"/>
              </a:rPr>
              <a:t>analysis</a:t>
            </a:r>
            <a:endParaRPr sz="3400">
              <a:latin typeface="Lucida Sans Unicode"/>
              <a:cs typeface="Lucida Sans Unicode"/>
            </a:endParaRPr>
          </a:p>
          <a:p>
            <a:pPr marL="751205" marR="4243070">
              <a:lnSpc>
                <a:spcPct val="115799"/>
              </a:lnSpc>
            </a:pPr>
            <a:r>
              <a:rPr dirty="0" sz="3400" spc="-225">
                <a:solidFill>
                  <a:srgbClr val="171717"/>
                </a:solidFill>
                <a:latin typeface="Lucida Sans Unicode"/>
                <a:cs typeface="Lucida Sans Unicode"/>
              </a:rPr>
              <a:t>High</a:t>
            </a:r>
            <a:r>
              <a:rPr dirty="0" sz="3400" spc="-1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5">
                <a:solidFill>
                  <a:srgbClr val="171717"/>
                </a:solidFill>
                <a:latin typeface="Lucida Sans Unicode"/>
                <a:cs typeface="Lucida Sans Unicode"/>
              </a:rPr>
              <a:t>computing</a:t>
            </a:r>
            <a:r>
              <a:rPr dirty="0" sz="3400" spc="-1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171717"/>
                </a:solidFill>
                <a:latin typeface="Lucida Sans Unicode"/>
                <a:cs typeface="Lucida Sans Unicode"/>
              </a:rPr>
              <a:t>power </a:t>
            </a:r>
            <a:r>
              <a:rPr dirty="0" sz="3400" spc="-30">
                <a:solidFill>
                  <a:srgbClr val="171717"/>
                </a:solidFill>
                <a:latin typeface="Lucida Sans Unicode"/>
                <a:cs typeface="Lucida Sans Unicode"/>
              </a:rPr>
              <a:t>Integration</a:t>
            </a:r>
            <a:r>
              <a:rPr dirty="0" sz="3400" spc="-19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171717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171717"/>
                </a:solidFill>
                <a:latin typeface="Lucida Sans Unicode"/>
                <a:cs typeface="Lucida Sans Unicode"/>
              </a:rPr>
              <a:t>ML</a:t>
            </a:r>
            <a:r>
              <a:rPr dirty="0" sz="34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171717"/>
                </a:solidFill>
                <a:latin typeface="Lucida Sans Unicode"/>
                <a:cs typeface="Lucida Sans Unicode"/>
              </a:rPr>
              <a:t>tools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ts val="9440"/>
              </a:lnSpc>
            </a:pPr>
            <a:r>
              <a:rPr dirty="0" sz="7900" spc="-10" b="1">
                <a:solidFill>
                  <a:srgbClr val="171717"/>
                </a:solidFill>
                <a:latin typeface="Arial"/>
                <a:cs typeface="Arial"/>
              </a:rPr>
              <a:t>W</a:t>
            </a:r>
            <a:r>
              <a:rPr dirty="0" sz="7900" spc="-120" b="1">
                <a:solidFill>
                  <a:srgbClr val="171717"/>
                </a:solidFill>
                <a:latin typeface="Arial"/>
                <a:cs typeface="Arial"/>
              </a:rPr>
              <a:t>h</a:t>
            </a:r>
            <a:r>
              <a:rPr dirty="0" sz="7900" spc="425" b="1">
                <a:solidFill>
                  <a:srgbClr val="171717"/>
                </a:solidFill>
                <a:latin typeface="Arial"/>
                <a:cs typeface="Arial"/>
              </a:rPr>
              <a:t>y</a:t>
            </a:r>
            <a:r>
              <a:rPr dirty="0" sz="7900" spc="-144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900" spc="-25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7900" spc="-18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7900" spc="-75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7900" spc="2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7900" spc="-95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7900" spc="-120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7900" spc="-95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7900" spc="55" b="1">
                <a:solidFill>
                  <a:srgbClr val="171717"/>
                </a:solidFill>
                <a:latin typeface="Arial"/>
                <a:cs typeface="Arial"/>
              </a:rPr>
              <a:t>f</a:t>
            </a:r>
            <a:r>
              <a:rPr dirty="0" sz="7900" spc="42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7900" spc="-142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7900" spc="-400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7900" spc="-390" b="1">
                <a:solidFill>
                  <a:srgbClr val="171717"/>
                </a:solidFill>
                <a:latin typeface="Arial"/>
                <a:cs typeface="Arial"/>
              </a:rPr>
              <a:t>z</a:t>
            </a:r>
            <a:r>
              <a:rPr dirty="0" sz="7900" spc="-434" b="1">
                <a:solidFill>
                  <a:srgbClr val="171717"/>
                </a:solidFill>
                <a:latin typeface="Arial"/>
                <a:cs typeface="Arial"/>
              </a:rPr>
              <a:t>u</a:t>
            </a:r>
            <a:r>
              <a:rPr dirty="0" sz="7900" spc="-29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7900" spc="-37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7900" spc="110" b="1">
                <a:solidFill>
                  <a:srgbClr val="171717"/>
                </a:solidFill>
                <a:latin typeface="Arial"/>
                <a:cs typeface="Arial"/>
              </a:rPr>
              <a:t>?</a:t>
            </a:r>
            <a:endParaRPr sz="79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0913572" y="2625116"/>
            <a:ext cx="7374890" cy="6104890"/>
            <a:chOff x="10913572" y="2625116"/>
            <a:chExt cx="7374890" cy="610489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3572" y="2625116"/>
              <a:ext cx="5694617" cy="610471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522193" y="6797754"/>
              <a:ext cx="603885" cy="1924050"/>
            </a:xfrm>
            <a:custGeom>
              <a:avLst/>
              <a:gdLst/>
              <a:ahLst/>
              <a:cxnLst/>
              <a:rect l="l" t="t" r="r" b="b"/>
              <a:pathLst>
                <a:path w="603884" h="1924050">
                  <a:moveTo>
                    <a:pt x="603863" y="1924020"/>
                  </a:moveTo>
                  <a:lnTo>
                    <a:pt x="0" y="192402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92402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514147" y="6789703"/>
              <a:ext cx="620395" cy="1940560"/>
            </a:xfrm>
            <a:custGeom>
              <a:avLst/>
              <a:gdLst/>
              <a:ahLst/>
              <a:cxnLst/>
              <a:rect l="l" t="t" r="r" b="b"/>
              <a:pathLst>
                <a:path w="620394" h="1940559">
                  <a:moveTo>
                    <a:pt x="616361" y="1940131"/>
                  </a:moveTo>
                  <a:lnTo>
                    <a:pt x="3595" y="1940131"/>
                  </a:lnTo>
                  <a:lnTo>
                    <a:pt x="0" y="193653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61" y="0"/>
                  </a:lnTo>
                  <a:lnTo>
                    <a:pt x="619956" y="3597"/>
                  </a:lnTo>
                  <a:lnTo>
                    <a:pt x="619956" y="16101"/>
                  </a:lnTo>
                  <a:lnTo>
                    <a:pt x="16103" y="16101"/>
                  </a:lnTo>
                  <a:lnTo>
                    <a:pt x="16103" y="1924020"/>
                  </a:lnTo>
                  <a:lnTo>
                    <a:pt x="619956" y="1924020"/>
                  </a:lnTo>
                  <a:lnTo>
                    <a:pt x="619956" y="1936533"/>
                  </a:lnTo>
                  <a:lnTo>
                    <a:pt x="616361" y="1940131"/>
                  </a:lnTo>
                  <a:close/>
                </a:path>
                <a:path w="620394" h="1940559">
                  <a:moveTo>
                    <a:pt x="619956" y="1924020"/>
                  </a:moveTo>
                  <a:lnTo>
                    <a:pt x="603863" y="1924020"/>
                  </a:lnTo>
                  <a:lnTo>
                    <a:pt x="603863" y="16101"/>
                  </a:lnTo>
                  <a:lnTo>
                    <a:pt x="619956" y="16101"/>
                  </a:lnTo>
                  <a:lnTo>
                    <a:pt x="619956" y="192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389897" y="6984064"/>
              <a:ext cx="603885" cy="1737995"/>
            </a:xfrm>
            <a:custGeom>
              <a:avLst/>
              <a:gdLst/>
              <a:ahLst/>
              <a:cxnLst/>
              <a:rect l="l" t="t" r="r" b="b"/>
              <a:pathLst>
                <a:path w="603884" h="1737995">
                  <a:moveTo>
                    <a:pt x="603863" y="1737700"/>
                  </a:moveTo>
                  <a:lnTo>
                    <a:pt x="0" y="173770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73770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81850" y="6976023"/>
              <a:ext cx="620395" cy="1753870"/>
            </a:xfrm>
            <a:custGeom>
              <a:avLst/>
              <a:gdLst/>
              <a:ahLst/>
              <a:cxnLst/>
              <a:rect l="l" t="t" r="r" b="b"/>
              <a:pathLst>
                <a:path w="620394" h="1753870">
                  <a:moveTo>
                    <a:pt x="616370" y="1753811"/>
                  </a:moveTo>
                  <a:lnTo>
                    <a:pt x="3595" y="1753811"/>
                  </a:lnTo>
                  <a:lnTo>
                    <a:pt x="0" y="175021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70" y="0"/>
                  </a:lnTo>
                  <a:lnTo>
                    <a:pt x="619966" y="3597"/>
                  </a:lnTo>
                  <a:lnTo>
                    <a:pt x="619966" y="16101"/>
                  </a:lnTo>
                  <a:lnTo>
                    <a:pt x="16093" y="16101"/>
                  </a:lnTo>
                  <a:lnTo>
                    <a:pt x="16093" y="1737700"/>
                  </a:lnTo>
                  <a:lnTo>
                    <a:pt x="619966" y="1737700"/>
                  </a:lnTo>
                  <a:lnTo>
                    <a:pt x="619966" y="1750213"/>
                  </a:lnTo>
                  <a:lnTo>
                    <a:pt x="616370" y="1753811"/>
                  </a:lnTo>
                  <a:close/>
                </a:path>
                <a:path w="620394" h="1753870">
                  <a:moveTo>
                    <a:pt x="619966" y="1737700"/>
                  </a:moveTo>
                  <a:lnTo>
                    <a:pt x="603863" y="1737700"/>
                  </a:lnTo>
                  <a:lnTo>
                    <a:pt x="603863" y="16101"/>
                  </a:lnTo>
                  <a:lnTo>
                    <a:pt x="619966" y="16101"/>
                  </a:lnTo>
                  <a:lnTo>
                    <a:pt x="619966" y="1737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257601" y="7108877"/>
              <a:ext cx="603885" cy="1612900"/>
            </a:xfrm>
            <a:custGeom>
              <a:avLst/>
              <a:gdLst/>
              <a:ahLst/>
              <a:cxnLst/>
              <a:rect l="l" t="t" r="r" b="b"/>
              <a:pathLst>
                <a:path w="603884" h="1612900">
                  <a:moveTo>
                    <a:pt x="603863" y="1612897"/>
                  </a:moveTo>
                  <a:lnTo>
                    <a:pt x="0" y="1612897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61289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382600" y="6147752"/>
              <a:ext cx="3561079" cy="2582545"/>
            </a:xfrm>
            <a:custGeom>
              <a:avLst/>
              <a:gdLst/>
              <a:ahLst/>
              <a:cxnLst/>
              <a:rect l="l" t="t" r="r" b="b"/>
              <a:pathLst>
                <a:path w="3561080" h="2582545">
                  <a:moveTo>
                    <a:pt x="90043" y="1246022"/>
                  </a:moveTo>
                  <a:lnTo>
                    <a:pt x="86448" y="1242415"/>
                  </a:lnTo>
                  <a:lnTo>
                    <a:pt x="3594" y="1242415"/>
                  </a:lnTo>
                  <a:lnTo>
                    <a:pt x="0" y="1246022"/>
                  </a:lnTo>
                  <a:lnTo>
                    <a:pt x="0" y="2578493"/>
                  </a:lnTo>
                  <a:lnTo>
                    <a:pt x="3594" y="2582087"/>
                  </a:lnTo>
                  <a:lnTo>
                    <a:pt x="86448" y="2582087"/>
                  </a:lnTo>
                  <a:lnTo>
                    <a:pt x="90043" y="2578493"/>
                  </a:lnTo>
                  <a:lnTo>
                    <a:pt x="90043" y="2565984"/>
                  </a:lnTo>
                  <a:lnTo>
                    <a:pt x="90043" y="1258519"/>
                  </a:lnTo>
                  <a:lnTo>
                    <a:pt x="90043" y="1246022"/>
                  </a:lnTo>
                  <a:close/>
                </a:path>
                <a:path w="3561080" h="2582545">
                  <a:moveTo>
                    <a:pt x="957745" y="911288"/>
                  </a:moveTo>
                  <a:lnTo>
                    <a:pt x="954151" y="907694"/>
                  </a:lnTo>
                  <a:lnTo>
                    <a:pt x="871308" y="907694"/>
                  </a:lnTo>
                  <a:lnTo>
                    <a:pt x="867714" y="911288"/>
                  </a:lnTo>
                  <a:lnTo>
                    <a:pt x="867714" y="2578493"/>
                  </a:lnTo>
                  <a:lnTo>
                    <a:pt x="871308" y="2582087"/>
                  </a:lnTo>
                  <a:lnTo>
                    <a:pt x="954151" y="2582087"/>
                  </a:lnTo>
                  <a:lnTo>
                    <a:pt x="957745" y="2578493"/>
                  </a:lnTo>
                  <a:lnTo>
                    <a:pt x="957745" y="2565984"/>
                  </a:lnTo>
                  <a:lnTo>
                    <a:pt x="957745" y="923798"/>
                  </a:lnTo>
                  <a:lnTo>
                    <a:pt x="957745" y="911288"/>
                  </a:lnTo>
                  <a:close/>
                </a:path>
                <a:path w="3561080" h="2582545">
                  <a:moveTo>
                    <a:pt x="1825459" y="645553"/>
                  </a:moveTo>
                  <a:lnTo>
                    <a:pt x="1821865" y="641959"/>
                  </a:lnTo>
                  <a:lnTo>
                    <a:pt x="1738998" y="641959"/>
                  </a:lnTo>
                  <a:lnTo>
                    <a:pt x="1735404" y="645553"/>
                  </a:lnTo>
                  <a:lnTo>
                    <a:pt x="1735404" y="2578493"/>
                  </a:lnTo>
                  <a:lnTo>
                    <a:pt x="1738998" y="2582087"/>
                  </a:lnTo>
                  <a:lnTo>
                    <a:pt x="1821865" y="2582087"/>
                  </a:lnTo>
                  <a:lnTo>
                    <a:pt x="1825459" y="2578493"/>
                  </a:lnTo>
                  <a:lnTo>
                    <a:pt x="1825459" y="2565984"/>
                  </a:lnTo>
                  <a:lnTo>
                    <a:pt x="1825459" y="658063"/>
                  </a:lnTo>
                  <a:lnTo>
                    <a:pt x="1825459" y="645553"/>
                  </a:lnTo>
                  <a:close/>
                </a:path>
                <a:path w="3561080" h="2582545">
                  <a:moveTo>
                    <a:pt x="2693149" y="831875"/>
                  </a:moveTo>
                  <a:lnTo>
                    <a:pt x="2689555" y="828281"/>
                  </a:lnTo>
                  <a:lnTo>
                    <a:pt x="2606713" y="828281"/>
                  </a:lnTo>
                  <a:lnTo>
                    <a:pt x="2603119" y="831875"/>
                  </a:lnTo>
                  <a:lnTo>
                    <a:pt x="2603119" y="2578493"/>
                  </a:lnTo>
                  <a:lnTo>
                    <a:pt x="2606713" y="2582087"/>
                  </a:lnTo>
                  <a:lnTo>
                    <a:pt x="2689555" y="2582087"/>
                  </a:lnTo>
                  <a:lnTo>
                    <a:pt x="2693149" y="2578493"/>
                  </a:lnTo>
                  <a:lnTo>
                    <a:pt x="2693149" y="2565984"/>
                  </a:lnTo>
                  <a:lnTo>
                    <a:pt x="2693149" y="844384"/>
                  </a:lnTo>
                  <a:lnTo>
                    <a:pt x="2693149" y="831875"/>
                  </a:lnTo>
                  <a:close/>
                </a:path>
                <a:path w="3561080" h="2582545">
                  <a:moveTo>
                    <a:pt x="3020860" y="7937"/>
                  </a:moveTo>
                  <a:lnTo>
                    <a:pt x="3020085" y="4978"/>
                  </a:lnTo>
                  <a:lnTo>
                    <a:pt x="3015970" y="787"/>
                  </a:lnTo>
                  <a:lnTo>
                    <a:pt x="3015780" y="787"/>
                  </a:lnTo>
                  <a:lnTo>
                    <a:pt x="3013100" y="0"/>
                  </a:lnTo>
                  <a:lnTo>
                    <a:pt x="3010281" y="787"/>
                  </a:lnTo>
                  <a:lnTo>
                    <a:pt x="2103767" y="238328"/>
                  </a:lnTo>
                  <a:lnTo>
                    <a:pt x="2101329" y="241363"/>
                  </a:lnTo>
                  <a:lnTo>
                    <a:pt x="2101075" y="248450"/>
                  </a:lnTo>
                  <a:lnTo>
                    <a:pt x="2103247" y="251675"/>
                  </a:lnTo>
                  <a:lnTo>
                    <a:pt x="2856166" y="512660"/>
                  </a:lnTo>
                  <a:lnTo>
                    <a:pt x="2857042" y="512800"/>
                  </a:lnTo>
                  <a:lnTo>
                    <a:pt x="2861272" y="512800"/>
                  </a:lnTo>
                  <a:lnTo>
                    <a:pt x="2882481" y="458127"/>
                  </a:lnTo>
                  <a:lnTo>
                    <a:pt x="2899105" y="408711"/>
                  </a:lnTo>
                  <a:lnTo>
                    <a:pt x="2915424" y="359143"/>
                  </a:lnTo>
                  <a:lnTo>
                    <a:pt x="2931414" y="309473"/>
                  </a:lnTo>
                  <a:lnTo>
                    <a:pt x="2947073" y="259727"/>
                  </a:lnTo>
                  <a:lnTo>
                    <a:pt x="2962389" y="209918"/>
                  </a:lnTo>
                  <a:lnTo>
                    <a:pt x="2977362" y="160096"/>
                  </a:lnTo>
                  <a:lnTo>
                    <a:pt x="2991980" y="110261"/>
                  </a:lnTo>
                  <a:lnTo>
                    <a:pt x="3006229" y="60464"/>
                  </a:lnTo>
                  <a:lnTo>
                    <a:pt x="3017532" y="19913"/>
                  </a:lnTo>
                  <a:lnTo>
                    <a:pt x="3020098" y="10718"/>
                  </a:lnTo>
                  <a:lnTo>
                    <a:pt x="3020860" y="7937"/>
                  </a:lnTo>
                  <a:close/>
                </a:path>
                <a:path w="3561080" h="2582545">
                  <a:moveTo>
                    <a:pt x="3560876" y="956678"/>
                  </a:moveTo>
                  <a:lnTo>
                    <a:pt x="3557282" y="953084"/>
                  </a:lnTo>
                  <a:lnTo>
                    <a:pt x="3483318" y="953084"/>
                  </a:lnTo>
                  <a:lnTo>
                    <a:pt x="3474415" y="953084"/>
                  </a:lnTo>
                  <a:lnTo>
                    <a:pt x="3470821" y="953084"/>
                  </a:lnTo>
                  <a:lnTo>
                    <a:pt x="3470821" y="969187"/>
                  </a:lnTo>
                  <a:lnTo>
                    <a:pt x="3470821" y="2565984"/>
                  </a:lnTo>
                  <a:lnTo>
                    <a:pt x="2883065" y="2565984"/>
                  </a:lnTo>
                  <a:lnTo>
                    <a:pt x="2883065" y="969187"/>
                  </a:lnTo>
                  <a:lnTo>
                    <a:pt x="3470821" y="969187"/>
                  </a:lnTo>
                  <a:lnTo>
                    <a:pt x="3470821" y="953084"/>
                  </a:lnTo>
                  <a:lnTo>
                    <a:pt x="2870555" y="953084"/>
                  </a:lnTo>
                  <a:lnTo>
                    <a:pt x="2866961" y="956678"/>
                  </a:lnTo>
                  <a:lnTo>
                    <a:pt x="2866961" y="2578493"/>
                  </a:lnTo>
                  <a:lnTo>
                    <a:pt x="2870555" y="2582087"/>
                  </a:lnTo>
                  <a:lnTo>
                    <a:pt x="3474415" y="2582087"/>
                  </a:lnTo>
                  <a:lnTo>
                    <a:pt x="3483318" y="2582087"/>
                  </a:lnTo>
                  <a:lnTo>
                    <a:pt x="3557282" y="2582087"/>
                  </a:lnTo>
                  <a:lnTo>
                    <a:pt x="3560876" y="2578493"/>
                  </a:lnTo>
                  <a:lnTo>
                    <a:pt x="3560876" y="2565984"/>
                  </a:lnTo>
                  <a:lnTo>
                    <a:pt x="3560876" y="969187"/>
                  </a:lnTo>
                  <a:lnTo>
                    <a:pt x="3560876" y="95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56835" y="3314460"/>
              <a:ext cx="2931160" cy="3355975"/>
            </a:xfrm>
            <a:custGeom>
              <a:avLst/>
              <a:gdLst/>
              <a:ahLst/>
              <a:cxnLst/>
              <a:rect l="l" t="t" r="r" b="b"/>
              <a:pathLst>
                <a:path w="2931159" h="3355975">
                  <a:moveTo>
                    <a:pt x="2931163" y="3355689"/>
                  </a:moveTo>
                  <a:lnTo>
                    <a:pt x="134956" y="3078567"/>
                  </a:lnTo>
                  <a:lnTo>
                    <a:pt x="91508" y="3067544"/>
                  </a:lnTo>
                  <a:lnTo>
                    <a:pt x="54362" y="3044997"/>
                  </a:lnTo>
                  <a:lnTo>
                    <a:pt x="25445" y="3013056"/>
                  </a:lnTo>
                  <a:lnTo>
                    <a:pt x="6682" y="2973849"/>
                  </a:lnTo>
                  <a:lnTo>
                    <a:pt x="0" y="2929503"/>
                  </a:lnTo>
                  <a:lnTo>
                    <a:pt x="0" y="873513"/>
                  </a:lnTo>
                  <a:lnTo>
                    <a:pt x="8247" y="824440"/>
                  </a:lnTo>
                  <a:lnTo>
                    <a:pt x="31350" y="781791"/>
                  </a:lnTo>
                  <a:lnTo>
                    <a:pt x="66845" y="748744"/>
                  </a:lnTo>
                  <a:lnTo>
                    <a:pt x="112270" y="728480"/>
                  </a:lnTo>
                  <a:lnTo>
                    <a:pt x="2931163" y="0"/>
                  </a:lnTo>
                  <a:lnTo>
                    <a:pt x="2931163" y="3355689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348779" y="3306140"/>
              <a:ext cx="2939415" cy="3372485"/>
            </a:xfrm>
            <a:custGeom>
              <a:avLst/>
              <a:gdLst/>
              <a:ahLst/>
              <a:cxnLst/>
              <a:rect l="l" t="t" r="r" b="b"/>
              <a:pathLst>
                <a:path w="2939415" h="3372484">
                  <a:moveTo>
                    <a:pt x="2939219" y="3372112"/>
                  </a:moveTo>
                  <a:lnTo>
                    <a:pt x="142216" y="3094919"/>
                  </a:lnTo>
                  <a:lnTo>
                    <a:pt x="96289" y="3083314"/>
                  </a:lnTo>
                  <a:lnTo>
                    <a:pt x="57127" y="3059616"/>
                  </a:lnTo>
                  <a:lnTo>
                    <a:pt x="26707" y="3026012"/>
                  </a:lnTo>
                  <a:lnTo>
                    <a:pt x="7006" y="2984686"/>
                  </a:lnTo>
                  <a:lnTo>
                    <a:pt x="0" y="2937814"/>
                  </a:lnTo>
                  <a:lnTo>
                    <a:pt x="1" y="881824"/>
                  </a:lnTo>
                  <a:lnTo>
                    <a:pt x="8689" y="830122"/>
                  </a:lnTo>
                  <a:lnTo>
                    <a:pt x="33031" y="785182"/>
                  </a:lnTo>
                  <a:lnTo>
                    <a:pt x="70438" y="750360"/>
                  </a:lnTo>
                  <a:lnTo>
                    <a:pt x="118322" y="729005"/>
                  </a:lnTo>
                  <a:lnTo>
                    <a:pt x="2939219" y="0"/>
                  </a:lnTo>
                  <a:lnTo>
                    <a:pt x="2939219" y="16628"/>
                  </a:lnTo>
                  <a:lnTo>
                    <a:pt x="122341" y="744595"/>
                  </a:lnTo>
                  <a:lnTo>
                    <a:pt x="79353" y="763768"/>
                  </a:lnTo>
                  <a:lnTo>
                    <a:pt x="45762" y="795036"/>
                  </a:lnTo>
                  <a:lnTo>
                    <a:pt x="23899" y="835392"/>
                  </a:lnTo>
                  <a:lnTo>
                    <a:pt x="16093" y="881824"/>
                  </a:lnTo>
                  <a:lnTo>
                    <a:pt x="16093" y="2937814"/>
                  </a:lnTo>
                  <a:lnTo>
                    <a:pt x="25808" y="2989717"/>
                  </a:lnTo>
                  <a:lnTo>
                    <a:pt x="52641" y="3033080"/>
                  </a:lnTo>
                  <a:lnTo>
                    <a:pt x="93127" y="3064076"/>
                  </a:lnTo>
                  <a:lnTo>
                    <a:pt x="143799" y="3078876"/>
                  </a:lnTo>
                  <a:lnTo>
                    <a:pt x="2939219" y="3355898"/>
                  </a:lnTo>
                  <a:lnTo>
                    <a:pt x="2939219" y="3372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882075" y="4419853"/>
              <a:ext cx="406400" cy="621665"/>
            </a:xfrm>
            <a:custGeom>
              <a:avLst/>
              <a:gdLst/>
              <a:ahLst/>
              <a:cxnLst/>
              <a:rect l="l" t="t" r="r" b="b"/>
              <a:pathLst>
                <a:path w="406400" h="621664">
                  <a:moveTo>
                    <a:pt x="100627" y="621139"/>
                  </a:moveTo>
                  <a:lnTo>
                    <a:pt x="61553" y="613703"/>
                  </a:lnTo>
                  <a:lnTo>
                    <a:pt x="29560" y="592489"/>
                  </a:lnTo>
                  <a:lnTo>
                    <a:pt x="7946" y="560755"/>
                  </a:lnTo>
                  <a:lnTo>
                    <a:pt x="9" y="521757"/>
                  </a:lnTo>
                  <a:lnTo>
                    <a:pt x="0" y="153835"/>
                  </a:lnTo>
                  <a:lnTo>
                    <a:pt x="6181" y="119280"/>
                  </a:lnTo>
                  <a:lnTo>
                    <a:pt x="23355" y="89806"/>
                  </a:lnTo>
                  <a:lnTo>
                    <a:pt x="49461" y="67860"/>
                  </a:lnTo>
                  <a:lnTo>
                    <a:pt x="82441" y="55887"/>
                  </a:lnTo>
                  <a:lnTo>
                    <a:pt x="405924" y="0"/>
                  </a:lnTo>
                  <a:lnTo>
                    <a:pt x="405924" y="617199"/>
                  </a:lnTo>
                  <a:lnTo>
                    <a:pt x="100627" y="62113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348001" y="3997261"/>
              <a:ext cx="2940050" cy="1052195"/>
            </a:xfrm>
            <a:custGeom>
              <a:avLst/>
              <a:gdLst/>
              <a:ahLst/>
              <a:cxnLst/>
              <a:rect l="l" t="t" r="r" b="b"/>
              <a:pathLst>
                <a:path w="2940050" h="1052195">
                  <a:moveTo>
                    <a:pt x="2939986" y="414426"/>
                  </a:moveTo>
                  <a:lnTo>
                    <a:pt x="2787078" y="440842"/>
                  </a:lnTo>
                  <a:lnTo>
                    <a:pt x="2783421" y="440842"/>
                  </a:lnTo>
                  <a:lnTo>
                    <a:pt x="2782646" y="441617"/>
                  </a:lnTo>
                  <a:lnTo>
                    <a:pt x="2779826" y="442112"/>
                  </a:lnTo>
                  <a:lnTo>
                    <a:pt x="2779826" y="458457"/>
                  </a:lnTo>
                  <a:lnTo>
                    <a:pt x="2779826" y="729170"/>
                  </a:lnTo>
                  <a:lnTo>
                    <a:pt x="2764180" y="786930"/>
                  </a:lnTo>
                  <a:lnTo>
                    <a:pt x="2721610" y="828979"/>
                  </a:lnTo>
                  <a:lnTo>
                    <a:pt x="2542121" y="930554"/>
                  </a:lnTo>
                  <a:lnTo>
                    <a:pt x="2542121" y="576427"/>
                  </a:lnTo>
                  <a:lnTo>
                    <a:pt x="2563545" y="517563"/>
                  </a:lnTo>
                  <a:lnTo>
                    <a:pt x="2617889" y="486435"/>
                  </a:lnTo>
                  <a:lnTo>
                    <a:pt x="2779826" y="458457"/>
                  </a:lnTo>
                  <a:lnTo>
                    <a:pt x="2779826" y="442112"/>
                  </a:lnTo>
                  <a:lnTo>
                    <a:pt x="2615146" y="470547"/>
                  </a:lnTo>
                  <a:lnTo>
                    <a:pt x="2551214" y="507174"/>
                  </a:lnTo>
                  <a:lnTo>
                    <a:pt x="2526017" y="576427"/>
                  </a:lnTo>
                  <a:lnTo>
                    <a:pt x="2526017" y="940371"/>
                  </a:lnTo>
                  <a:lnTo>
                    <a:pt x="2524887" y="944448"/>
                  </a:lnTo>
                  <a:lnTo>
                    <a:pt x="2526258" y="946886"/>
                  </a:lnTo>
                  <a:lnTo>
                    <a:pt x="2528112" y="965669"/>
                  </a:lnTo>
                  <a:lnTo>
                    <a:pt x="2534272" y="985824"/>
                  </a:lnTo>
                  <a:lnTo>
                    <a:pt x="2557919" y="1020762"/>
                  </a:lnTo>
                  <a:lnTo>
                    <a:pt x="2592616" y="1043825"/>
                  </a:lnTo>
                  <a:lnTo>
                    <a:pt x="2633154" y="1051788"/>
                  </a:lnTo>
                  <a:lnTo>
                    <a:pt x="2634805" y="1051788"/>
                  </a:lnTo>
                  <a:lnTo>
                    <a:pt x="2939986" y="1047851"/>
                  </a:lnTo>
                  <a:lnTo>
                    <a:pt x="2939986" y="1035685"/>
                  </a:lnTo>
                  <a:lnTo>
                    <a:pt x="2939986" y="1031748"/>
                  </a:lnTo>
                  <a:lnTo>
                    <a:pt x="2634602" y="1035685"/>
                  </a:lnTo>
                  <a:lnTo>
                    <a:pt x="2616479" y="1033957"/>
                  </a:lnTo>
                  <a:lnTo>
                    <a:pt x="2599283" y="1028979"/>
                  </a:lnTo>
                  <a:lnTo>
                    <a:pt x="2557653" y="995375"/>
                  </a:lnTo>
                  <a:lnTo>
                    <a:pt x="2542552" y="948817"/>
                  </a:lnTo>
                  <a:lnTo>
                    <a:pt x="2729522" y="843013"/>
                  </a:lnTo>
                  <a:lnTo>
                    <a:pt x="2757170" y="822071"/>
                  </a:lnTo>
                  <a:lnTo>
                    <a:pt x="2778074" y="795045"/>
                  </a:lnTo>
                  <a:lnTo>
                    <a:pt x="2791295" y="763549"/>
                  </a:lnTo>
                  <a:lnTo>
                    <a:pt x="2795917" y="729170"/>
                  </a:lnTo>
                  <a:lnTo>
                    <a:pt x="2795917" y="455676"/>
                  </a:lnTo>
                  <a:lnTo>
                    <a:pt x="2939986" y="430784"/>
                  </a:lnTo>
                  <a:lnTo>
                    <a:pt x="2939986" y="414426"/>
                  </a:lnTo>
                  <a:close/>
                </a:path>
                <a:path w="2940050" h="1052195">
                  <a:moveTo>
                    <a:pt x="2939986" y="0"/>
                  </a:moveTo>
                  <a:lnTo>
                    <a:pt x="2743" y="644702"/>
                  </a:lnTo>
                  <a:lnTo>
                    <a:pt x="0" y="649008"/>
                  </a:lnTo>
                  <a:lnTo>
                    <a:pt x="1790" y="657110"/>
                  </a:lnTo>
                  <a:lnTo>
                    <a:pt x="5118" y="659676"/>
                  </a:lnTo>
                  <a:lnTo>
                    <a:pt x="9385" y="659676"/>
                  </a:lnTo>
                  <a:lnTo>
                    <a:pt x="2939986" y="16484"/>
                  </a:lnTo>
                  <a:lnTo>
                    <a:pt x="2939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4444" y="-145887"/>
            <a:ext cx="9794240" cy="13252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20"/>
              <a:t>A</a:t>
            </a:r>
            <a:r>
              <a:rPr dirty="0" spc="-305"/>
              <a:t>z</a:t>
            </a:r>
            <a:r>
              <a:rPr dirty="0" spc="-355"/>
              <a:t>u</a:t>
            </a:r>
            <a:r>
              <a:rPr dirty="0" spc="-200"/>
              <a:t>r</a:t>
            </a:r>
            <a:r>
              <a:rPr dirty="0" spc="229"/>
              <a:t>e</a:t>
            </a:r>
            <a:r>
              <a:rPr dirty="0" spc="-1580"/>
              <a:t> </a:t>
            </a:r>
            <a:r>
              <a:rPr dirty="0" spc="-370"/>
              <a:t>S</a:t>
            </a:r>
            <a:r>
              <a:rPr dirty="0" spc="-335"/>
              <a:t>e</a:t>
            </a:r>
            <a:r>
              <a:rPr dirty="0" spc="-245"/>
              <a:t>r</a:t>
            </a:r>
            <a:r>
              <a:rPr dirty="0" spc="-340"/>
              <a:t>v</a:t>
            </a:r>
            <a:r>
              <a:rPr dirty="0" spc="-465"/>
              <a:t>i</a:t>
            </a:r>
            <a:r>
              <a:rPr dirty="0" spc="-345"/>
              <a:t>c</a:t>
            </a:r>
            <a:r>
              <a:rPr dirty="0" spc="-335"/>
              <a:t>e</a:t>
            </a:r>
            <a:r>
              <a:rPr dirty="0" spc="185"/>
              <a:t>s</a:t>
            </a:r>
            <a:r>
              <a:rPr dirty="0" spc="-1560"/>
              <a:t> </a:t>
            </a:r>
            <a:r>
              <a:rPr dirty="0" spc="-480"/>
              <a:t>U</a:t>
            </a:r>
            <a:r>
              <a:rPr dirty="0" spc="-515"/>
              <a:t>s</a:t>
            </a:r>
            <a:r>
              <a:rPr dirty="0" spc="-455"/>
              <a:t>e</a:t>
            </a:r>
            <a:r>
              <a:rPr dirty="0" spc="65"/>
              <a:t>d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915810"/>
            <a:ext cx="7673975" cy="7522209"/>
            <a:chOff x="0" y="1915810"/>
            <a:chExt cx="7673975" cy="7522209"/>
          </a:xfrm>
        </p:grpSpPr>
        <p:sp>
          <p:nvSpPr>
            <p:cNvPr id="4" name="object 4" descr=""/>
            <p:cNvSpPr/>
            <p:nvPr/>
          </p:nvSpPr>
          <p:spPr>
            <a:xfrm>
              <a:off x="436473" y="1915819"/>
              <a:ext cx="5762625" cy="3122930"/>
            </a:xfrm>
            <a:custGeom>
              <a:avLst/>
              <a:gdLst/>
              <a:ahLst/>
              <a:cxnLst/>
              <a:rect l="l" t="t" r="r" b="b"/>
              <a:pathLst>
                <a:path w="5762625" h="3122929">
                  <a:moveTo>
                    <a:pt x="5762447" y="4203"/>
                  </a:moveTo>
                  <a:lnTo>
                    <a:pt x="5758243" y="0"/>
                  </a:lnTo>
                  <a:lnTo>
                    <a:pt x="5743626" y="0"/>
                  </a:lnTo>
                  <a:lnTo>
                    <a:pt x="5743626" y="18821"/>
                  </a:lnTo>
                  <a:lnTo>
                    <a:pt x="5743626" y="485127"/>
                  </a:lnTo>
                  <a:lnTo>
                    <a:pt x="5743626" y="503936"/>
                  </a:lnTo>
                  <a:lnTo>
                    <a:pt x="5743626" y="970241"/>
                  </a:lnTo>
                  <a:lnTo>
                    <a:pt x="5743626" y="989063"/>
                  </a:lnTo>
                  <a:lnTo>
                    <a:pt x="5743626" y="1455369"/>
                  </a:lnTo>
                  <a:lnTo>
                    <a:pt x="5270284" y="1455369"/>
                  </a:lnTo>
                  <a:lnTo>
                    <a:pt x="5270284" y="1474177"/>
                  </a:lnTo>
                  <a:lnTo>
                    <a:pt x="5743626" y="1474177"/>
                  </a:lnTo>
                  <a:lnTo>
                    <a:pt x="5743626" y="1940483"/>
                  </a:lnTo>
                  <a:lnTo>
                    <a:pt x="5270284" y="1940483"/>
                  </a:lnTo>
                  <a:lnTo>
                    <a:pt x="5270284" y="1959292"/>
                  </a:lnTo>
                  <a:lnTo>
                    <a:pt x="5743626" y="1959292"/>
                  </a:lnTo>
                  <a:lnTo>
                    <a:pt x="5743626" y="2425611"/>
                  </a:lnTo>
                  <a:lnTo>
                    <a:pt x="5270284" y="2425611"/>
                  </a:lnTo>
                  <a:lnTo>
                    <a:pt x="5270284" y="2444419"/>
                  </a:lnTo>
                  <a:lnTo>
                    <a:pt x="5743626" y="2444419"/>
                  </a:lnTo>
                  <a:lnTo>
                    <a:pt x="5743626" y="3103499"/>
                  </a:lnTo>
                  <a:lnTo>
                    <a:pt x="4718151" y="3103499"/>
                  </a:lnTo>
                  <a:lnTo>
                    <a:pt x="4718151" y="2444419"/>
                  </a:lnTo>
                  <a:lnTo>
                    <a:pt x="4766170" y="2444419"/>
                  </a:lnTo>
                  <a:lnTo>
                    <a:pt x="4766170" y="2425611"/>
                  </a:lnTo>
                  <a:lnTo>
                    <a:pt x="4718151" y="2425611"/>
                  </a:lnTo>
                  <a:lnTo>
                    <a:pt x="4718151" y="1959292"/>
                  </a:lnTo>
                  <a:lnTo>
                    <a:pt x="4766170" y="1959292"/>
                  </a:lnTo>
                  <a:lnTo>
                    <a:pt x="4766170" y="1940483"/>
                  </a:lnTo>
                  <a:lnTo>
                    <a:pt x="4718151" y="1940483"/>
                  </a:lnTo>
                  <a:lnTo>
                    <a:pt x="4718151" y="1474177"/>
                  </a:lnTo>
                  <a:lnTo>
                    <a:pt x="4766170" y="1474177"/>
                  </a:lnTo>
                  <a:lnTo>
                    <a:pt x="4766170" y="1455369"/>
                  </a:lnTo>
                  <a:lnTo>
                    <a:pt x="4718151" y="1455369"/>
                  </a:lnTo>
                  <a:lnTo>
                    <a:pt x="4718151" y="989063"/>
                  </a:lnTo>
                  <a:lnTo>
                    <a:pt x="5221490" y="989063"/>
                  </a:lnTo>
                  <a:lnTo>
                    <a:pt x="5221490" y="1192758"/>
                  </a:lnTo>
                  <a:lnTo>
                    <a:pt x="5240312" y="1192758"/>
                  </a:lnTo>
                  <a:lnTo>
                    <a:pt x="5240312" y="989063"/>
                  </a:lnTo>
                  <a:lnTo>
                    <a:pt x="5743626" y="989063"/>
                  </a:lnTo>
                  <a:lnTo>
                    <a:pt x="5743626" y="970241"/>
                  </a:lnTo>
                  <a:lnTo>
                    <a:pt x="5240312" y="970241"/>
                  </a:lnTo>
                  <a:lnTo>
                    <a:pt x="5240312" y="503936"/>
                  </a:lnTo>
                  <a:lnTo>
                    <a:pt x="5743626" y="503936"/>
                  </a:lnTo>
                  <a:lnTo>
                    <a:pt x="5743626" y="485127"/>
                  </a:lnTo>
                  <a:lnTo>
                    <a:pt x="5240312" y="485127"/>
                  </a:lnTo>
                  <a:lnTo>
                    <a:pt x="5240312" y="18821"/>
                  </a:lnTo>
                  <a:lnTo>
                    <a:pt x="5743626" y="18821"/>
                  </a:lnTo>
                  <a:lnTo>
                    <a:pt x="5743626" y="0"/>
                  </a:lnTo>
                  <a:lnTo>
                    <a:pt x="5240312" y="0"/>
                  </a:lnTo>
                  <a:lnTo>
                    <a:pt x="5221490" y="0"/>
                  </a:lnTo>
                  <a:lnTo>
                    <a:pt x="5221490" y="18821"/>
                  </a:lnTo>
                  <a:lnTo>
                    <a:pt x="5221490" y="485127"/>
                  </a:lnTo>
                  <a:lnTo>
                    <a:pt x="5221490" y="503936"/>
                  </a:lnTo>
                  <a:lnTo>
                    <a:pt x="5221490" y="970241"/>
                  </a:lnTo>
                  <a:lnTo>
                    <a:pt x="4718151" y="970241"/>
                  </a:lnTo>
                  <a:lnTo>
                    <a:pt x="4718151" y="503936"/>
                  </a:lnTo>
                  <a:lnTo>
                    <a:pt x="5221490" y="503936"/>
                  </a:lnTo>
                  <a:lnTo>
                    <a:pt x="5221490" y="485127"/>
                  </a:lnTo>
                  <a:lnTo>
                    <a:pt x="4718151" y="485127"/>
                  </a:lnTo>
                  <a:lnTo>
                    <a:pt x="4718151" y="18821"/>
                  </a:lnTo>
                  <a:lnTo>
                    <a:pt x="5221490" y="18821"/>
                  </a:lnTo>
                  <a:lnTo>
                    <a:pt x="5221490" y="0"/>
                  </a:lnTo>
                  <a:lnTo>
                    <a:pt x="4713948" y="0"/>
                  </a:lnTo>
                  <a:lnTo>
                    <a:pt x="4703534" y="0"/>
                  </a:lnTo>
                  <a:lnTo>
                    <a:pt x="4699330" y="0"/>
                  </a:lnTo>
                  <a:lnTo>
                    <a:pt x="4699330" y="18821"/>
                  </a:lnTo>
                  <a:lnTo>
                    <a:pt x="4699330" y="485127"/>
                  </a:lnTo>
                  <a:lnTo>
                    <a:pt x="4699330" y="503936"/>
                  </a:lnTo>
                  <a:lnTo>
                    <a:pt x="4699330" y="970241"/>
                  </a:lnTo>
                  <a:lnTo>
                    <a:pt x="4379125" y="970241"/>
                  </a:lnTo>
                  <a:lnTo>
                    <a:pt x="4379125" y="989063"/>
                  </a:lnTo>
                  <a:lnTo>
                    <a:pt x="4699330" y="989063"/>
                  </a:lnTo>
                  <a:lnTo>
                    <a:pt x="4699330" y="1455369"/>
                  </a:lnTo>
                  <a:lnTo>
                    <a:pt x="4379125" y="1455369"/>
                  </a:lnTo>
                  <a:lnTo>
                    <a:pt x="4379125" y="1474177"/>
                  </a:lnTo>
                  <a:lnTo>
                    <a:pt x="4699330" y="1474177"/>
                  </a:lnTo>
                  <a:lnTo>
                    <a:pt x="4699330" y="1940483"/>
                  </a:lnTo>
                  <a:lnTo>
                    <a:pt x="4379125" y="1940483"/>
                  </a:lnTo>
                  <a:lnTo>
                    <a:pt x="4379125" y="1959292"/>
                  </a:lnTo>
                  <a:lnTo>
                    <a:pt x="4699330" y="1959292"/>
                  </a:lnTo>
                  <a:lnTo>
                    <a:pt x="4699330" y="2425611"/>
                  </a:lnTo>
                  <a:lnTo>
                    <a:pt x="4379125" y="2425611"/>
                  </a:lnTo>
                  <a:lnTo>
                    <a:pt x="4379125" y="2444419"/>
                  </a:lnTo>
                  <a:lnTo>
                    <a:pt x="4699330" y="2444419"/>
                  </a:lnTo>
                  <a:lnTo>
                    <a:pt x="4699330" y="3103499"/>
                  </a:lnTo>
                  <a:lnTo>
                    <a:pt x="3673868" y="3103499"/>
                  </a:lnTo>
                  <a:lnTo>
                    <a:pt x="3673868" y="2444419"/>
                  </a:lnTo>
                  <a:lnTo>
                    <a:pt x="3875011" y="2444419"/>
                  </a:lnTo>
                  <a:lnTo>
                    <a:pt x="3875011" y="2425611"/>
                  </a:lnTo>
                  <a:lnTo>
                    <a:pt x="3673868" y="2425611"/>
                  </a:lnTo>
                  <a:lnTo>
                    <a:pt x="3673868" y="1959292"/>
                  </a:lnTo>
                  <a:lnTo>
                    <a:pt x="3875011" y="1959292"/>
                  </a:lnTo>
                  <a:lnTo>
                    <a:pt x="3875011" y="1940483"/>
                  </a:lnTo>
                  <a:lnTo>
                    <a:pt x="3673868" y="1940483"/>
                  </a:lnTo>
                  <a:lnTo>
                    <a:pt x="3673868" y="1474177"/>
                  </a:lnTo>
                  <a:lnTo>
                    <a:pt x="3875011" y="1474177"/>
                  </a:lnTo>
                  <a:lnTo>
                    <a:pt x="3875011" y="1455369"/>
                  </a:lnTo>
                  <a:lnTo>
                    <a:pt x="3673868" y="1455369"/>
                  </a:lnTo>
                  <a:lnTo>
                    <a:pt x="3673868" y="989063"/>
                  </a:lnTo>
                  <a:lnTo>
                    <a:pt x="3875011" y="989063"/>
                  </a:lnTo>
                  <a:lnTo>
                    <a:pt x="3875011" y="970241"/>
                  </a:lnTo>
                  <a:lnTo>
                    <a:pt x="3673868" y="970241"/>
                  </a:lnTo>
                  <a:lnTo>
                    <a:pt x="3673868" y="503936"/>
                  </a:lnTo>
                  <a:lnTo>
                    <a:pt x="4177182" y="503936"/>
                  </a:lnTo>
                  <a:lnTo>
                    <a:pt x="4177182" y="796404"/>
                  </a:lnTo>
                  <a:lnTo>
                    <a:pt x="4196003" y="796404"/>
                  </a:lnTo>
                  <a:lnTo>
                    <a:pt x="4196003" y="503936"/>
                  </a:lnTo>
                  <a:lnTo>
                    <a:pt x="4699330" y="503936"/>
                  </a:lnTo>
                  <a:lnTo>
                    <a:pt x="4699330" y="485127"/>
                  </a:lnTo>
                  <a:lnTo>
                    <a:pt x="4196003" y="485127"/>
                  </a:lnTo>
                  <a:lnTo>
                    <a:pt x="4196003" y="18821"/>
                  </a:lnTo>
                  <a:lnTo>
                    <a:pt x="4699330" y="18821"/>
                  </a:lnTo>
                  <a:lnTo>
                    <a:pt x="4699330" y="0"/>
                  </a:lnTo>
                  <a:lnTo>
                    <a:pt x="4196003" y="0"/>
                  </a:lnTo>
                  <a:lnTo>
                    <a:pt x="4177182" y="0"/>
                  </a:lnTo>
                  <a:lnTo>
                    <a:pt x="4177182" y="18821"/>
                  </a:lnTo>
                  <a:lnTo>
                    <a:pt x="4177182" y="485127"/>
                  </a:lnTo>
                  <a:lnTo>
                    <a:pt x="3673868" y="485127"/>
                  </a:lnTo>
                  <a:lnTo>
                    <a:pt x="3673868" y="18821"/>
                  </a:lnTo>
                  <a:lnTo>
                    <a:pt x="4177182" y="18821"/>
                  </a:lnTo>
                  <a:lnTo>
                    <a:pt x="4177182" y="0"/>
                  </a:lnTo>
                  <a:lnTo>
                    <a:pt x="3669665" y="0"/>
                  </a:lnTo>
                  <a:lnTo>
                    <a:pt x="3659251" y="0"/>
                  </a:lnTo>
                  <a:lnTo>
                    <a:pt x="3655047" y="0"/>
                  </a:lnTo>
                  <a:lnTo>
                    <a:pt x="3655047" y="18821"/>
                  </a:lnTo>
                  <a:lnTo>
                    <a:pt x="3655047" y="1455369"/>
                  </a:lnTo>
                  <a:lnTo>
                    <a:pt x="3487966" y="1455369"/>
                  </a:lnTo>
                  <a:lnTo>
                    <a:pt x="3487966" y="1474177"/>
                  </a:lnTo>
                  <a:lnTo>
                    <a:pt x="3655047" y="1474177"/>
                  </a:lnTo>
                  <a:lnTo>
                    <a:pt x="3655047" y="1940483"/>
                  </a:lnTo>
                  <a:lnTo>
                    <a:pt x="3487966" y="1940483"/>
                  </a:lnTo>
                  <a:lnTo>
                    <a:pt x="3487966" y="1959292"/>
                  </a:lnTo>
                  <a:lnTo>
                    <a:pt x="3655047" y="1959292"/>
                  </a:lnTo>
                  <a:lnTo>
                    <a:pt x="3655047" y="2425611"/>
                  </a:lnTo>
                  <a:lnTo>
                    <a:pt x="3487966" y="2425611"/>
                  </a:lnTo>
                  <a:lnTo>
                    <a:pt x="3487966" y="2444419"/>
                  </a:lnTo>
                  <a:lnTo>
                    <a:pt x="3655047" y="2444419"/>
                  </a:lnTo>
                  <a:lnTo>
                    <a:pt x="3655047" y="3103499"/>
                  </a:lnTo>
                  <a:lnTo>
                    <a:pt x="2629560" y="3103499"/>
                  </a:lnTo>
                  <a:lnTo>
                    <a:pt x="2629560" y="2444419"/>
                  </a:lnTo>
                  <a:lnTo>
                    <a:pt x="2983852" y="2444419"/>
                  </a:lnTo>
                  <a:lnTo>
                    <a:pt x="2983852" y="2425611"/>
                  </a:lnTo>
                  <a:lnTo>
                    <a:pt x="2629560" y="2425611"/>
                  </a:lnTo>
                  <a:lnTo>
                    <a:pt x="2629560" y="1959292"/>
                  </a:lnTo>
                  <a:lnTo>
                    <a:pt x="2983852" y="1959292"/>
                  </a:lnTo>
                  <a:lnTo>
                    <a:pt x="2983852" y="1940483"/>
                  </a:lnTo>
                  <a:lnTo>
                    <a:pt x="2629560" y="1940483"/>
                  </a:lnTo>
                  <a:lnTo>
                    <a:pt x="2629560" y="1474177"/>
                  </a:lnTo>
                  <a:lnTo>
                    <a:pt x="2983852" y="1474177"/>
                  </a:lnTo>
                  <a:lnTo>
                    <a:pt x="2983852" y="1455369"/>
                  </a:lnTo>
                  <a:lnTo>
                    <a:pt x="2629560" y="1455369"/>
                  </a:lnTo>
                  <a:lnTo>
                    <a:pt x="2629560" y="989063"/>
                  </a:lnTo>
                  <a:lnTo>
                    <a:pt x="3132899" y="989063"/>
                  </a:lnTo>
                  <a:lnTo>
                    <a:pt x="3132899" y="1301115"/>
                  </a:lnTo>
                  <a:lnTo>
                    <a:pt x="3151721" y="1301115"/>
                  </a:lnTo>
                  <a:lnTo>
                    <a:pt x="3151721" y="989063"/>
                  </a:lnTo>
                  <a:lnTo>
                    <a:pt x="3655047" y="989063"/>
                  </a:lnTo>
                  <a:lnTo>
                    <a:pt x="3655047" y="970241"/>
                  </a:lnTo>
                  <a:lnTo>
                    <a:pt x="3151721" y="970241"/>
                  </a:lnTo>
                  <a:lnTo>
                    <a:pt x="3151721" y="503936"/>
                  </a:lnTo>
                  <a:lnTo>
                    <a:pt x="3655047" y="503936"/>
                  </a:lnTo>
                  <a:lnTo>
                    <a:pt x="3655047" y="485127"/>
                  </a:lnTo>
                  <a:lnTo>
                    <a:pt x="3151721" y="485127"/>
                  </a:lnTo>
                  <a:lnTo>
                    <a:pt x="3151721" y="18821"/>
                  </a:lnTo>
                  <a:lnTo>
                    <a:pt x="3655047" y="18821"/>
                  </a:lnTo>
                  <a:lnTo>
                    <a:pt x="3655047" y="0"/>
                  </a:lnTo>
                  <a:lnTo>
                    <a:pt x="3151721" y="0"/>
                  </a:lnTo>
                  <a:lnTo>
                    <a:pt x="3132899" y="0"/>
                  </a:lnTo>
                  <a:lnTo>
                    <a:pt x="3132899" y="18821"/>
                  </a:lnTo>
                  <a:lnTo>
                    <a:pt x="3132899" y="485127"/>
                  </a:lnTo>
                  <a:lnTo>
                    <a:pt x="3132899" y="503936"/>
                  </a:lnTo>
                  <a:lnTo>
                    <a:pt x="3132899" y="970241"/>
                  </a:lnTo>
                  <a:lnTo>
                    <a:pt x="2629560" y="970241"/>
                  </a:lnTo>
                  <a:lnTo>
                    <a:pt x="2629560" y="503936"/>
                  </a:lnTo>
                  <a:lnTo>
                    <a:pt x="3132899" y="503936"/>
                  </a:lnTo>
                  <a:lnTo>
                    <a:pt x="3132899" y="485127"/>
                  </a:lnTo>
                  <a:lnTo>
                    <a:pt x="2629560" y="485127"/>
                  </a:lnTo>
                  <a:lnTo>
                    <a:pt x="2629560" y="18821"/>
                  </a:lnTo>
                  <a:lnTo>
                    <a:pt x="3132899" y="18821"/>
                  </a:lnTo>
                  <a:lnTo>
                    <a:pt x="3132899" y="0"/>
                  </a:lnTo>
                  <a:lnTo>
                    <a:pt x="2625344" y="0"/>
                  </a:lnTo>
                  <a:lnTo>
                    <a:pt x="2614942" y="0"/>
                  </a:lnTo>
                  <a:lnTo>
                    <a:pt x="2610739" y="0"/>
                  </a:lnTo>
                  <a:lnTo>
                    <a:pt x="2610739" y="18821"/>
                  </a:lnTo>
                  <a:lnTo>
                    <a:pt x="2610739" y="1940483"/>
                  </a:lnTo>
                  <a:lnTo>
                    <a:pt x="2596794" y="1940483"/>
                  </a:lnTo>
                  <a:lnTo>
                    <a:pt x="2596794" y="1959292"/>
                  </a:lnTo>
                  <a:lnTo>
                    <a:pt x="2610739" y="1959292"/>
                  </a:lnTo>
                  <a:lnTo>
                    <a:pt x="2610739" y="2425611"/>
                  </a:lnTo>
                  <a:lnTo>
                    <a:pt x="2596794" y="2425611"/>
                  </a:lnTo>
                  <a:lnTo>
                    <a:pt x="2596794" y="2444419"/>
                  </a:lnTo>
                  <a:lnTo>
                    <a:pt x="2610739" y="2444419"/>
                  </a:lnTo>
                  <a:lnTo>
                    <a:pt x="2610739" y="3103499"/>
                  </a:lnTo>
                  <a:lnTo>
                    <a:pt x="2107412" y="3103499"/>
                  </a:lnTo>
                  <a:lnTo>
                    <a:pt x="2107412" y="1474177"/>
                  </a:lnTo>
                  <a:lnTo>
                    <a:pt x="2610739" y="1474177"/>
                  </a:lnTo>
                  <a:lnTo>
                    <a:pt x="2610739" y="1455369"/>
                  </a:lnTo>
                  <a:lnTo>
                    <a:pt x="2107412" y="1455369"/>
                  </a:lnTo>
                  <a:lnTo>
                    <a:pt x="2107412" y="989063"/>
                  </a:lnTo>
                  <a:lnTo>
                    <a:pt x="2610739" y="989063"/>
                  </a:lnTo>
                  <a:lnTo>
                    <a:pt x="2610739" y="970241"/>
                  </a:lnTo>
                  <a:lnTo>
                    <a:pt x="2107412" y="970241"/>
                  </a:lnTo>
                  <a:lnTo>
                    <a:pt x="2107412" y="503936"/>
                  </a:lnTo>
                  <a:lnTo>
                    <a:pt x="2610739" y="503936"/>
                  </a:lnTo>
                  <a:lnTo>
                    <a:pt x="2610739" y="485127"/>
                  </a:lnTo>
                  <a:lnTo>
                    <a:pt x="2107412" y="485127"/>
                  </a:lnTo>
                  <a:lnTo>
                    <a:pt x="2107412" y="18821"/>
                  </a:lnTo>
                  <a:lnTo>
                    <a:pt x="2610739" y="18821"/>
                  </a:lnTo>
                  <a:lnTo>
                    <a:pt x="2610739" y="0"/>
                  </a:lnTo>
                  <a:lnTo>
                    <a:pt x="2103208" y="0"/>
                  </a:lnTo>
                  <a:lnTo>
                    <a:pt x="2092807" y="0"/>
                  </a:lnTo>
                  <a:lnTo>
                    <a:pt x="2088603" y="0"/>
                  </a:lnTo>
                  <a:lnTo>
                    <a:pt x="2088603" y="18821"/>
                  </a:lnTo>
                  <a:lnTo>
                    <a:pt x="2088603" y="1940483"/>
                  </a:lnTo>
                  <a:lnTo>
                    <a:pt x="1705635" y="1940483"/>
                  </a:lnTo>
                  <a:lnTo>
                    <a:pt x="1705635" y="1959292"/>
                  </a:lnTo>
                  <a:lnTo>
                    <a:pt x="2088603" y="1959292"/>
                  </a:lnTo>
                  <a:lnTo>
                    <a:pt x="2088603" y="2425611"/>
                  </a:lnTo>
                  <a:lnTo>
                    <a:pt x="1705635" y="2425611"/>
                  </a:lnTo>
                  <a:lnTo>
                    <a:pt x="1705635" y="2444419"/>
                  </a:lnTo>
                  <a:lnTo>
                    <a:pt x="2088603" y="2444419"/>
                  </a:lnTo>
                  <a:lnTo>
                    <a:pt x="2088603" y="3103499"/>
                  </a:lnTo>
                  <a:lnTo>
                    <a:pt x="1063104" y="3103499"/>
                  </a:lnTo>
                  <a:lnTo>
                    <a:pt x="1063104" y="2444419"/>
                  </a:lnTo>
                  <a:lnTo>
                    <a:pt x="1201521" y="2444419"/>
                  </a:lnTo>
                  <a:lnTo>
                    <a:pt x="1201521" y="2425611"/>
                  </a:lnTo>
                  <a:lnTo>
                    <a:pt x="1063104" y="2425611"/>
                  </a:lnTo>
                  <a:lnTo>
                    <a:pt x="1063104" y="1959292"/>
                  </a:lnTo>
                  <a:lnTo>
                    <a:pt x="1201521" y="1959292"/>
                  </a:lnTo>
                  <a:lnTo>
                    <a:pt x="1201521" y="1940483"/>
                  </a:lnTo>
                  <a:lnTo>
                    <a:pt x="1063104" y="1940483"/>
                  </a:lnTo>
                  <a:lnTo>
                    <a:pt x="1063104" y="1474177"/>
                  </a:lnTo>
                  <a:lnTo>
                    <a:pt x="1566443" y="1474177"/>
                  </a:lnTo>
                  <a:lnTo>
                    <a:pt x="1566443" y="1831949"/>
                  </a:lnTo>
                  <a:lnTo>
                    <a:pt x="1585264" y="1831949"/>
                  </a:lnTo>
                  <a:lnTo>
                    <a:pt x="1585264" y="1474177"/>
                  </a:lnTo>
                  <a:lnTo>
                    <a:pt x="2088603" y="1474177"/>
                  </a:lnTo>
                  <a:lnTo>
                    <a:pt x="2088603" y="1455369"/>
                  </a:lnTo>
                  <a:lnTo>
                    <a:pt x="1585264" y="1455369"/>
                  </a:lnTo>
                  <a:lnTo>
                    <a:pt x="1585264" y="989063"/>
                  </a:lnTo>
                  <a:lnTo>
                    <a:pt x="2088603" y="989063"/>
                  </a:lnTo>
                  <a:lnTo>
                    <a:pt x="2088603" y="970241"/>
                  </a:lnTo>
                  <a:lnTo>
                    <a:pt x="1585264" y="970241"/>
                  </a:lnTo>
                  <a:lnTo>
                    <a:pt x="1585264" y="503936"/>
                  </a:lnTo>
                  <a:lnTo>
                    <a:pt x="2088603" y="503936"/>
                  </a:lnTo>
                  <a:lnTo>
                    <a:pt x="2088603" y="485127"/>
                  </a:lnTo>
                  <a:lnTo>
                    <a:pt x="1585264" y="485127"/>
                  </a:lnTo>
                  <a:lnTo>
                    <a:pt x="1585264" y="18821"/>
                  </a:lnTo>
                  <a:lnTo>
                    <a:pt x="2088603" y="18821"/>
                  </a:lnTo>
                  <a:lnTo>
                    <a:pt x="2088603" y="0"/>
                  </a:lnTo>
                  <a:lnTo>
                    <a:pt x="1585264" y="0"/>
                  </a:lnTo>
                  <a:lnTo>
                    <a:pt x="1566443" y="0"/>
                  </a:lnTo>
                  <a:lnTo>
                    <a:pt x="1566443" y="18821"/>
                  </a:lnTo>
                  <a:lnTo>
                    <a:pt x="1566443" y="1455369"/>
                  </a:lnTo>
                  <a:lnTo>
                    <a:pt x="1063104" y="1455369"/>
                  </a:lnTo>
                  <a:lnTo>
                    <a:pt x="1063104" y="989063"/>
                  </a:lnTo>
                  <a:lnTo>
                    <a:pt x="1566443" y="989063"/>
                  </a:lnTo>
                  <a:lnTo>
                    <a:pt x="1566443" y="970241"/>
                  </a:lnTo>
                  <a:lnTo>
                    <a:pt x="1063104" y="970241"/>
                  </a:lnTo>
                  <a:lnTo>
                    <a:pt x="1063104" y="503936"/>
                  </a:lnTo>
                  <a:lnTo>
                    <a:pt x="1566443" y="503936"/>
                  </a:lnTo>
                  <a:lnTo>
                    <a:pt x="1566443" y="485127"/>
                  </a:lnTo>
                  <a:lnTo>
                    <a:pt x="1063104" y="485127"/>
                  </a:lnTo>
                  <a:lnTo>
                    <a:pt x="1063104" y="18821"/>
                  </a:lnTo>
                  <a:lnTo>
                    <a:pt x="1566443" y="18821"/>
                  </a:lnTo>
                  <a:lnTo>
                    <a:pt x="1566443" y="0"/>
                  </a:lnTo>
                  <a:lnTo>
                    <a:pt x="1058900" y="0"/>
                  </a:lnTo>
                  <a:lnTo>
                    <a:pt x="1048499" y="0"/>
                  </a:lnTo>
                  <a:lnTo>
                    <a:pt x="1044282" y="0"/>
                  </a:lnTo>
                  <a:lnTo>
                    <a:pt x="1044282" y="18821"/>
                  </a:lnTo>
                  <a:lnTo>
                    <a:pt x="1044282" y="2425611"/>
                  </a:lnTo>
                  <a:lnTo>
                    <a:pt x="814463" y="2425611"/>
                  </a:lnTo>
                  <a:lnTo>
                    <a:pt x="814463" y="2444419"/>
                  </a:lnTo>
                  <a:lnTo>
                    <a:pt x="1044282" y="2444419"/>
                  </a:lnTo>
                  <a:lnTo>
                    <a:pt x="1044282" y="3103499"/>
                  </a:lnTo>
                  <a:lnTo>
                    <a:pt x="18834" y="3103499"/>
                  </a:lnTo>
                  <a:lnTo>
                    <a:pt x="18834" y="2444419"/>
                  </a:lnTo>
                  <a:lnTo>
                    <a:pt x="310349" y="2444419"/>
                  </a:lnTo>
                  <a:lnTo>
                    <a:pt x="310349" y="2425611"/>
                  </a:lnTo>
                  <a:lnTo>
                    <a:pt x="18834" y="2425611"/>
                  </a:lnTo>
                  <a:lnTo>
                    <a:pt x="18834" y="1959292"/>
                  </a:lnTo>
                  <a:lnTo>
                    <a:pt x="522147" y="1959292"/>
                  </a:lnTo>
                  <a:lnTo>
                    <a:pt x="522147" y="2078507"/>
                  </a:lnTo>
                  <a:lnTo>
                    <a:pt x="540969" y="2078507"/>
                  </a:lnTo>
                  <a:lnTo>
                    <a:pt x="540969" y="1959292"/>
                  </a:lnTo>
                  <a:lnTo>
                    <a:pt x="1044282" y="1959292"/>
                  </a:lnTo>
                  <a:lnTo>
                    <a:pt x="1044282" y="1940483"/>
                  </a:lnTo>
                  <a:lnTo>
                    <a:pt x="540969" y="1940483"/>
                  </a:lnTo>
                  <a:lnTo>
                    <a:pt x="540969" y="1474177"/>
                  </a:lnTo>
                  <a:lnTo>
                    <a:pt x="1044282" y="1474177"/>
                  </a:lnTo>
                  <a:lnTo>
                    <a:pt x="1044282" y="1455369"/>
                  </a:lnTo>
                  <a:lnTo>
                    <a:pt x="540969" y="1455369"/>
                  </a:lnTo>
                  <a:lnTo>
                    <a:pt x="540969" y="989063"/>
                  </a:lnTo>
                  <a:lnTo>
                    <a:pt x="1044282" y="989063"/>
                  </a:lnTo>
                  <a:lnTo>
                    <a:pt x="1044282" y="970241"/>
                  </a:lnTo>
                  <a:lnTo>
                    <a:pt x="540969" y="970241"/>
                  </a:lnTo>
                  <a:lnTo>
                    <a:pt x="540969" y="503936"/>
                  </a:lnTo>
                  <a:lnTo>
                    <a:pt x="1044282" y="503936"/>
                  </a:lnTo>
                  <a:lnTo>
                    <a:pt x="1044282" y="485127"/>
                  </a:lnTo>
                  <a:lnTo>
                    <a:pt x="540969" y="485127"/>
                  </a:lnTo>
                  <a:lnTo>
                    <a:pt x="540969" y="18821"/>
                  </a:lnTo>
                  <a:lnTo>
                    <a:pt x="1044282" y="18821"/>
                  </a:lnTo>
                  <a:lnTo>
                    <a:pt x="1044282" y="0"/>
                  </a:lnTo>
                  <a:lnTo>
                    <a:pt x="540969" y="0"/>
                  </a:lnTo>
                  <a:lnTo>
                    <a:pt x="522147" y="0"/>
                  </a:lnTo>
                  <a:lnTo>
                    <a:pt x="522147" y="18821"/>
                  </a:lnTo>
                  <a:lnTo>
                    <a:pt x="522147" y="1940483"/>
                  </a:lnTo>
                  <a:lnTo>
                    <a:pt x="18834" y="1940483"/>
                  </a:lnTo>
                  <a:lnTo>
                    <a:pt x="18834" y="1474177"/>
                  </a:lnTo>
                  <a:lnTo>
                    <a:pt x="522147" y="1474177"/>
                  </a:lnTo>
                  <a:lnTo>
                    <a:pt x="522147" y="1455369"/>
                  </a:lnTo>
                  <a:lnTo>
                    <a:pt x="18834" y="1455369"/>
                  </a:lnTo>
                  <a:lnTo>
                    <a:pt x="18834" y="989063"/>
                  </a:lnTo>
                  <a:lnTo>
                    <a:pt x="522147" y="989063"/>
                  </a:lnTo>
                  <a:lnTo>
                    <a:pt x="522147" y="970241"/>
                  </a:lnTo>
                  <a:lnTo>
                    <a:pt x="18834" y="970241"/>
                  </a:lnTo>
                  <a:lnTo>
                    <a:pt x="18834" y="503936"/>
                  </a:lnTo>
                  <a:lnTo>
                    <a:pt x="522147" y="503936"/>
                  </a:lnTo>
                  <a:lnTo>
                    <a:pt x="522147" y="485127"/>
                  </a:lnTo>
                  <a:lnTo>
                    <a:pt x="18834" y="485127"/>
                  </a:lnTo>
                  <a:lnTo>
                    <a:pt x="18834" y="18821"/>
                  </a:lnTo>
                  <a:lnTo>
                    <a:pt x="522147" y="18821"/>
                  </a:lnTo>
                  <a:lnTo>
                    <a:pt x="522147" y="0"/>
                  </a:lnTo>
                  <a:lnTo>
                    <a:pt x="4203" y="0"/>
                  </a:lnTo>
                  <a:lnTo>
                    <a:pt x="0" y="4203"/>
                  </a:lnTo>
                  <a:lnTo>
                    <a:pt x="0" y="489331"/>
                  </a:lnTo>
                  <a:lnTo>
                    <a:pt x="0" y="499732"/>
                  </a:lnTo>
                  <a:lnTo>
                    <a:pt x="0" y="3118104"/>
                  </a:lnTo>
                  <a:lnTo>
                    <a:pt x="4191" y="3122307"/>
                  </a:lnTo>
                  <a:lnTo>
                    <a:pt x="522147" y="3122307"/>
                  </a:lnTo>
                  <a:lnTo>
                    <a:pt x="540969" y="3122320"/>
                  </a:lnTo>
                  <a:lnTo>
                    <a:pt x="1048473" y="3122307"/>
                  </a:lnTo>
                  <a:lnTo>
                    <a:pt x="1053693" y="3122320"/>
                  </a:lnTo>
                  <a:lnTo>
                    <a:pt x="1058900" y="3122307"/>
                  </a:lnTo>
                  <a:lnTo>
                    <a:pt x="1566443" y="3122307"/>
                  </a:lnTo>
                  <a:lnTo>
                    <a:pt x="1585264" y="3122320"/>
                  </a:lnTo>
                  <a:lnTo>
                    <a:pt x="2092794" y="3122307"/>
                  </a:lnTo>
                  <a:lnTo>
                    <a:pt x="2098001" y="3122320"/>
                  </a:lnTo>
                  <a:lnTo>
                    <a:pt x="2103208" y="3122307"/>
                  </a:lnTo>
                  <a:lnTo>
                    <a:pt x="2614930" y="3122307"/>
                  </a:lnTo>
                  <a:lnTo>
                    <a:pt x="2620149" y="3122320"/>
                  </a:lnTo>
                  <a:lnTo>
                    <a:pt x="2625344" y="3122307"/>
                  </a:lnTo>
                  <a:lnTo>
                    <a:pt x="3132899" y="3122307"/>
                  </a:lnTo>
                  <a:lnTo>
                    <a:pt x="3151721" y="3122320"/>
                  </a:lnTo>
                  <a:lnTo>
                    <a:pt x="3659238" y="3122307"/>
                  </a:lnTo>
                  <a:lnTo>
                    <a:pt x="3664458" y="3122320"/>
                  </a:lnTo>
                  <a:lnTo>
                    <a:pt x="3669665" y="3122307"/>
                  </a:lnTo>
                  <a:lnTo>
                    <a:pt x="4177182" y="3122307"/>
                  </a:lnTo>
                  <a:lnTo>
                    <a:pt x="4196003" y="3122320"/>
                  </a:lnTo>
                  <a:lnTo>
                    <a:pt x="4703521" y="3122307"/>
                  </a:lnTo>
                  <a:lnTo>
                    <a:pt x="4708741" y="3122320"/>
                  </a:lnTo>
                  <a:lnTo>
                    <a:pt x="4713948" y="3122307"/>
                  </a:lnTo>
                  <a:lnTo>
                    <a:pt x="5221490" y="3122307"/>
                  </a:lnTo>
                  <a:lnTo>
                    <a:pt x="5240312" y="3122320"/>
                  </a:lnTo>
                  <a:lnTo>
                    <a:pt x="5758243" y="3122307"/>
                  </a:lnTo>
                  <a:lnTo>
                    <a:pt x="5762447" y="3118104"/>
                  </a:lnTo>
                  <a:lnTo>
                    <a:pt x="5762447" y="18821"/>
                  </a:lnTo>
                  <a:lnTo>
                    <a:pt x="5762447" y="4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46832" y="3994325"/>
              <a:ext cx="504190" cy="1034415"/>
            </a:xfrm>
            <a:custGeom>
              <a:avLst/>
              <a:gdLst/>
              <a:ahLst/>
              <a:cxnLst/>
              <a:rect l="l" t="t" r="r" b="b"/>
              <a:pathLst>
                <a:path w="504190" h="1034414">
                  <a:moveTo>
                    <a:pt x="504111" y="1034388"/>
                  </a:moveTo>
                  <a:lnTo>
                    <a:pt x="0" y="1034388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034388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37422" y="3984931"/>
              <a:ext cx="523240" cy="1053465"/>
            </a:xfrm>
            <a:custGeom>
              <a:avLst/>
              <a:gdLst/>
              <a:ahLst/>
              <a:cxnLst/>
              <a:rect l="l" t="t" r="r" b="b"/>
              <a:pathLst>
                <a:path w="523240" h="1053464">
                  <a:moveTo>
                    <a:pt x="518714" y="1053198"/>
                  </a:moveTo>
                  <a:lnTo>
                    <a:pt x="4204" y="1053198"/>
                  </a:lnTo>
                  <a:lnTo>
                    <a:pt x="0" y="1048995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9" y="4203"/>
                  </a:lnTo>
                  <a:lnTo>
                    <a:pt x="522919" y="18798"/>
                  </a:lnTo>
                  <a:lnTo>
                    <a:pt x="18819" y="18798"/>
                  </a:lnTo>
                  <a:lnTo>
                    <a:pt x="18819" y="1034376"/>
                  </a:lnTo>
                  <a:lnTo>
                    <a:pt x="522919" y="1034376"/>
                  </a:lnTo>
                  <a:lnTo>
                    <a:pt x="522919" y="1048995"/>
                  </a:lnTo>
                  <a:lnTo>
                    <a:pt x="518714" y="1053198"/>
                  </a:lnTo>
                  <a:close/>
                </a:path>
                <a:path w="523240" h="1053464">
                  <a:moveTo>
                    <a:pt x="522919" y="1034376"/>
                  </a:moveTo>
                  <a:lnTo>
                    <a:pt x="504089" y="1034376"/>
                  </a:lnTo>
                  <a:lnTo>
                    <a:pt x="504089" y="18798"/>
                  </a:lnTo>
                  <a:lnTo>
                    <a:pt x="522919" y="18798"/>
                  </a:lnTo>
                  <a:lnTo>
                    <a:pt x="522919" y="1034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50943" y="3831324"/>
              <a:ext cx="182245" cy="1197610"/>
            </a:xfrm>
            <a:custGeom>
              <a:avLst/>
              <a:gdLst/>
              <a:ahLst/>
              <a:cxnLst/>
              <a:rect l="l" t="t" r="r" b="b"/>
              <a:pathLst>
                <a:path w="182244" h="1197610">
                  <a:moveTo>
                    <a:pt x="181812" y="1197389"/>
                  </a:moveTo>
                  <a:lnTo>
                    <a:pt x="0" y="1197389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197389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41523" y="3821219"/>
              <a:ext cx="200660" cy="1217295"/>
            </a:xfrm>
            <a:custGeom>
              <a:avLst/>
              <a:gdLst/>
              <a:ahLst/>
              <a:cxnLst/>
              <a:rect l="l" t="t" r="r" b="b"/>
              <a:pathLst>
                <a:path w="200659" h="1217295">
                  <a:moveTo>
                    <a:pt x="196460" y="1216911"/>
                  </a:moveTo>
                  <a:lnTo>
                    <a:pt x="4204" y="1216911"/>
                  </a:lnTo>
                  <a:lnTo>
                    <a:pt x="0" y="1212708"/>
                  </a:lnTo>
                  <a:lnTo>
                    <a:pt x="0" y="170441"/>
                  </a:lnTo>
                  <a:lnTo>
                    <a:pt x="1137" y="167892"/>
                  </a:lnTo>
                  <a:lnTo>
                    <a:pt x="187706" y="631"/>
                  </a:lnTo>
                  <a:lnTo>
                    <a:pt x="191681" y="0"/>
                  </a:lnTo>
                  <a:lnTo>
                    <a:pt x="198459" y="3043"/>
                  </a:lnTo>
                  <a:lnTo>
                    <a:pt x="200653" y="6407"/>
                  </a:lnTo>
                  <a:lnTo>
                    <a:pt x="200653" y="31178"/>
                  </a:lnTo>
                  <a:lnTo>
                    <a:pt x="181812" y="31178"/>
                  </a:lnTo>
                  <a:lnTo>
                    <a:pt x="18818" y="177297"/>
                  </a:lnTo>
                  <a:lnTo>
                    <a:pt x="18818" y="1198077"/>
                  </a:lnTo>
                  <a:lnTo>
                    <a:pt x="200653" y="1198077"/>
                  </a:lnTo>
                  <a:lnTo>
                    <a:pt x="200653" y="1212708"/>
                  </a:lnTo>
                  <a:lnTo>
                    <a:pt x="196460" y="1216911"/>
                  </a:lnTo>
                  <a:close/>
                </a:path>
                <a:path w="200659" h="1217295">
                  <a:moveTo>
                    <a:pt x="200653" y="1198077"/>
                  </a:moveTo>
                  <a:lnTo>
                    <a:pt x="181812" y="1198077"/>
                  </a:lnTo>
                  <a:lnTo>
                    <a:pt x="181812" y="31178"/>
                  </a:lnTo>
                  <a:lnTo>
                    <a:pt x="200653" y="31178"/>
                  </a:lnTo>
                  <a:lnTo>
                    <a:pt x="200653" y="119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6832" y="3831324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4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36641" y="3821907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0" y="18821"/>
                  </a:lnTo>
                  <a:lnTo>
                    <a:pt x="195587" y="18821"/>
                  </a:lnTo>
                  <a:lnTo>
                    <a:pt x="34777" y="163012"/>
                  </a:lnTo>
                  <a:lnTo>
                    <a:pt x="538885" y="163012"/>
                  </a:lnTo>
                  <a:lnTo>
                    <a:pt x="518852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0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38006" y="3747768"/>
              <a:ext cx="504190" cy="1281430"/>
            </a:xfrm>
            <a:custGeom>
              <a:avLst/>
              <a:gdLst/>
              <a:ahLst/>
              <a:cxnLst/>
              <a:rect l="l" t="t" r="r" b="b"/>
              <a:pathLst>
                <a:path w="504189" h="1281429">
                  <a:moveTo>
                    <a:pt x="504111" y="1280944"/>
                  </a:moveTo>
                  <a:lnTo>
                    <a:pt x="0" y="1280944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280944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28596" y="3738363"/>
              <a:ext cx="523240" cy="1299845"/>
            </a:xfrm>
            <a:custGeom>
              <a:avLst/>
              <a:gdLst/>
              <a:ahLst/>
              <a:cxnLst/>
              <a:rect l="l" t="t" r="r" b="b"/>
              <a:pathLst>
                <a:path w="523239" h="1299845">
                  <a:moveTo>
                    <a:pt x="518713" y="1299766"/>
                  </a:moveTo>
                  <a:lnTo>
                    <a:pt x="4204" y="1299766"/>
                  </a:lnTo>
                  <a:lnTo>
                    <a:pt x="0" y="1295563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8" y="4203"/>
                  </a:lnTo>
                  <a:lnTo>
                    <a:pt x="522918" y="18810"/>
                  </a:lnTo>
                  <a:lnTo>
                    <a:pt x="18818" y="18810"/>
                  </a:lnTo>
                  <a:lnTo>
                    <a:pt x="18818" y="1280944"/>
                  </a:lnTo>
                  <a:lnTo>
                    <a:pt x="522918" y="1280944"/>
                  </a:lnTo>
                  <a:lnTo>
                    <a:pt x="522918" y="1295563"/>
                  </a:lnTo>
                  <a:lnTo>
                    <a:pt x="518713" y="1299766"/>
                  </a:lnTo>
                  <a:close/>
                </a:path>
                <a:path w="523239" h="1299845">
                  <a:moveTo>
                    <a:pt x="522918" y="1280944"/>
                  </a:moveTo>
                  <a:lnTo>
                    <a:pt x="504088" y="1280944"/>
                  </a:lnTo>
                  <a:lnTo>
                    <a:pt x="504088" y="18810"/>
                  </a:lnTo>
                  <a:lnTo>
                    <a:pt x="522918" y="18810"/>
                  </a:lnTo>
                  <a:lnTo>
                    <a:pt x="522918" y="1280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142105" y="3584768"/>
              <a:ext cx="182245" cy="1443990"/>
            </a:xfrm>
            <a:custGeom>
              <a:avLst/>
              <a:gdLst/>
              <a:ahLst/>
              <a:cxnLst/>
              <a:rect l="l" t="t" r="r" b="b"/>
              <a:pathLst>
                <a:path w="182244" h="1443989">
                  <a:moveTo>
                    <a:pt x="181812" y="1443945"/>
                  </a:moveTo>
                  <a:lnTo>
                    <a:pt x="0" y="1443945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443945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32697" y="3574662"/>
              <a:ext cx="200660" cy="1463675"/>
            </a:xfrm>
            <a:custGeom>
              <a:avLst/>
              <a:gdLst/>
              <a:ahLst/>
              <a:cxnLst/>
              <a:rect l="l" t="t" r="r" b="b"/>
              <a:pathLst>
                <a:path w="200660" h="1463675">
                  <a:moveTo>
                    <a:pt x="196425" y="1463467"/>
                  </a:moveTo>
                  <a:lnTo>
                    <a:pt x="4204" y="1463467"/>
                  </a:lnTo>
                  <a:lnTo>
                    <a:pt x="0" y="1459264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78"/>
                  </a:lnTo>
                  <a:lnTo>
                    <a:pt x="181799" y="31178"/>
                  </a:lnTo>
                  <a:lnTo>
                    <a:pt x="18818" y="177297"/>
                  </a:lnTo>
                  <a:lnTo>
                    <a:pt x="18818" y="1444645"/>
                  </a:lnTo>
                  <a:lnTo>
                    <a:pt x="200630" y="1444645"/>
                  </a:lnTo>
                  <a:lnTo>
                    <a:pt x="200630" y="1459264"/>
                  </a:lnTo>
                  <a:lnTo>
                    <a:pt x="196425" y="1463467"/>
                  </a:lnTo>
                  <a:close/>
                </a:path>
                <a:path w="200660" h="1463675">
                  <a:moveTo>
                    <a:pt x="200630" y="1444645"/>
                  </a:moveTo>
                  <a:lnTo>
                    <a:pt x="181799" y="1444645"/>
                  </a:lnTo>
                  <a:lnTo>
                    <a:pt x="181799" y="31178"/>
                  </a:lnTo>
                  <a:lnTo>
                    <a:pt x="200630" y="31178"/>
                  </a:lnTo>
                  <a:lnTo>
                    <a:pt x="200630" y="1444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38006" y="3584768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099" y="163000"/>
                  </a:moveTo>
                  <a:lnTo>
                    <a:pt x="0" y="163000"/>
                  </a:lnTo>
                  <a:lnTo>
                    <a:pt x="181800" y="0"/>
                  </a:lnTo>
                  <a:lnTo>
                    <a:pt x="685912" y="0"/>
                  </a:lnTo>
                  <a:lnTo>
                    <a:pt x="504099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27814" y="3575340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699986" y="0"/>
                  </a:lnTo>
                  <a:lnTo>
                    <a:pt x="703479" y="2411"/>
                  </a:lnTo>
                  <a:lnTo>
                    <a:pt x="706282" y="9692"/>
                  </a:lnTo>
                  <a:lnTo>
                    <a:pt x="705282" y="13814"/>
                  </a:lnTo>
                  <a:lnTo>
                    <a:pt x="699698" y="18821"/>
                  </a:lnTo>
                  <a:lnTo>
                    <a:pt x="195600" y="18821"/>
                  </a:lnTo>
                  <a:lnTo>
                    <a:pt x="34789" y="163011"/>
                  </a:lnTo>
                  <a:lnTo>
                    <a:pt x="538883" y="163011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3" y="163011"/>
                  </a:moveTo>
                  <a:lnTo>
                    <a:pt x="510684" y="163011"/>
                  </a:lnTo>
                  <a:lnTo>
                    <a:pt x="671494" y="18821"/>
                  </a:lnTo>
                  <a:lnTo>
                    <a:pt x="699698" y="18821"/>
                  </a:lnTo>
                  <a:lnTo>
                    <a:pt x="538883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29168" y="3621838"/>
              <a:ext cx="504190" cy="1407160"/>
            </a:xfrm>
            <a:custGeom>
              <a:avLst/>
              <a:gdLst/>
              <a:ahLst/>
              <a:cxnLst/>
              <a:rect l="l" t="t" r="r" b="b"/>
              <a:pathLst>
                <a:path w="504189" h="1407160">
                  <a:moveTo>
                    <a:pt x="504111" y="1406887"/>
                  </a:moveTo>
                  <a:lnTo>
                    <a:pt x="0" y="1406887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40688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19747" y="3612432"/>
              <a:ext cx="523240" cy="1426210"/>
            </a:xfrm>
            <a:custGeom>
              <a:avLst/>
              <a:gdLst/>
              <a:ahLst/>
              <a:cxnLst/>
              <a:rect l="l" t="t" r="r" b="b"/>
              <a:pathLst>
                <a:path w="523239" h="1426210">
                  <a:moveTo>
                    <a:pt x="518736" y="1425697"/>
                  </a:moveTo>
                  <a:lnTo>
                    <a:pt x="4204" y="1425697"/>
                  </a:lnTo>
                  <a:lnTo>
                    <a:pt x="0" y="1421494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7" y="0"/>
                  </a:lnTo>
                  <a:lnTo>
                    <a:pt x="522941" y="4203"/>
                  </a:lnTo>
                  <a:lnTo>
                    <a:pt x="522941" y="18810"/>
                  </a:lnTo>
                  <a:lnTo>
                    <a:pt x="18830" y="18810"/>
                  </a:lnTo>
                  <a:lnTo>
                    <a:pt x="18830" y="1406875"/>
                  </a:lnTo>
                  <a:lnTo>
                    <a:pt x="522941" y="1406875"/>
                  </a:lnTo>
                  <a:lnTo>
                    <a:pt x="522941" y="1421494"/>
                  </a:lnTo>
                  <a:lnTo>
                    <a:pt x="518736" y="1425697"/>
                  </a:lnTo>
                  <a:close/>
                </a:path>
                <a:path w="523239" h="1426210">
                  <a:moveTo>
                    <a:pt x="522941" y="1406875"/>
                  </a:moveTo>
                  <a:lnTo>
                    <a:pt x="504122" y="1406875"/>
                  </a:lnTo>
                  <a:lnTo>
                    <a:pt x="504122" y="18810"/>
                  </a:lnTo>
                  <a:lnTo>
                    <a:pt x="522941" y="18810"/>
                  </a:lnTo>
                  <a:lnTo>
                    <a:pt x="522941" y="1406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33268" y="3458825"/>
              <a:ext cx="182245" cy="1570355"/>
            </a:xfrm>
            <a:custGeom>
              <a:avLst/>
              <a:gdLst/>
              <a:ahLst/>
              <a:cxnLst/>
              <a:rect l="l" t="t" r="r" b="b"/>
              <a:pathLst>
                <a:path w="182244" h="1570354">
                  <a:moveTo>
                    <a:pt x="181812" y="1569887"/>
                  </a:moveTo>
                  <a:lnTo>
                    <a:pt x="0" y="1569887"/>
                  </a:lnTo>
                  <a:lnTo>
                    <a:pt x="0" y="163011"/>
                  </a:lnTo>
                  <a:lnTo>
                    <a:pt x="181812" y="0"/>
                  </a:lnTo>
                  <a:lnTo>
                    <a:pt x="181812" y="1569887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23871" y="3448731"/>
              <a:ext cx="200660" cy="1589405"/>
            </a:xfrm>
            <a:custGeom>
              <a:avLst/>
              <a:gdLst/>
              <a:ahLst/>
              <a:cxnLst/>
              <a:rect l="l" t="t" r="r" b="b"/>
              <a:pathLst>
                <a:path w="200660" h="1589404">
                  <a:moveTo>
                    <a:pt x="196437" y="1589398"/>
                  </a:moveTo>
                  <a:lnTo>
                    <a:pt x="4204" y="1589398"/>
                  </a:lnTo>
                  <a:lnTo>
                    <a:pt x="0" y="1585195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682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66"/>
                  </a:lnTo>
                  <a:lnTo>
                    <a:pt x="181800" y="31166"/>
                  </a:lnTo>
                  <a:lnTo>
                    <a:pt x="18818" y="177286"/>
                  </a:lnTo>
                  <a:lnTo>
                    <a:pt x="18818" y="1570565"/>
                  </a:lnTo>
                  <a:lnTo>
                    <a:pt x="200630" y="1570565"/>
                  </a:lnTo>
                  <a:lnTo>
                    <a:pt x="200630" y="1585195"/>
                  </a:lnTo>
                  <a:lnTo>
                    <a:pt x="196437" y="1589398"/>
                  </a:lnTo>
                  <a:close/>
                </a:path>
                <a:path w="200660" h="1589404">
                  <a:moveTo>
                    <a:pt x="200630" y="1570565"/>
                  </a:moveTo>
                  <a:lnTo>
                    <a:pt x="181800" y="1570565"/>
                  </a:lnTo>
                  <a:lnTo>
                    <a:pt x="181800" y="31166"/>
                  </a:lnTo>
                  <a:lnTo>
                    <a:pt x="200630" y="31166"/>
                  </a:lnTo>
                  <a:lnTo>
                    <a:pt x="200630" y="1570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29168" y="3458825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00" y="163011"/>
                  </a:moveTo>
                  <a:lnTo>
                    <a:pt x="0" y="163011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1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18965" y="3449409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53" y="861"/>
                  </a:lnTo>
                  <a:lnTo>
                    <a:pt x="189705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1" y="18821"/>
                  </a:lnTo>
                  <a:lnTo>
                    <a:pt x="195634" y="18821"/>
                  </a:lnTo>
                  <a:lnTo>
                    <a:pt x="34812" y="163011"/>
                  </a:lnTo>
                  <a:lnTo>
                    <a:pt x="538906" y="163011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5" h="182245">
                  <a:moveTo>
                    <a:pt x="538906" y="163011"/>
                  </a:moveTo>
                  <a:lnTo>
                    <a:pt x="510718" y="163011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20330" y="3216932"/>
              <a:ext cx="504190" cy="1812289"/>
            </a:xfrm>
            <a:custGeom>
              <a:avLst/>
              <a:gdLst/>
              <a:ahLst/>
              <a:cxnLst/>
              <a:rect l="l" t="t" r="r" b="b"/>
              <a:pathLst>
                <a:path w="504189" h="1812289">
                  <a:moveTo>
                    <a:pt x="504111" y="1811793"/>
                  </a:moveTo>
                  <a:lnTo>
                    <a:pt x="0" y="18117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8117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410909" y="3207515"/>
              <a:ext cx="523240" cy="1830705"/>
            </a:xfrm>
            <a:custGeom>
              <a:avLst/>
              <a:gdLst/>
              <a:ahLst/>
              <a:cxnLst/>
              <a:rect l="l" t="t" r="r" b="b"/>
              <a:pathLst>
                <a:path w="523239" h="1830704">
                  <a:moveTo>
                    <a:pt x="518736" y="1830603"/>
                  </a:moveTo>
                  <a:lnTo>
                    <a:pt x="4193" y="1830603"/>
                  </a:lnTo>
                  <a:lnTo>
                    <a:pt x="0" y="18264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6" y="0"/>
                  </a:lnTo>
                  <a:lnTo>
                    <a:pt x="522941" y="4203"/>
                  </a:lnTo>
                  <a:lnTo>
                    <a:pt x="522941" y="18821"/>
                  </a:lnTo>
                  <a:lnTo>
                    <a:pt x="18830" y="18821"/>
                  </a:lnTo>
                  <a:lnTo>
                    <a:pt x="18830" y="1811793"/>
                  </a:lnTo>
                  <a:lnTo>
                    <a:pt x="522941" y="1811793"/>
                  </a:lnTo>
                  <a:lnTo>
                    <a:pt x="522941" y="1826400"/>
                  </a:lnTo>
                  <a:lnTo>
                    <a:pt x="518736" y="1830603"/>
                  </a:lnTo>
                  <a:close/>
                </a:path>
                <a:path w="523239" h="1830704">
                  <a:moveTo>
                    <a:pt x="522941" y="1811793"/>
                  </a:moveTo>
                  <a:lnTo>
                    <a:pt x="504122" y="1811793"/>
                  </a:lnTo>
                  <a:lnTo>
                    <a:pt x="504122" y="18821"/>
                  </a:lnTo>
                  <a:lnTo>
                    <a:pt x="522941" y="18821"/>
                  </a:lnTo>
                  <a:lnTo>
                    <a:pt x="522941" y="1811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924430" y="3053919"/>
              <a:ext cx="182245" cy="1974850"/>
            </a:xfrm>
            <a:custGeom>
              <a:avLst/>
              <a:gdLst/>
              <a:ahLst/>
              <a:cxnLst/>
              <a:rect l="l" t="t" r="r" b="b"/>
              <a:pathLst>
                <a:path w="182245" h="1974850">
                  <a:moveTo>
                    <a:pt x="181812" y="1974793"/>
                  </a:moveTo>
                  <a:lnTo>
                    <a:pt x="0" y="1974793"/>
                  </a:lnTo>
                  <a:lnTo>
                    <a:pt x="0" y="163012"/>
                  </a:lnTo>
                  <a:lnTo>
                    <a:pt x="181812" y="0"/>
                  </a:lnTo>
                  <a:lnTo>
                    <a:pt x="181812" y="19747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915034" y="3043814"/>
              <a:ext cx="200660" cy="1994535"/>
            </a:xfrm>
            <a:custGeom>
              <a:avLst/>
              <a:gdLst/>
              <a:ahLst/>
              <a:cxnLst/>
              <a:rect l="l" t="t" r="r" b="b"/>
              <a:pathLst>
                <a:path w="200660" h="1994535">
                  <a:moveTo>
                    <a:pt x="196425" y="1994315"/>
                  </a:moveTo>
                  <a:lnTo>
                    <a:pt x="4204" y="1994315"/>
                  </a:lnTo>
                  <a:lnTo>
                    <a:pt x="0" y="1990112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799" y="31189"/>
                  </a:lnTo>
                  <a:lnTo>
                    <a:pt x="18818" y="177309"/>
                  </a:lnTo>
                  <a:lnTo>
                    <a:pt x="18818" y="1975494"/>
                  </a:lnTo>
                  <a:lnTo>
                    <a:pt x="200630" y="1975494"/>
                  </a:lnTo>
                  <a:lnTo>
                    <a:pt x="200630" y="1990112"/>
                  </a:lnTo>
                  <a:lnTo>
                    <a:pt x="196425" y="1994315"/>
                  </a:lnTo>
                  <a:close/>
                </a:path>
                <a:path w="200660" h="1994535">
                  <a:moveTo>
                    <a:pt x="200630" y="1975494"/>
                  </a:moveTo>
                  <a:lnTo>
                    <a:pt x="181799" y="1975494"/>
                  </a:lnTo>
                  <a:lnTo>
                    <a:pt x="181799" y="31189"/>
                  </a:lnTo>
                  <a:lnTo>
                    <a:pt x="200630" y="31189"/>
                  </a:lnTo>
                  <a:lnTo>
                    <a:pt x="200630" y="197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420330" y="3053919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00" y="163012"/>
                  </a:moveTo>
                  <a:lnTo>
                    <a:pt x="0" y="163012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2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10128" y="30445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5"/>
                  </a:lnTo>
                  <a:lnTo>
                    <a:pt x="699721" y="18821"/>
                  </a:lnTo>
                  <a:lnTo>
                    <a:pt x="195611" y="18821"/>
                  </a:lnTo>
                  <a:lnTo>
                    <a:pt x="34800" y="163012"/>
                  </a:lnTo>
                  <a:lnTo>
                    <a:pt x="538906" y="163012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4" h="182244">
                  <a:moveTo>
                    <a:pt x="538906" y="163012"/>
                  </a:moveTo>
                  <a:lnTo>
                    <a:pt x="510718" y="163012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11493" y="2712220"/>
              <a:ext cx="504190" cy="2317115"/>
            </a:xfrm>
            <a:custGeom>
              <a:avLst/>
              <a:gdLst/>
              <a:ahLst/>
              <a:cxnLst/>
              <a:rect l="l" t="t" r="r" b="b"/>
              <a:pathLst>
                <a:path w="504189" h="2317115">
                  <a:moveTo>
                    <a:pt x="504111" y="2316493"/>
                  </a:moveTo>
                  <a:lnTo>
                    <a:pt x="0" y="23164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23164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02084" y="2702815"/>
              <a:ext cx="523240" cy="2335530"/>
            </a:xfrm>
            <a:custGeom>
              <a:avLst/>
              <a:gdLst/>
              <a:ahLst/>
              <a:cxnLst/>
              <a:rect l="l" t="t" r="r" b="b"/>
              <a:pathLst>
                <a:path w="523239" h="2335529">
                  <a:moveTo>
                    <a:pt x="518713" y="2335303"/>
                  </a:moveTo>
                  <a:lnTo>
                    <a:pt x="4193" y="2335303"/>
                  </a:lnTo>
                  <a:lnTo>
                    <a:pt x="0" y="23311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2316493"/>
                  </a:lnTo>
                  <a:lnTo>
                    <a:pt x="522918" y="2316493"/>
                  </a:lnTo>
                  <a:lnTo>
                    <a:pt x="522918" y="2331100"/>
                  </a:lnTo>
                  <a:lnTo>
                    <a:pt x="518713" y="2335303"/>
                  </a:lnTo>
                  <a:close/>
                </a:path>
                <a:path w="523239" h="2335529">
                  <a:moveTo>
                    <a:pt x="522918" y="2316493"/>
                  </a:moveTo>
                  <a:lnTo>
                    <a:pt x="504088" y="2316493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231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815604" y="2549220"/>
              <a:ext cx="182245" cy="2479675"/>
            </a:xfrm>
            <a:custGeom>
              <a:avLst/>
              <a:gdLst/>
              <a:ahLst/>
              <a:cxnLst/>
              <a:rect l="l" t="t" r="r" b="b"/>
              <a:pathLst>
                <a:path w="182245" h="2479675">
                  <a:moveTo>
                    <a:pt x="181800" y="2479493"/>
                  </a:moveTo>
                  <a:lnTo>
                    <a:pt x="0" y="2479493"/>
                  </a:lnTo>
                  <a:lnTo>
                    <a:pt x="0" y="163000"/>
                  </a:lnTo>
                  <a:lnTo>
                    <a:pt x="181800" y="0"/>
                  </a:lnTo>
                  <a:lnTo>
                    <a:pt x="181800" y="24794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806184" y="2539114"/>
              <a:ext cx="200660" cy="2499360"/>
            </a:xfrm>
            <a:custGeom>
              <a:avLst/>
              <a:gdLst/>
              <a:ahLst/>
              <a:cxnLst/>
              <a:rect l="l" t="t" r="r" b="b"/>
              <a:pathLst>
                <a:path w="200660" h="2499360">
                  <a:moveTo>
                    <a:pt x="196448" y="2499004"/>
                  </a:moveTo>
                  <a:lnTo>
                    <a:pt x="4193" y="2499004"/>
                  </a:lnTo>
                  <a:lnTo>
                    <a:pt x="0" y="249480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28" y="608"/>
                  </a:lnTo>
                  <a:lnTo>
                    <a:pt x="191680" y="0"/>
                  </a:lnTo>
                  <a:lnTo>
                    <a:pt x="198459" y="3031"/>
                  </a:lnTo>
                  <a:lnTo>
                    <a:pt x="200653" y="6396"/>
                  </a:lnTo>
                  <a:lnTo>
                    <a:pt x="200653" y="31189"/>
                  </a:lnTo>
                  <a:lnTo>
                    <a:pt x="181811" y="31189"/>
                  </a:lnTo>
                  <a:lnTo>
                    <a:pt x="18818" y="177309"/>
                  </a:lnTo>
                  <a:lnTo>
                    <a:pt x="18818" y="2480194"/>
                  </a:lnTo>
                  <a:lnTo>
                    <a:pt x="200653" y="2480194"/>
                  </a:lnTo>
                  <a:lnTo>
                    <a:pt x="200653" y="2494801"/>
                  </a:lnTo>
                  <a:lnTo>
                    <a:pt x="196448" y="2499004"/>
                  </a:lnTo>
                  <a:close/>
                </a:path>
                <a:path w="200660" h="2499360">
                  <a:moveTo>
                    <a:pt x="200653" y="2480194"/>
                  </a:moveTo>
                  <a:lnTo>
                    <a:pt x="181811" y="2480194"/>
                  </a:lnTo>
                  <a:lnTo>
                    <a:pt x="181811" y="31189"/>
                  </a:lnTo>
                  <a:lnTo>
                    <a:pt x="200653" y="31189"/>
                  </a:lnTo>
                  <a:lnTo>
                    <a:pt x="200653" y="2480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311493" y="254922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301302" y="25398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6" y="13814"/>
                  </a:lnTo>
                  <a:lnTo>
                    <a:pt x="699721" y="18821"/>
                  </a:lnTo>
                  <a:lnTo>
                    <a:pt x="195587" y="18821"/>
                  </a:lnTo>
                  <a:lnTo>
                    <a:pt x="34776" y="163012"/>
                  </a:lnTo>
                  <a:lnTo>
                    <a:pt x="538885" y="163012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4" h="182244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1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202655" y="3108571"/>
              <a:ext cx="504190" cy="1920239"/>
            </a:xfrm>
            <a:custGeom>
              <a:avLst/>
              <a:gdLst/>
              <a:ahLst/>
              <a:cxnLst/>
              <a:rect l="l" t="t" r="r" b="b"/>
              <a:pathLst>
                <a:path w="504189" h="1920239">
                  <a:moveTo>
                    <a:pt x="504112" y="1920142"/>
                  </a:moveTo>
                  <a:lnTo>
                    <a:pt x="0" y="1920142"/>
                  </a:lnTo>
                  <a:lnTo>
                    <a:pt x="0" y="0"/>
                  </a:lnTo>
                  <a:lnTo>
                    <a:pt x="504112" y="0"/>
                  </a:lnTo>
                  <a:lnTo>
                    <a:pt x="504112" y="1920142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93258" y="3099165"/>
              <a:ext cx="523240" cy="1939289"/>
            </a:xfrm>
            <a:custGeom>
              <a:avLst/>
              <a:gdLst/>
              <a:ahLst/>
              <a:cxnLst/>
              <a:rect l="l" t="t" r="r" b="b"/>
              <a:pathLst>
                <a:path w="523239" h="1939289">
                  <a:moveTo>
                    <a:pt x="518713" y="1938953"/>
                  </a:moveTo>
                  <a:lnTo>
                    <a:pt x="4193" y="1938953"/>
                  </a:lnTo>
                  <a:lnTo>
                    <a:pt x="0" y="193475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1920142"/>
                  </a:lnTo>
                  <a:lnTo>
                    <a:pt x="522918" y="1920142"/>
                  </a:lnTo>
                  <a:lnTo>
                    <a:pt x="522918" y="1934750"/>
                  </a:lnTo>
                  <a:lnTo>
                    <a:pt x="518713" y="1938953"/>
                  </a:lnTo>
                  <a:close/>
                </a:path>
                <a:path w="523239" h="1939289">
                  <a:moveTo>
                    <a:pt x="522918" y="1920142"/>
                  </a:moveTo>
                  <a:lnTo>
                    <a:pt x="504088" y="1920142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19201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706767" y="2945570"/>
              <a:ext cx="182245" cy="2083435"/>
            </a:xfrm>
            <a:custGeom>
              <a:avLst/>
              <a:gdLst/>
              <a:ahLst/>
              <a:cxnLst/>
              <a:rect l="l" t="t" r="r" b="b"/>
              <a:pathLst>
                <a:path w="182245" h="2083435">
                  <a:moveTo>
                    <a:pt x="181811" y="2083143"/>
                  </a:moveTo>
                  <a:lnTo>
                    <a:pt x="0" y="2083143"/>
                  </a:lnTo>
                  <a:lnTo>
                    <a:pt x="0" y="163000"/>
                  </a:lnTo>
                  <a:lnTo>
                    <a:pt x="181811" y="0"/>
                  </a:lnTo>
                  <a:lnTo>
                    <a:pt x="181811" y="208314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697358" y="2935465"/>
              <a:ext cx="200660" cy="2103120"/>
            </a:xfrm>
            <a:custGeom>
              <a:avLst/>
              <a:gdLst/>
              <a:ahLst/>
              <a:cxnLst/>
              <a:rect l="l" t="t" r="r" b="b"/>
              <a:pathLst>
                <a:path w="200660" h="2103120">
                  <a:moveTo>
                    <a:pt x="196425" y="2102654"/>
                  </a:moveTo>
                  <a:lnTo>
                    <a:pt x="4193" y="2102654"/>
                  </a:lnTo>
                  <a:lnTo>
                    <a:pt x="0" y="209845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800" y="31189"/>
                  </a:lnTo>
                  <a:lnTo>
                    <a:pt x="18818" y="177309"/>
                  </a:lnTo>
                  <a:lnTo>
                    <a:pt x="18818" y="2083843"/>
                  </a:lnTo>
                  <a:lnTo>
                    <a:pt x="200630" y="2083843"/>
                  </a:lnTo>
                  <a:lnTo>
                    <a:pt x="200630" y="2098451"/>
                  </a:lnTo>
                  <a:lnTo>
                    <a:pt x="196425" y="2102654"/>
                  </a:lnTo>
                  <a:close/>
                </a:path>
                <a:path w="200660" h="2103120">
                  <a:moveTo>
                    <a:pt x="200630" y="2083843"/>
                  </a:moveTo>
                  <a:lnTo>
                    <a:pt x="181800" y="2083843"/>
                  </a:lnTo>
                  <a:lnTo>
                    <a:pt x="181800" y="31189"/>
                  </a:lnTo>
                  <a:lnTo>
                    <a:pt x="200630" y="31189"/>
                  </a:lnTo>
                  <a:lnTo>
                    <a:pt x="200630" y="2083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202655" y="294557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2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3" y="0"/>
                  </a:lnTo>
                  <a:lnTo>
                    <a:pt x="504112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192471" y="2936163"/>
              <a:ext cx="2481580" cy="6279515"/>
            </a:xfrm>
            <a:custGeom>
              <a:avLst/>
              <a:gdLst/>
              <a:ahLst/>
              <a:cxnLst/>
              <a:rect l="l" t="t" r="r" b="b"/>
              <a:pathLst>
                <a:path w="2481579" h="6279515">
                  <a:moveTo>
                    <a:pt x="706285" y="9690"/>
                  </a:moveTo>
                  <a:lnTo>
                    <a:pt x="703478" y="2413"/>
                  </a:lnTo>
                  <a:lnTo>
                    <a:pt x="699985" y="0"/>
                  </a:lnTo>
                  <a:lnTo>
                    <a:pt x="671487" y="0"/>
                  </a:lnTo>
                  <a:lnTo>
                    <a:pt x="671487" y="18821"/>
                  </a:lnTo>
                  <a:lnTo>
                    <a:pt x="510679" y="163004"/>
                  </a:lnTo>
                  <a:lnTo>
                    <a:pt x="34785" y="163004"/>
                  </a:lnTo>
                  <a:lnTo>
                    <a:pt x="195592" y="18821"/>
                  </a:lnTo>
                  <a:lnTo>
                    <a:pt x="671487" y="18821"/>
                  </a:lnTo>
                  <a:lnTo>
                    <a:pt x="671487" y="0"/>
                  </a:lnTo>
                  <a:lnTo>
                    <a:pt x="189674" y="0"/>
                  </a:lnTo>
                  <a:lnTo>
                    <a:pt x="187426" y="863"/>
                  </a:lnTo>
                  <a:lnTo>
                    <a:pt x="1003" y="168021"/>
                  </a:lnTo>
                  <a:lnTo>
                    <a:pt x="0" y="172135"/>
                  </a:lnTo>
                  <a:lnTo>
                    <a:pt x="2806" y="179412"/>
                  </a:lnTo>
                  <a:lnTo>
                    <a:pt x="6299" y="181825"/>
                  </a:lnTo>
                  <a:lnTo>
                    <a:pt x="516597" y="181825"/>
                  </a:lnTo>
                  <a:lnTo>
                    <a:pt x="518845" y="180975"/>
                  </a:lnTo>
                  <a:lnTo>
                    <a:pt x="538886" y="163004"/>
                  </a:lnTo>
                  <a:lnTo>
                    <a:pt x="699693" y="18821"/>
                  </a:lnTo>
                  <a:lnTo>
                    <a:pt x="705281" y="13817"/>
                  </a:lnTo>
                  <a:lnTo>
                    <a:pt x="706285" y="9690"/>
                  </a:lnTo>
                  <a:close/>
                </a:path>
                <a:path w="2481579" h="6279515">
                  <a:moveTo>
                    <a:pt x="2481161" y="5821527"/>
                  </a:moveTo>
                  <a:lnTo>
                    <a:pt x="2480767" y="5817628"/>
                  </a:lnTo>
                  <a:lnTo>
                    <a:pt x="2480183" y="5811939"/>
                  </a:lnTo>
                  <a:lnTo>
                    <a:pt x="2476144" y="5808269"/>
                  </a:lnTo>
                  <a:lnTo>
                    <a:pt x="558965" y="5798782"/>
                  </a:lnTo>
                  <a:lnTo>
                    <a:pt x="555625" y="5798782"/>
                  </a:lnTo>
                  <a:lnTo>
                    <a:pt x="552526" y="5800560"/>
                  </a:lnTo>
                  <a:lnTo>
                    <a:pt x="279615" y="6268758"/>
                  </a:lnTo>
                  <a:lnTo>
                    <a:pt x="279793" y="6272758"/>
                  </a:lnTo>
                  <a:lnTo>
                    <a:pt x="283781" y="6278257"/>
                  </a:lnTo>
                  <a:lnTo>
                    <a:pt x="286258" y="6279502"/>
                  </a:lnTo>
                  <a:lnTo>
                    <a:pt x="291528" y="6279502"/>
                  </a:lnTo>
                  <a:lnTo>
                    <a:pt x="401078" y="6256782"/>
                  </a:lnTo>
                  <a:lnTo>
                    <a:pt x="2477947" y="5825922"/>
                  </a:lnTo>
                  <a:lnTo>
                    <a:pt x="2481161" y="5821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482054" y="4615125"/>
              <a:ext cx="1270635" cy="4591685"/>
            </a:xfrm>
            <a:custGeom>
              <a:avLst/>
              <a:gdLst/>
              <a:ahLst/>
              <a:cxnLst/>
              <a:rect l="l" t="t" r="r" b="b"/>
              <a:pathLst>
                <a:path w="1270634" h="4591684">
                  <a:moveTo>
                    <a:pt x="0" y="4591266"/>
                  </a:moveTo>
                  <a:lnTo>
                    <a:pt x="1002674" y="598556"/>
                  </a:lnTo>
                  <a:lnTo>
                    <a:pt x="1043792" y="0"/>
                  </a:lnTo>
                  <a:lnTo>
                    <a:pt x="1090047" y="46233"/>
                  </a:lnTo>
                  <a:lnTo>
                    <a:pt x="1124058" y="83038"/>
                  </a:lnTo>
                  <a:lnTo>
                    <a:pt x="1154684" y="122112"/>
                  </a:lnTo>
                  <a:lnTo>
                    <a:pt x="1181863" y="163227"/>
                  </a:lnTo>
                  <a:lnTo>
                    <a:pt x="1205531" y="206153"/>
                  </a:lnTo>
                  <a:lnTo>
                    <a:pt x="1225628" y="250663"/>
                  </a:lnTo>
                  <a:lnTo>
                    <a:pt x="1242091" y="296527"/>
                  </a:lnTo>
                  <a:lnTo>
                    <a:pt x="1254858" y="343516"/>
                  </a:lnTo>
                  <a:lnTo>
                    <a:pt x="1263866" y="391402"/>
                  </a:lnTo>
                  <a:lnTo>
                    <a:pt x="1269054" y="439956"/>
                  </a:lnTo>
                  <a:lnTo>
                    <a:pt x="1270360" y="488948"/>
                  </a:lnTo>
                  <a:lnTo>
                    <a:pt x="1267722" y="538150"/>
                  </a:lnTo>
                  <a:lnTo>
                    <a:pt x="1261077" y="587333"/>
                  </a:lnTo>
                  <a:lnTo>
                    <a:pt x="1250363" y="636269"/>
                  </a:lnTo>
                  <a:lnTo>
                    <a:pt x="281042" y="4335534"/>
                  </a:lnTo>
                  <a:lnTo>
                    <a:pt x="264519" y="4383868"/>
                  </a:lnTo>
                  <a:lnTo>
                    <a:pt x="241523" y="4428579"/>
                  </a:lnTo>
                  <a:lnTo>
                    <a:pt x="212633" y="4469138"/>
                  </a:lnTo>
                  <a:lnTo>
                    <a:pt x="178425" y="4505021"/>
                  </a:lnTo>
                  <a:lnTo>
                    <a:pt x="139480" y="4535702"/>
                  </a:lnTo>
                  <a:lnTo>
                    <a:pt x="96375" y="4560653"/>
                  </a:lnTo>
                  <a:lnTo>
                    <a:pt x="49689" y="4579350"/>
                  </a:lnTo>
                  <a:lnTo>
                    <a:pt x="0" y="4591266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0" y="4536807"/>
              <a:ext cx="6762115" cy="4679315"/>
            </a:xfrm>
            <a:custGeom>
              <a:avLst/>
              <a:gdLst/>
              <a:ahLst/>
              <a:cxnLst/>
              <a:rect l="l" t="t" r="r" b="b"/>
              <a:pathLst>
                <a:path w="6762115" h="4679315">
                  <a:moveTo>
                    <a:pt x="6761670" y="567664"/>
                  </a:moveTo>
                  <a:lnTo>
                    <a:pt x="6761658" y="567423"/>
                  </a:lnTo>
                  <a:lnTo>
                    <a:pt x="6760286" y="517906"/>
                  </a:lnTo>
                  <a:lnTo>
                    <a:pt x="6754965" y="468553"/>
                  </a:lnTo>
                  <a:lnTo>
                    <a:pt x="6745783" y="419862"/>
                  </a:lnTo>
                  <a:lnTo>
                    <a:pt x="6742849" y="409079"/>
                  </a:lnTo>
                  <a:lnTo>
                    <a:pt x="6742849" y="567423"/>
                  </a:lnTo>
                  <a:lnTo>
                    <a:pt x="6742836" y="567664"/>
                  </a:lnTo>
                  <a:lnTo>
                    <a:pt x="6740309" y="615848"/>
                  </a:lnTo>
                  <a:lnTo>
                    <a:pt x="6733819" y="664184"/>
                  </a:lnTo>
                  <a:lnTo>
                    <a:pt x="6723329" y="712216"/>
                  </a:lnTo>
                  <a:lnTo>
                    <a:pt x="5753989" y="4411484"/>
                  </a:lnTo>
                  <a:lnTo>
                    <a:pt x="5738609" y="4456836"/>
                  </a:lnTo>
                  <a:lnTo>
                    <a:pt x="5717349" y="4498949"/>
                  </a:lnTo>
                  <a:lnTo>
                    <a:pt x="5690717" y="4537354"/>
                  </a:lnTo>
                  <a:lnTo>
                    <a:pt x="5659209" y="4571606"/>
                  </a:lnTo>
                  <a:lnTo>
                    <a:pt x="5623357" y="4601222"/>
                  </a:lnTo>
                  <a:lnTo>
                    <a:pt x="5583656" y="4625746"/>
                  </a:lnTo>
                  <a:lnTo>
                    <a:pt x="5540629" y="4644720"/>
                  </a:lnTo>
                  <a:lnTo>
                    <a:pt x="5494998" y="4657610"/>
                  </a:lnTo>
                  <a:lnTo>
                    <a:pt x="6620891" y="361099"/>
                  </a:lnTo>
                  <a:lnTo>
                    <a:pt x="6629781" y="307416"/>
                  </a:lnTo>
                  <a:lnTo>
                    <a:pt x="6629730" y="304838"/>
                  </a:lnTo>
                  <a:lnTo>
                    <a:pt x="6629616" y="300037"/>
                  </a:lnTo>
                  <a:lnTo>
                    <a:pt x="6628587" y="254101"/>
                  </a:lnTo>
                  <a:lnTo>
                    <a:pt x="6617551" y="202285"/>
                  </a:lnTo>
                  <a:lnTo>
                    <a:pt x="6607607" y="178625"/>
                  </a:lnTo>
                  <a:lnTo>
                    <a:pt x="6628879" y="205790"/>
                  </a:lnTo>
                  <a:lnTo>
                    <a:pt x="6655575" y="246278"/>
                  </a:lnTo>
                  <a:lnTo>
                    <a:pt x="6678841" y="288582"/>
                  </a:lnTo>
                  <a:lnTo>
                    <a:pt x="6698628" y="332486"/>
                  </a:lnTo>
                  <a:lnTo>
                    <a:pt x="6714845" y="377723"/>
                  </a:lnTo>
                  <a:lnTo>
                    <a:pt x="6727444" y="424078"/>
                  </a:lnTo>
                  <a:lnTo>
                    <a:pt x="6736347" y="471297"/>
                  </a:lnTo>
                  <a:lnTo>
                    <a:pt x="6741503" y="519163"/>
                  </a:lnTo>
                  <a:lnTo>
                    <a:pt x="6742849" y="567423"/>
                  </a:lnTo>
                  <a:lnTo>
                    <a:pt x="6742849" y="409079"/>
                  </a:lnTo>
                  <a:lnTo>
                    <a:pt x="6732791" y="372059"/>
                  </a:lnTo>
                  <a:lnTo>
                    <a:pt x="6716077" y="325412"/>
                  </a:lnTo>
                  <a:lnTo>
                    <a:pt x="6695681" y="280149"/>
                  </a:lnTo>
                  <a:lnTo>
                    <a:pt x="6671691" y="236524"/>
                  </a:lnTo>
                  <a:lnTo>
                    <a:pt x="6644157" y="194779"/>
                  </a:lnTo>
                  <a:lnTo>
                    <a:pt x="6613157" y="155155"/>
                  </a:lnTo>
                  <a:lnTo>
                    <a:pt x="6578752" y="117894"/>
                  </a:lnTo>
                  <a:lnTo>
                    <a:pt x="6529908" y="69062"/>
                  </a:lnTo>
                  <a:lnTo>
                    <a:pt x="6529438" y="68961"/>
                  </a:lnTo>
                  <a:lnTo>
                    <a:pt x="6529057" y="68554"/>
                  </a:lnTo>
                  <a:lnTo>
                    <a:pt x="6485483" y="37731"/>
                  </a:lnTo>
                  <a:lnTo>
                    <a:pt x="6444005" y="18796"/>
                  </a:lnTo>
                  <a:lnTo>
                    <a:pt x="6437249" y="15709"/>
                  </a:lnTo>
                  <a:lnTo>
                    <a:pt x="6385446" y="2971"/>
                  </a:lnTo>
                  <a:lnTo>
                    <a:pt x="6331140" y="0"/>
                  </a:lnTo>
                  <a:lnTo>
                    <a:pt x="172339" y="230162"/>
                  </a:lnTo>
                  <a:lnTo>
                    <a:pt x="125196" y="234759"/>
                  </a:lnTo>
                  <a:lnTo>
                    <a:pt x="79768" y="244805"/>
                  </a:lnTo>
                  <a:lnTo>
                    <a:pt x="36436" y="260019"/>
                  </a:lnTo>
                  <a:lnTo>
                    <a:pt x="0" y="277939"/>
                  </a:lnTo>
                  <a:lnTo>
                    <a:pt x="0" y="289788"/>
                  </a:lnTo>
                  <a:lnTo>
                    <a:pt x="0" y="300037"/>
                  </a:lnTo>
                  <a:lnTo>
                    <a:pt x="0" y="4392244"/>
                  </a:lnTo>
                  <a:lnTo>
                    <a:pt x="0" y="4401667"/>
                  </a:lnTo>
                  <a:lnTo>
                    <a:pt x="0" y="4411091"/>
                  </a:lnTo>
                  <a:lnTo>
                    <a:pt x="5481637" y="4679035"/>
                  </a:lnTo>
                  <a:lnTo>
                    <a:pt x="5486412" y="4679035"/>
                  </a:lnTo>
                  <a:lnTo>
                    <a:pt x="5487936" y="4677867"/>
                  </a:lnTo>
                  <a:lnTo>
                    <a:pt x="5529059" y="4668342"/>
                  </a:lnTo>
                  <a:lnTo>
                    <a:pt x="5572150" y="4652264"/>
                  </a:lnTo>
                  <a:lnTo>
                    <a:pt x="5612460" y="4631004"/>
                  </a:lnTo>
                  <a:lnTo>
                    <a:pt x="5649569" y="4604956"/>
                  </a:lnTo>
                  <a:lnTo>
                    <a:pt x="5683047" y="4574489"/>
                  </a:lnTo>
                  <a:lnTo>
                    <a:pt x="5712460" y="4540008"/>
                  </a:lnTo>
                  <a:lnTo>
                    <a:pt x="5737415" y="4501870"/>
                  </a:lnTo>
                  <a:lnTo>
                    <a:pt x="5757469" y="4460481"/>
                  </a:lnTo>
                  <a:lnTo>
                    <a:pt x="5772201" y="4416222"/>
                  </a:lnTo>
                  <a:lnTo>
                    <a:pt x="6741528" y="716953"/>
                  </a:lnTo>
                  <a:lnTo>
                    <a:pt x="6752361" y="667435"/>
                  </a:lnTo>
                  <a:lnTo>
                    <a:pt x="6759041" y="617588"/>
                  </a:lnTo>
                  <a:lnTo>
                    <a:pt x="6759130" y="615848"/>
                  </a:lnTo>
                  <a:lnTo>
                    <a:pt x="6761670" y="567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0" y="4701506"/>
              <a:ext cx="6453505" cy="4034790"/>
            </a:xfrm>
            <a:custGeom>
              <a:avLst/>
              <a:gdLst/>
              <a:ahLst/>
              <a:cxnLst/>
              <a:rect l="l" t="t" r="r" b="b"/>
              <a:pathLst>
                <a:path w="6453505" h="4034790">
                  <a:moveTo>
                    <a:pt x="5224025" y="4034177"/>
                  </a:moveTo>
                  <a:lnTo>
                    <a:pt x="0" y="3829006"/>
                  </a:lnTo>
                  <a:lnTo>
                    <a:pt x="0" y="343619"/>
                  </a:lnTo>
                  <a:lnTo>
                    <a:pt x="42790" y="294552"/>
                  </a:lnTo>
                  <a:lnTo>
                    <a:pt x="80088" y="267020"/>
                  </a:lnTo>
                  <a:lnTo>
                    <a:pt x="121612" y="246077"/>
                  </a:lnTo>
                  <a:lnTo>
                    <a:pt x="166529" y="232337"/>
                  </a:lnTo>
                  <a:lnTo>
                    <a:pt x="214010" y="226413"/>
                  </a:lnTo>
                  <a:lnTo>
                    <a:pt x="6274044" y="0"/>
                  </a:lnTo>
                  <a:lnTo>
                    <a:pt x="6321662" y="4739"/>
                  </a:lnTo>
                  <a:lnTo>
                    <a:pt x="6364235" y="21392"/>
                  </a:lnTo>
                  <a:lnTo>
                    <a:pt x="6400226" y="48042"/>
                  </a:lnTo>
                  <a:lnTo>
                    <a:pt x="6428099" y="82775"/>
                  </a:lnTo>
                  <a:lnTo>
                    <a:pt x="6446315" y="123676"/>
                  </a:lnTo>
                  <a:lnTo>
                    <a:pt x="6453338" y="168829"/>
                  </a:lnTo>
                  <a:lnTo>
                    <a:pt x="6447631" y="216319"/>
                  </a:lnTo>
                  <a:lnTo>
                    <a:pt x="5500954" y="3829088"/>
                  </a:lnTo>
                  <a:lnTo>
                    <a:pt x="5484952" y="3873954"/>
                  </a:lnTo>
                  <a:lnTo>
                    <a:pt x="5462023" y="3914517"/>
                  </a:lnTo>
                  <a:lnTo>
                    <a:pt x="5432972" y="3950181"/>
                  </a:lnTo>
                  <a:lnTo>
                    <a:pt x="5398602" y="3980351"/>
                  </a:lnTo>
                  <a:lnTo>
                    <a:pt x="5359718" y="4004431"/>
                  </a:lnTo>
                  <a:lnTo>
                    <a:pt x="5317124" y="4021825"/>
                  </a:lnTo>
                  <a:lnTo>
                    <a:pt x="5271625" y="4031939"/>
                  </a:lnTo>
                  <a:lnTo>
                    <a:pt x="5224025" y="4034177"/>
                  </a:lnTo>
                  <a:close/>
                </a:path>
              </a:pathLst>
            </a:custGeom>
            <a:solidFill>
              <a:srgbClr val="99D4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0" y="4692090"/>
              <a:ext cx="6463030" cy="4053204"/>
            </a:xfrm>
            <a:custGeom>
              <a:avLst/>
              <a:gdLst/>
              <a:ahLst/>
              <a:cxnLst/>
              <a:rect l="l" t="t" r="r" b="b"/>
              <a:pathLst>
                <a:path w="6463030" h="4053204">
                  <a:moveTo>
                    <a:pt x="0" y="369528"/>
                  </a:moveTo>
                  <a:lnTo>
                    <a:pt x="3219" y="331191"/>
                  </a:lnTo>
                  <a:lnTo>
                    <a:pt x="36440" y="296557"/>
                  </a:lnTo>
                  <a:lnTo>
                    <a:pt x="74897" y="268170"/>
                  </a:lnTo>
                  <a:lnTo>
                    <a:pt x="117790" y="246623"/>
                  </a:lnTo>
                  <a:lnTo>
                    <a:pt x="164317" y="232507"/>
                  </a:lnTo>
                  <a:lnTo>
                    <a:pt x="213676" y="226413"/>
                  </a:lnTo>
                  <a:lnTo>
                    <a:pt x="6273711" y="0"/>
                  </a:lnTo>
                  <a:lnTo>
                    <a:pt x="6316282" y="3312"/>
                  </a:lnTo>
                  <a:lnTo>
                    <a:pt x="6356216" y="16157"/>
                  </a:lnTo>
                  <a:lnTo>
                    <a:pt x="6360382" y="18683"/>
                  </a:lnTo>
                  <a:lnTo>
                    <a:pt x="6277782" y="18683"/>
                  </a:lnTo>
                  <a:lnTo>
                    <a:pt x="214366" y="245223"/>
                  </a:lnTo>
                  <a:lnTo>
                    <a:pt x="168278" y="250915"/>
                  </a:lnTo>
                  <a:lnTo>
                    <a:pt x="124833" y="264099"/>
                  </a:lnTo>
                  <a:lnTo>
                    <a:pt x="84781" y="284222"/>
                  </a:lnTo>
                  <a:lnTo>
                    <a:pt x="48869" y="310732"/>
                  </a:lnTo>
                  <a:lnTo>
                    <a:pt x="17847" y="343075"/>
                  </a:lnTo>
                  <a:lnTo>
                    <a:pt x="0" y="369528"/>
                  </a:lnTo>
                  <a:close/>
                </a:path>
                <a:path w="6463030" h="4053204">
                  <a:moveTo>
                    <a:pt x="5334705" y="4034188"/>
                  </a:moveTo>
                  <a:lnTo>
                    <a:pt x="5224381" y="4034188"/>
                  </a:lnTo>
                  <a:lnTo>
                    <a:pt x="5270066" y="4031896"/>
                  </a:lnTo>
                  <a:lnTo>
                    <a:pt x="5313894" y="4021991"/>
                  </a:lnTo>
                  <a:lnTo>
                    <a:pt x="5355043" y="4005069"/>
                  </a:lnTo>
                  <a:lnTo>
                    <a:pt x="5392691" y="3981728"/>
                  </a:lnTo>
                  <a:lnTo>
                    <a:pt x="5426016" y="3952564"/>
                  </a:lnTo>
                  <a:lnTo>
                    <a:pt x="5454198" y="3918174"/>
                  </a:lnTo>
                  <a:lnTo>
                    <a:pt x="5476414" y="3879155"/>
                  </a:lnTo>
                  <a:lnTo>
                    <a:pt x="5491844" y="3836104"/>
                  </a:lnTo>
                  <a:lnTo>
                    <a:pt x="6438521" y="223347"/>
                  </a:lnTo>
                  <a:lnTo>
                    <a:pt x="6443859" y="185724"/>
                  </a:lnTo>
                  <a:lnTo>
                    <a:pt x="6443914" y="185338"/>
                  </a:lnTo>
                  <a:lnTo>
                    <a:pt x="6428350" y="112315"/>
                  </a:lnTo>
                  <a:lnTo>
                    <a:pt x="6407925" y="79811"/>
                  </a:lnTo>
                  <a:lnTo>
                    <a:pt x="6351232" y="34597"/>
                  </a:lnTo>
                  <a:lnTo>
                    <a:pt x="6280708" y="18683"/>
                  </a:lnTo>
                  <a:lnTo>
                    <a:pt x="6360382" y="18683"/>
                  </a:lnTo>
                  <a:lnTo>
                    <a:pt x="6422643" y="68041"/>
                  </a:lnTo>
                  <a:lnTo>
                    <a:pt x="6445423" y="104288"/>
                  </a:lnTo>
                  <a:lnTo>
                    <a:pt x="6458900" y="143984"/>
                  </a:lnTo>
                  <a:lnTo>
                    <a:pt x="6462741" y="185338"/>
                  </a:lnTo>
                  <a:lnTo>
                    <a:pt x="6462777" y="185724"/>
                  </a:lnTo>
                  <a:lnTo>
                    <a:pt x="6456753" y="228102"/>
                  </a:lnTo>
                  <a:lnTo>
                    <a:pt x="5510076" y="3840870"/>
                  </a:lnTo>
                  <a:lnTo>
                    <a:pt x="5494121" y="3885754"/>
                  </a:lnTo>
                  <a:lnTo>
                    <a:pt x="5471274" y="3926592"/>
                  </a:lnTo>
                  <a:lnTo>
                    <a:pt x="5442343" y="3962786"/>
                  </a:lnTo>
                  <a:lnTo>
                    <a:pt x="5408134" y="3993741"/>
                  </a:lnTo>
                  <a:lnTo>
                    <a:pt x="5369454" y="4018857"/>
                  </a:lnTo>
                  <a:lnTo>
                    <a:pt x="5334705" y="4034188"/>
                  </a:lnTo>
                  <a:close/>
                </a:path>
                <a:path w="6463030" h="4053204">
                  <a:moveTo>
                    <a:pt x="5235471" y="4053136"/>
                  </a:moveTo>
                  <a:lnTo>
                    <a:pt x="5227333" y="4053136"/>
                  </a:lnTo>
                  <a:lnTo>
                    <a:pt x="0" y="3847831"/>
                  </a:lnTo>
                  <a:lnTo>
                    <a:pt x="0" y="3829003"/>
                  </a:lnTo>
                  <a:lnTo>
                    <a:pt x="5224381" y="4034188"/>
                  </a:lnTo>
                  <a:lnTo>
                    <a:pt x="5334705" y="4034188"/>
                  </a:lnTo>
                  <a:lnTo>
                    <a:pt x="5327111" y="4037538"/>
                  </a:lnTo>
                  <a:lnTo>
                    <a:pt x="5281912" y="4049186"/>
                  </a:lnTo>
                  <a:lnTo>
                    <a:pt x="5235471" y="405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89488" y="5394632"/>
              <a:ext cx="4000500" cy="2663825"/>
            </a:xfrm>
            <a:custGeom>
              <a:avLst/>
              <a:gdLst/>
              <a:ahLst/>
              <a:cxnLst/>
              <a:rect l="l" t="t" r="r" b="b"/>
              <a:pathLst>
                <a:path w="4000500" h="2663825">
                  <a:moveTo>
                    <a:pt x="3302253" y="2663636"/>
                  </a:moveTo>
                  <a:lnTo>
                    <a:pt x="0" y="2589668"/>
                  </a:lnTo>
                  <a:lnTo>
                    <a:pt x="866679" y="58280"/>
                  </a:lnTo>
                  <a:lnTo>
                    <a:pt x="4000206" y="0"/>
                  </a:lnTo>
                  <a:lnTo>
                    <a:pt x="3302253" y="2663636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79607" y="5385205"/>
              <a:ext cx="4020185" cy="2682875"/>
            </a:xfrm>
            <a:custGeom>
              <a:avLst/>
              <a:gdLst/>
              <a:ahLst/>
              <a:cxnLst/>
              <a:rect l="l" t="t" r="r" b="b"/>
              <a:pathLst>
                <a:path w="4020185" h="2682875">
                  <a:moveTo>
                    <a:pt x="3316396" y="2682457"/>
                  </a:moveTo>
                  <a:lnTo>
                    <a:pt x="3311631" y="2682457"/>
                  </a:lnTo>
                  <a:lnTo>
                    <a:pt x="6663" y="2608432"/>
                  </a:lnTo>
                  <a:lnTo>
                    <a:pt x="3883" y="2606939"/>
                  </a:lnTo>
                  <a:lnTo>
                    <a:pt x="436" y="2602025"/>
                  </a:lnTo>
                  <a:lnTo>
                    <a:pt x="0" y="2598889"/>
                  </a:lnTo>
                  <a:lnTo>
                    <a:pt x="867655" y="64653"/>
                  </a:lnTo>
                  <a:lnTo>
                    <a:pt x="868919" y="60909"/>
                  </a:lnTo>
                  <a:lnTo>
                    <a:pt x="872412" y="58371"/>
                  </a:lnTo>
                  <a:lnTo>
                    <a:pt x="4009914" y="0"/>
                  </a:lnTo>
                  <a:lnTo>
                    <a:pt x="4013591" y="183"/>
                  </a:lnTo>
                  <a:lnTo>
                    <a:pt x="4015670" y="1274"/>
                  </a:lnTo>
                  <a:lnTo>
                    <a:pt x="4019323" y="5913"/>
                  </a:lnTo>
                  <a:lnTo>
                    <a:pt x="4019944" y="8945"/>
                  </a:lnTo>
                  <a:lnTo>
                    <a:pt x="4017293" y="19062"/>
                  </a:lnTo>
                  <a:lnTo>
                    <a:pt x="3997839" y="19062"/>
                  </a:lnTo>
                  <a:lnTo>
                    <a:pt x="883337" y="76986"/>
                  </a:lnTo>
                  <a:lnTo>
                    <a:pt x="22965" y="2589977"/>
                  </a:lnTo>
                  <a:lnTo>
                    <a:pt x="3304907" y="2663485"/>
                  </a:lnTo>
                  <a:lnTo>
                    <a:pt x="3324372" y="2663485"/>
                  </a:lnTo>
                  <a:lnTo>
                    <a:pt x="3320153" y="2679586"/>
                  </a:lnTo>
                  <a:lnTo>
                    <a:pt x="3316396" y="2682457"/>
                  </a:lnTo>
                  <a:close/>
                </a:path>
                <a:path w="4020185" h="2682875">
                  <a:moveTo>
                    <a:pt x="3324372" y="2663485"/>
                  </a:moveTo>
                  <a:lnTo>
                    <a:pt x="3304907" y="2663485"/>
                  </a:lnTo>
                  <a:lnTo>
                    <a:pt x="3997839" y="19062"/>
                  </a:lnTo>
                  <a:lnTo>
                    <a:pt x="4017293" y="19062"/>
                  </a:lnTo>
                  <a:lnTo>
                    <a:pt x="3324372" y="2663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0" y="8938476"/>
              <a:ext cx="5482590" cy="490220"/>
            </a:xfrm>
            <a:custGeom>
              <a:avLst/>
              <a:gdLst/>
              <a:ahLst/>
              <a:cxnLst/>
              <a:rect l="l" t="t" r="r" b="b"/>
              <a:pathLst>
                <a:path w="5482590" h="490220">
                  <a:moveTo>
                    <a:pt x="5482090" y="489759"/>
                  </a:moveTo>
                  <a:lnTo>
                    <a:pt x="0" y="221780"/>
                  </a:lnTo>
                  <a:lnTo>
                    <a:pt x="0" y="0"/>
                  </a:lnTo>
                  <a:lnTo>
                    <a:pt x="5482090" y="267974"/>
                  </a:lnTo>
                  <a:lnTo>
                    <a:pt x="5482090" y="48975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0" y="8929044"/>
              <a:ext cx="5492115" cy="508634"/>
            </a:xfrm>
            <a:custGeom>
              <a:avLst/>
              <a:gdLst/>
              <a:ahLst/>
              <a:cxnLst/>
              <a:rect l="l" t="t" r="r" b="b"/>
              <a:pathLst>
                <a:path w="5492115" h="508634">
                  <a:moveTo>
                    <a:pt x="5491511" y="489290"/>
                  </a:moveTo>
                  <a:lnTo>
                    <a:pt x="5472681" y="489290"/>
                  </a:lnTo>
                  <a:lnTo>
                    <a:pt x="5472681" y="286338"/>
                  </a:lnTo>
                  <a:lnTo>
                    <a:pt x="0" y="18833"/>
                  </a:lnTo>
                  <a:lnTo>
                    <a:pt x="0" y="0"/>
                  </a:lnTo>
                  <a:lnTo>
                    <a:pt x="5487582" y="268240"/>
                  </a:lnTo>
                  <a:lnTo>
                    <a:pt x="5491511" y="272374"/>
                  </a:lnTo>
                  <a:lnTo>
                    <a:pt x="5491511" y="489290"/>
                  </a:lnTo>
                  <a:close/>
                </a:path>
                <a:path w="5492115" h="508634">
                  <a:moveTo>
                    <a:pt x="5484542" y="508584"/>
                  </a:moveTo>
                  <a:lnTo>
                    <a:pt x="5481642" y="508584"/>
                  </a:lnTo>
                  <a:lnTo>
                    <a:pt x="0" y="240628"/>
                  </a:lnTo>
                  <a:lnTo>
                    <a:pt x="0" y="221774"/>
                  </a:lnTo>
                  <a:lnTo>
                    <a:pt x="5472681" y="489290"/>
                  </a:lnTo>
                  <a:lnTo>
                    <a:pt x="5491511" y="489290"/>
                  </a:lnTo>
                  <a:lnTo>
                    <a:pt x="5491511" y="501750"/>
                  </a:lnTo>
                  <a:lnTo>
                    <a:pt x="5490465" y="504208"/>
                  </a:lnTo>
                  <a:lnTo>
                    <a:pt x="5486846" y="507665"/>
                  </a:lnTo>
                  <a:lnTo>
                    <a:pt x="5484542" y="50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482101" y="8753827"/>
              <a:ext cx="2181860" cy="675005"/>
            </a:xfrm>
            <a:custGeom>
              <a:avLst/>
              <a:gdLst/>
              <a:ahLst/>
              <a:cxnLst/>
              <a:rect l="l" t="t" r="r" b="b"/>
              <a:pathLst>
                <a:path w="2181859" h="675004">
                  <a:moveTo>
                    <a:pt x="0" y="674395"/>
                  </a:moveTo>
                  <a:lnTo>
                    <a:pt x="0" y="452609"/>
                  </a:lnTo>
                  <a:lnTo>
                    <a:pt x="2181691" y="0"/>
                  </a:lnTo>
                  <a:lnTo>
                    <a:pt x="2176729" y="45560"/>
                  </a:lnTo>
                  <a:lnTo>
                    <a:pt x="2162329" y="86479"/>
                  </a:lnTo>
                  <a:lnTo>
                    <a:pt x="2139220" y="122996"/>
                  </a:lnTo>
                  <a:lnTo>
                    <a:pt x="2108129" y="155351"/>
                  </a:lnTo>
                  <a:lnTo>
                    <a:pt x="2069786" y="183781"/>
                  </a:lnTo>
                  <a:lnTo>
                    <a:pt x="2024918" y="208527"/>
                  </a:lnTo>
                  <a:lnTo>
                    <a:pt x="1974255" y="229828"/>
                  </a:lnTo>
                  <a:lnTo>
                    <a:pt x="1918526" y="247922"/>
                  </a:lnTo>
                  <a:lnTo>
                    <a:pt x="0" y="674395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472691" y="8744078"/>
              <a:ext cx="2200910" cy="694055"/>
            </a:xfrm>
            <a:custGeom>
              <a:avLst/>
              <a:gdLst/>
              <a:ahLst/>
              <a:cxnLst/>
              <a:rect l="l" t="t" r="r" b="b"/>
              <a:pathLst>
                <a:path w="2200909" h="694054">
                  <a:moveTo>
                    <a:pt x="10765" y="693470"/>
                  </a:moveTo>
                  <a:lnTo>
                    <a:pt x="7060" y="693470"/>
                  </a:lnTo>
                  <a:lnTo>
                    <a:pt x="5204" y="692838"/>
                  </a:lnTo>
                  <a:lnTo>
                    <a:pt x="1286" y="689691"/>
                  </a:lnTo>
                  <a:lnTo>
                    <a:pt x="0" y="687004"/>
                  </a:lnTo>
                  <a:lnTo>
                    <a:pt x="0" y="457903"/>
                  </a:lnTo>
                  <a:lnTo>
                    <a:pt x="3124" y="454056"/>
                  </a:lnTo>
                  <a:lnTo>
                    <a:pt x="2189194" y="528"/>
                  </a:lnTo>
                  <a:lnTo>
                    <a:pt x="2191894" y="0"/>
                  </a:lnTo>
                  <a:lnTo>
                    <a:pt x="2194858" y="666"/>
                  </a:lnTo>
                  <a:lnTo>
                    <a:pt x="2199247" y="4226"/>
                  </a:lnTo>
                  <a:lnTo>
                    <a:pt x="2200510" y="6913"/>
                  </a:lnTo>
                  <a:lnTo>
                    <a:pt x="2200510" y="9738"/>
                  </a:lnTo>
                  <a:lnTo>
                    <a:pt x="2199364" y="21382"/>
                  </a:lnTo>
                  <a:lnTo>
                    <a:pt x="2181346" y="21382"/>
                  </a:lnTo>
                  <a:lnTo>
                    <a:pt x="18818" y="470007"/>
                  </a:lnTo>
                  <a:lnTo>
                    <a:pt x="18818" y="672408"/>
                  </a:lnTo>
                  <a:lnTo>
                    <a:pt x="105510" y="672408"/>
                  </a:lnTo>
                  <a:lnTo>
                    <a:pt x="10765" y="693470"/>
                  </a:lnTo>
                  <a:close/>
                </a:path>
                <a:path w="2200909" h="694054">
                  <a:moveTo>
                    <a:pt x="105510" y="672408"/>
                  </a:moveTo>
                  <a:lnTo>
                    <a:pt x="18818" y="672408"/>
                  </a:lnTo>
                  <a:lnTo>
                    <a:pt x="1925890" y="248485"/>
                  </a:lnTo>
                  <a:lnTo>
                    <a:pt x="1983569" y="229583"/>
                  </a:lnTo>
                  <a:lnTo>
                    <a:pt x="2033954" y="207920"/>
                  </a:lnTo>
                  <a:lnTo>
                    <a:pt x="2077013" y="183522"/>
                  </a:lnTo>
                  <a:lnTo>
                    <a:pt x="2112716" y="156414"/>
                  </a:lnTo>
                  <a:lnTo>
                    <a:pt x="2141031" y="126621"/>
                  </a:lnTo>
                  <a:lnTo>
                    <a:pt x="2161929" y="94168"/>
                  </a:lnTo>
                  <a:lnTo>
                    <a:pt x="2181346" y="21382"/>
                  </a:lnTo>
                  <a:lnTo>
                    <a:pt x="2199364" y="21382"/>
                  </a:lnTo>
                  <a:lnTo>
                    <a:pt x="2183517" y="93047"/>
                  </a:lnTo>
                  <a:lnTo>
                    <a:pt x="2162320" y="130005"/>
                  </a:lnTo>
                  <a:lnTo>
                    <a:pt x="2132695" y="163796"/>
                  </a:lnTo>
                  <a:lnTo>
                    <a:pt x="2094674" y="194390"/>
                  </a:lnTo>
                  <a:lnTo>
                    <a:pt x="2048284" y="221759"/>
                  </a:lnTo>
                  <a:lnTo>
                    <a:pt x="1993556" y="245875"/>
                  </a:lnTo>
                  <a:lnTo>
                    <a:pt x="1930520" y="266710"/>
                  </a:lnTo>
                  <a:lnTo>
                    <a:pt x="105510" y="672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25324" y="8680263"/>
              <a:ext cx="2057400" cy="289560"/>
            </a:xfrm>
            <a:custGeom>
              <a:avLst/>
              <a:gdLst/>
              <a:ahLst/>
              <a:cxnLst/>
              <a:rect l="l" t="t" r="r" b="b"/>
              <a:pathLst>
                <a:path w="2057400" h="289559">
                  <a:moveTo>
                    <a:pt x="1949097" y="289252"/>
                  </a:moveTo>
                  <a:lnTo>
                    <a:pt x="94013" y="198577"/>
                  </a:lnTo>
                  <a:lnTo>
                    <a:pt x="48218" y="184924"/>
                  </a:lnTo>
                  <a:lnTo>
                    <a:pt x="15440" y="153379"/>
                  </a:lnTo>
                  <a:lnTo>
                    <a:pt x="0" y="110600"/>
                  </a:lnTo>
                  <a:lnTo>
                    <a:pt x="6203" y="63252"/>
                  </a:lnTo>
                  <a:lnTo>
                    <a:pt x="21825" y="36464"/>
                  </a:lnTo>
                  <a:lnTo>
                    <a:pt x="44361" y="16183"/>
                  </a:lnTo>
                  <a:lnTo>
                    <a:pt x="71960" y="3623"/>
                  </a:lnTo>
                  <a:lnTo>
                    <a:pt x="102768" y="0"/>
                  </a:lnTo>
                  <a:lnTo>
                    <a:pt x="1962907" y="73048"/>
                  </a:lnTo>
                  <a:lnTo>
                    <a:pt x="2006913" y="85198"/>
                  </a:lnTo>
                  <a:lnTo>
                    <a:pt x="2039574" y="114112"/>
                  </a:lnTo>
                  <a:lnTo>
                    <a:pt x="2056822" y="154170"/>
                  </a:lnTo>
                  <a:lnTo>
                    <a:pt x="2054588" y="199749"/>
                  </a:lnTo>
                  <a:lnTo>
                    <a:pt x="2034955" y="247640"/>
                  </a:lnTo>
                  <a:lnTo>
                    <a:pt x="1982455" y="285215"/>
                  </a:lnTo>
                  <a:lnTo>
                    <a:pt x="1949097" y="289252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0" y="4197730"/>
              <a:ext cx="5352415" cy="4781550"/>
            </a:xfrm>
            <a:custGeom>
              <a:avLst/>
              <a:gdLst/>
              <a:ahLst/>
              <a:cxnLst/>
              <a:rect l="l" t="t" r="r" b="b"/>
              <a:pathLst>
                <a:path w="5352415" h="4781550">
                  <a:moveTo>
                    <a:pt x="533" y="4216"/>
                  </a:moveTo>
                  <a:lnTo>
                    <a:pt x="342" y="533"/>
                  </a:lnTo>
                  <a:lnTo>
                    <a:pt x="0" y="0"/>
                  </a:lnTo>
                  <a:lnTo>
                    <a:pt x="0" y="5232"/>
                  </a:lnTo>
                  <a:lnTo>
                    <a:pt x="533" y="4216"/>
                  </a:lnTo>
                  <a:close/>
                </a:path>
                <a:path w="5352415" h="4781550">
                  <a:moveTo>
                    <a:pt x="2993009" y="4659477"/>
                  </a:moveTo>
                  <a:lnTo>
                    <a:pt x="2991599" y="4636109"/>
                  </a:lnTo>
                  <a:lnTo>
                    <a:pt x="2984703" y="4612741"/>
                  </a:lnTo>
                  <a:lnTo>
                    <a:pt x="2974238" y="4594199"/>
                  </a:lnTo>
                  <a:lnTo>
                    <a:pt x="2974238" y="4659477"/>
                  </a:lnTo>
                  <a:lnTo>
                    <a:pt x="2974149" y="4659947"/>
                  </a:lnTo>
                  <a:lnTo>
                    <a:pt x="2974073" y="4660430"/>
                  </a:lnTo>
                  <a:lnTo>
                    <a:pt x="2973959" y="4661078"/>
                  </a:lnTo>
                  <a:lnTo>
                    <a:pt x="2970834" y="4679708"/>
                  </a:lnTo>
                  <a:lnTo>
                    <a:pt x="2952521" y="4724832"/>
                  </a:lnTo>
                  <a:lnTo>
                    <a:pt x="2904960" y="4758791"/>
                  </a:lnTo>
                  <a:lnTo>
                    <a:pt x="2874835" y="4762398"/>
                  </a:lnTo>
                  <a:lnTo>
                    <a:pt x="1019771" y="4671720"/>
                  </a:lnTo>
                  <a:lnTo>
                    <a:pt x="979220" y="4659947"/>
                  </a:lnTo>
                  <a:lnTo>
                    <a:pt x="948651" y="4630813"/>
                  </a:lnTo>
                  <a:lnTo>
                    <a:pt x="934504" y="4591024"/>
                  </a:lnTo>
                  <a:lnTo>
                    <a:pt x="934580" y="4587011"/>
                  </a:lnTo>
                  <a:lnTo>
                    <a:pt x="934872" y="4570019"/>
                  </a:lnTo>
                  <a:lnTo>
                    <a:pt x="953884" y="4525632"/>
                  </a:lnTo>
                  <a:lnTo>
                    <a:pt x="997369" y="4495965"/>
                  </a:lnTo>
                  <a:lnTo>
                    <a:pt x="1024242" y="4491863"/>
                  </a:lnTo>
                  <a:lnTo>
                    <a:pt x="1025956" y="4491863"/>
                  </a:lnTo>
                  <a:lnTo>
                    <a:pt x="2887840" y="4564977"/>
                  </a:lnTo>
                  <a:lnTo>
                    <a:pt x="2926842" y="4575543"/>
                  </a:lnTo>
                  <a:lnTo>
                    <a:pt x="2957245" y="4602162"/>
                  </a:lnTo>
                  <a:lnTo>
                    <a:pt x="2973032" y="4639361"/>
                  </a:lnTo>
                  <a:lnTo>
                    <a:pt x="2973133" y="4641062"/>
                  </a:lnTo>
                  <a:lnTo>
                    <a:pt x="2974238" y="4659477"/>
                  </a:lnTo>
                  <a:lnTo>
                    <a:pt x="2974238" y="4594199"/>
                  </a:lnTo>
                  <a:lnTo>
                    <a:pt x="2973540" y="4592955"/>
                  </a:lnTo>
                  <a:lnTo>
                    <a:pt x="2935757" y="4558944"/>
                  </a:lnTo>
                  <a:lnTo>
                    <a:pt x="2888577" y="4546193"/>
                  </a:lnTo>
                  <a:lnTo>
                    <a:pt x="1505115" y="4491863"/>
                  </a:lnTo>
                  <a:lnTo>
                    <a:pt x="1028458" y="4473143"/>
                  </a:lnTo>
                  <a:lnTo>
                    <a:pt x="964387" y="4490859"/>
                  </a:lnTo>
                  <a:lnTo>
                    <a:pt x="922756" y="4542383"/>
                  </a:lnTo>
                  <a:lnTo>
                    <a:pt x="916114" y="4572813"/>
                  </a:lnTo>
                  <a:lnTo>
                    <a:pt x="916063" y="4575543"/>
                  </a:lnTo>
                  <a:lnTo>
                    <a:pt x="921346" y="4617745"/>
                  </a:lnTo>
                  <a:lnTo>
                    <a:pt x="949452" y="4661078"/>
                  </a:lnTo>
                  <a:lnTo>
                    <a:pt x="993203" y="4686249"/>
                  </a:lnTo>
                  <a:lnTo>
                    <a:pt x="2873933" y="4781207"/>
                  </a:lnTo>
                  <a:lnTo>
                    <a:pt x="2880093" y="4781207"/>
                  </a:lnTo>
                  <a:lnTo>
                    <a:pt x="2914269" y="4775632"/>
                  </a:lnTo>
                  <a:lnTo>
                    <a:pt x="2939377" y="4762398"/>
                  </a:lnTo>
                  <a:lnTo>
                    <a:pt x="2944761" y="4759566"/>
                  </a:lnTo>
                  <a:lnTo>
                    <a:pt x="2968675" y="4734674"/>
                  </a:lnTo>
                  <a:lnTo>
                    <a:pt x="2983877" y="4702505"/>
                  </a:lnTo>
                  <a:lnTo>
                    <a:pt x="2988932" y="4684890"/>
                  </a:lnTo>
                  <a:lnTo>
                    <a:pt x="2992958" y="4661078"/>
                  </a:lnTo>
                  <a:lnTo>
                    <a:pt x="2993009" y="4659477"/>
                  </a:lnTo>
                  <a:close/>
                </a:path>
                <a:path w="5352415" h="4781550">
                  <a:moveTo>
                    <a:pt x="5351970" y="1200810"/>
                  </a:moveTo>
                  <a:lnTo>
                    <a:pt x="5349011" y="1195654"/>
                  </a:lnTo>
                  <a:lnTo>
                    <a:pt x="5338902" y="1192923"/>
                  </a:lnTo>
                  <a:lnTo>
                    <a:pt x="5333784" y="1195908"/>
                  </a:lnTo>
                  <a:lnTo>
                    <a:pt x="4898504" y="2804693"/>
                  </a:lnTo>
                  <a:lnTo>
                    <a:pt x="4777829" y="2016772"/>
                  </a:lnTo>
                  <a:lnTo>
                    <a:pt x="5003812" y="1207389"/>
                  </a:lnTo>
                  <a:lnTo>
                    <a:pt x="5000879" y="1202207"/>
                  </a:lnTo>
                  <a:lnTo>
                    <a:pt x="4990858" y="1199375"/>
                  </a:lnTo>
                  <a:lnTo>
                    <a:pt x="4985677" y="1202334"/>
                  </a:lnTo>
                  <a:lnTo>
                    <a:pt x="4759807" y="2011349"/>
                  </a:lnTo>
                  <a:lnTo>
                    <a:pt x="4277779" y="2526436"/>
                  </a:lnTo>
                  <a:lnTo>
                    <a:pt x="4655667" y="1213929"/>
                  </a:lnTo>
                  <a:lnTo>
                    <a:pt x="4652784" y="1208709"/>
                  </a:lnTo>
                  <a:lnTo>
                    <a:pt x="4642726" y="1205852"/>
                  </a:lnTo>
                  <a:lnTo>
                    <a:pt x="4637583" y="1208722"/>
                  </a:lnTo>
                  <a:lnTo>
                    <a:pt x="4255313" y="2536469"/>
                  </a:lnTo>
                  <a:lnTo>
                    <a:pt x="4038663" y="2126437"/>
                  </a:lnTo>
                  <a:lnTo>
                    <a:pt x="4307484" y="1220495"/>
                  </a:lnTo>
                  <a:lnTo>
                    <a:pt x="4304665" y="1215263"/>
                  </a:lnTo>
                  <a:lnTo>
                    <a:pt x="4294644" y="1212278"/>
                  </a:lnTo>
                  <a:lnTo>
                    <a:pt x="4289463" y="1215161"/>
                  </a:lnTo>
                  <a:lnTo>
                    <a:pt x="4020248" y="2122424"/>
                  </a:lnTo>
                  <a:lnTo>
                    <a:pt x="3545560" y="2580868"/>
                  </a:lnTo>
                  <a:lnTo>
                    <a:pt x="3959352" y="1227061"/>
                  </a:lnTo>
                  <a:lnTo>
                    <a:pt x="3956558" y="1221803"/>
                  </a:lnTo>
                  <a:lnTo>
                    <a:pt x="3946563" y="1218742"/>
                  </a:lnTo>
                  <a:lnTo>
                    <a:pt x="3941356" y="1221574"/>
                  </a:lnTo>
                  <a:lnTo>
                    <a:pt x="3517646" y="2607818"/>
                  </a:lnTo>
                  <a:lnTo>
                    <a:pt x="3030842" y="3077972"/>
                  </a:lnTo>
                  <a:lnTo>
                    <a:pt x="3611207" y="1233627"/>
                  </a:lnTo>
                  <a:lnTo>
                    <a:pt x="3608438" y="1228344"/>
                  </a:lnTo>
                  <a:lnTo>
                    <a:pt x="3598456" y="1225232"/>
                  </a:lnTo>
                  <a:lnTo>
                    <a:pt x="3593236" y="1227988"/>
                  </a:lnTo>
                  <a:lnTo>
                    <a:pt x="3014827" y="3066110"/>
                  </a:lnTo>
                  <a:lnTo>
                    <a:pt x="2920835" y="2297074"/>
                  </a:lnTo>
                  <a:lnTo>
                    <a:pt x="3263049" y="1240193"/>
                  </a:lnTo>
                  <a:lnTo>
                    <a:pt x="3260344" y="1234884"/>
                  </a:lnTo>
                  <a:lnTo>
                    <a:pt x="3250425" y="1231684"/>
                  </a:lnTo>
                  <a:lnTo>
                    <a:pt x="3245142" y="1234401"/>
                  </a:lnTo>
                  <a:lnTo>
                    <a:pt x="2902902" y="2291334"/>
                  </a:lnTo>
                  <a:lnTo>
                    <a:pt x="2369959" y="2883052"/>
                  </a:lnTo>
                  <a:lnTo>
                    <a:pt x="2914904" y="1246746"/>
                  </a:lnTo>
                  <a:lnTo>
                    <a:pt x="2912237" y="1241425"/>
                  </a:lnTo>
                  <a:lnTo>
                    <a:pt x="2902369" y="1238161"/>
                  </a:lnTo>
                  <a:lnTo>
                    <a:pt x="2897047" y="1240790"/>
                  </a:lnTo>
                  <a:lnTo>
                    <a:pt x="2338476" y="2918002"/>
                  </a:lnTo>
                  <a:lnTo>
                    <a:pt x="1976221" y="3320211"/>
                  </a:lnTo>
                  <a:lnTo>
                    <a:pt x="1976526" y="3326168"/>
                  </a:lnTo>
                  <a:lnTo>
                    <a:pt x="1982190" y="3331248"/>
                  </a:lnTo>
                  <a:lnTo>
                    <a:pt x="1984463" y="3332048"/>
                  </a:lnTo>
                  <a:lnTo>
                    <a:pt x="1986699" y="3332048"/>
                  </a:lnTo>
                  <a:lnTo>
                    <a:pt x="1989289" y="3332048"/>
                  </a:lnTo>
                  <a:lnTo>
                    <a:pt x="1991842" y="3331006"/>
                  </a:lnTo>
                  <a:lnTo>
                    <a:pt x="2323604" y="2962668"/>
                  </a:lnTo>
                  <a:lnTo>
                    <a:pt x="2045830" y="3796754"/>
                  </a:lnTo>
                  <a:lnTo>
                    <a:pt x="2048497" y="3802075"/>
                  </a:lnTo>
                  <a:lnTo>
                    <a:pt x="2054415" y="3804043"/>
                  </a:lnTo>
                  <a:lnTo>
                    <a:pt x="2056409" y="3804208"/>
                  </a:lnTo>
                  <a:lnTo>
                    <a:pt x="2060359" y="3804208"/>
                  </a:lnTo>
                  <a:lnTo>
                    <a:pt x="2064016" y="3801707"/>
                  </a:lnTo>
                  <a:lnTo>
                    <a:pt x="2355075" y="2927718"/>
                  </a:lnTo>
                  <a:lnTo>
                    <a:pt x="2888665" y="2335301"/>
                  </a:lnTo>
                  <a:lnTo>
                    <a:pt x="2412758" y="3805059"/>
                  </a:lnTo>
                  <a:lnTo>
                    <a:pt x="2415463" y="3810368"/>
                  </a:lnTo>
                  <a:lnTo>
                    <a:pt x="2421382" y="3812273"/>
                  </a:lnTo>
                  <a:lnTo>
                    <a:pt x="2423312" y="3812425"/>
                  </a:lnTo>
                  <a:lnTo>
                    <a:pt x="2427274" y="3812425"/>
                  </a:lnTo>
                  <a:lnTo>
                    <a:pt x="2430983" y="3809898"/>
                  </a:lnTo>
                  <a:lnTo>
                    <a:pt x="2907068" y="2339581"/>
                  </a:lnTo>
                  <a:lnTo>
                    <a:pt x="3001162" y="3109557"/>
                  </a:lnTo>
                  <a:lnTo>
                    <a:pt x="2779699" y="3813352"/>
                  </a:lnTo>
                  <a:lnTo>
                    <a:pt x="2782468" y="3818636"/>
                  </a:lnTo>
                  <a:lnTo>
                    <a:pt x="2788361" y="3820503"/>
                  </a:lnTo>
                  <a:lnTo>
                    <a:pt x="2790240" y="3820642"/>
                  </a:lnTo>
                  <a:lnTo>
                    <a:pt x="2794241" y="3820642"/>
                  </a:lnTo>
                  <a:lnTo>
                    <a:pt x="2797962" y="3818064"/>
                  </a:lnTo>
                  <a:lnTo>
                    <a:pt x="3019018" y="3115564"/>
                  </a:lnTo>
                  <a:lnTo>
                    <a:pt x="3506292" y="2644978"/>
                  </a:lnTo>
                  <a:lnTo>
                    <a:pt x="3146641" y="3821671"/>
                  </a:lnTo>
                  <a:lnTo>
                    <a:pt x="3149435" y="3826929"/>
                  </a:lnTo>
                  <a:lnTo>
                    <a:pt x="3155315" y="3828732"/>
                  </a:lnTo>
                  <a:lnTo>
                    <a:pt x="3157156" y="3828859"/>
                  </a:lnTo>
                  <a:lnTo>
                    <a:pt x="3161182" y="3828859"/>
                  </a:lnTo>
                  <a:lnTo>
                    <a:pt x="3164916" y="3826256"/>
                  </a:lnTo>
                  <a:lnTo>
                    <a:pt x="3534206" y="2618016"/>
                  </a:lnTo>
                  <a:lnTo>
                    <a:pt x="4009352" y="2159152"/>
                  </a:lnTo>
                  <a:lnTo>
                    <a:pt x="3513569" y="3829977"/>
                  </a:lnTo>
                  <a:lnTo>
                    <a:pt x="3516388" y="3835209"/>
                  </a:lnTo>
                  <a:lnTo>
                    <a:pt x="3522294" y="3836962"/>
                  </a:lnTo>
                  <a:lnTo>
                    <a:pt x="3524072" y="3837076"/>
                  </a:lnTo>
                  <a:lnTo>
                    <a:pt x="3528123" y="3837076"/>
                  </a:lnTo>
                  <a:lnTo>
                    <a:pt x="3531870" y="3834434"/>
                  </a:lnTo>
                  <a:lnTo>
                    <a:pt x="4031018" y="2152218"/>
                  </a:lnTo>
                  <a:lnTo>
                    <a:pt x="4247807" y="2562529"/>
                  </a:lnTo>
                  <a:lnTo>
                    <a:pt x="3880510" y="3838283"/>
                  </a:lnTo>
                  <a:lnTo>
                    <a:pt x="3883393" y="3843490"/>
                  </a:lnTo>
                  <a:lnTo>
                    <a:pt x="3889273" y="3845179"/>
                  </a:lnTo>
                  <a:lnTo>
                    <a:pt x="3890988" y="3845293"/>
                  </a:lnTo>
                  <a:lnTo>
                    <a:pt x="3895102" y="3845293"/>
                  </a:lnTo>
                  <a:lnTo>
                    <a:pt x="3898849" y="3842601"/>
                  </a:lnTo>
                  <a:lnTo>
                    <a:pt x="4266323" y="2566251"/>
                  </a:lnTo>
                  <a:lnTo>
                    <a:pt x="4748835" y="2050618"/>
                  </a:lnTo>
                  <a:lnTo>
                    <a:pt x="4247426" y="3846576"/>
                  </a:lnTo>
                  <a:lnTo>
                    <a:pt x="4250347" y="3851770"/>
                  </a:lnTo>
                  <a:lnTo>
                    <a:pt x="4255351" y="3853167"/>
                  </a:lnTo>
                  <a:lnTo>
                    <a:pt x="4257891" y="3853510"/>
                  </a:lnTo>
                  <a:lnTo>
                    <a:pt x="4262018" y="3853510"/>
                  </a:lnTo>
                  <a:lnTo>
                    <a:pt x="4265790" y="3850792"/>
                  </a:lnTo>
                  <a:lnTo>
                    <a:pt x="4765548" y="2060778"/>
                  </a:lnTo>
                  <a:lnTo>
                    <a:pt x="4886350" y="2849600"/>
                  </a:lnTo>
                  <a:lnTo>
                    <a:pt x="4614367" y="3854894"/>
                  </a:lnTo>
                  <a:lnTo>
                    <a:pt x="4617339" y="3860050"/>
                  </a:lnTo>
                  <a:lnTo>
                    <a:pt x="4623181" y="3861638"/>
                  </a:lnTo>
                  <a:lnTo>
                    <a:pt x="4624806" y="3861739"/>
                  </a:lnTo>
                  <a:lnTo>
                    <a:pt x="4628972" y="3861739"/>
                  </a:lnTo>
                  <a:lnTo>
                    <a:pt x="4632769" y="3858984"/>
                  </a:lnTo>
                  <a:lnTo>
                    <a:pt x="4904473" y="2854756"/>
                  </a:lnTo>
                  <a:lnTo>
                    <a:pt x="5284444" y="2435834"/>
                  </a:lnTo>
                  <a:lnTo>
                    <a:pt x="5284152" y="2429878"/>
                  </a:lnTo>
                  <a:lnTo>
                    <a:pt x="5276481" y="2422931"/>
                  </a:lnTo>
                  <a:lnTo>
                    <a:pt x="5270538" y="2423185"/>
                  </a:lnTo>
                  <a:lnTo>
                    <a:pt x="4915268" y="2814853"/>
                  </a:lnTo>
                  <a:lnTo>
                    <a:pt x="5351970" y="120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23596"/>
              <a:ext cx="1682081" cy="2612543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0224973" y="1546996"/>
            <a:ext cx="5715635" cy="726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46125" marR="738505">
              <a:lnSpc>
                <a:spcPct val="115900"/>
              </a:lnSpc>
              <a:spcBef>
                <a:spcPts val="100"/>
              </a:spcBef>
            </a:pPr>
            <a:r>
              <a:rPr dirty="0" sz="4100" spc="-340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410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17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40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4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11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150">
                <a:solidFill>
                  <a:srgbClr val="171717"/>
                </a:solidFill>
                <a:latin typeface="Lucida Sans Unicode"/>
                <a:cs typeface="Lucida Sans Unicode"/>
              </a:rPr>
              <a:t>Factory </a:t>
            </a:r>
            <a:r>
              <a:rPr dirty="0" sz="4100" spc="-17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40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4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11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65">
                <a:solidFill>
                  <a:srgbClr val="171717"/>
                </a:solidFill>
                <a:latin typeface="Lucida Sans Unicode"/>
                <a:cs typeface="Lucida Sans Unicode"/>
              </a:rPr>
              <a:t>collection </a:t>
            </a:r>
            <a:r>
              <a:rPr dirty="0" sz="4100" spc="-340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4100" spc="-7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290">
                <a:solidFill>
                  <a:srgbClr val="171717"/>
                </a:solidFill>
                <a:latin typeface="Lucida Sans Unicode"/>
                <a:cs typeface="Lucida Sans Unicode"/>
              </a:rPr>
              <a:t>Blob</a:t>
            </a:r>
            <a:r>
              <a:rPr dirty="0" sz="4100" spc="-7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75">
                <a:solidFill>
                  <a:srgbClr val="171717"/>
                </a:solidFill>
                <a:latin typeface="Lucida Sans Unicode"/>
                <a:cs typeface="Lucida Sans Unicode"/>
              </a:rPr>
              <a:t>Storage</a:t>
            </a:r>
            <a:endParaRPr sz="410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5700"/>
              </a:lnSpc>
              <a:spcBef>
                <a:spcPts val="320"/>
              </a:spcBef>
            </a:pPr>
            <a:r>
              <a:rPr dirty="0" sz="4100" spc="-110">
                <a:solidFill>
                  <a:srgbClr val="171717"/>
                </a:solidFill>
                <a:latin typeface="Lucida Sans Unicode"/>
                <a:cs typeface="Lucida Sans Unicode"/>
              </a:rPr>
              <a:t>Store</a:t>
            </a:r>
            <a:r>
              <a:rPr dirty="0" sz="410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270">
                <a:solidFill>
                  <a:srgbClr val="171717"/>
                </a:solidFill>
                <a:latin typeface="Lucida Sans Unicode"/>
                <a:cs typeface="Lucida Sans Unicode"/>
              </a:rPr>
              <a:t>large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265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18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41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5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-26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18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100" spc="-24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100" spc="-9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10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100" spc="-1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40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40">
                <a:solidFill>
                  <a:srgbClr val="171717"/>
                </a:solidFill>
                <a:latin typeface="Lucida Sans Unicode"/>
                <a:cs typeface="Lucida Sans Unicode"/>
              </a:rPr>
              <a:t>Machine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65">
                <a:solidFill>
                  <a:srgbClr val="171717"/>
                </a:solidFill>
                <a:latin typeface="Lucida Sans Unicode"/>
                <a:cs typeface="Lucida Sans Unicode"/>
              </a:rPr>
              <a:t>Learning </a:t>
            </a:r>
            <a:r>
              <a:rPr dirty="0" sz="4100" spc="-81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-370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100" spc="-35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51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100" spc="-105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100" spc="-6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25">
                <a:solidFill>
                  <a:srgbClr val="171717"/>
                </a:solidFill>
                <a:latin typeface="Lucida Sans Unicode"/>
                <a:cs typeface="Lucida Sans Unicode"/>
              </a:rPr>
              <a:t>prediction</a:t>
            </a:r>
            <a:r>
              <a:rPr dirty="0" sz="4100" spc="-6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95">
                <a:solidFill>
                  <a:srgbClr val="171717"/>
                </a:solidFill>
                <a:latin typeface="Lucida Sans Unicode"/>
                <a:cs typeface="Lucida Sans Unicode"/>
              </a:rPr>
              <a:t>models </a:t>
            </a:r>
            <a:r>
              <a:rPr dirty="0" sz="4100" spc="-340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4100" spc="-7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0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53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17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-27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305">
                <a:solidFill>
                  <a:srgbClr val="171717"/>
                </a:solidFill>
                <a:latin typeface="Lucida Sans Unicode"/>
                <a:cs typeface="Lucida Sans Unicode"/>
              </a:rPr>
              <a:t>b</a:t>
            </a:r>
            <a:r>
              <a:rPr dirty="0" sz="4100" spc="-270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100" spc="-430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100" spc="-265">
                <a:solidFill>
                  <a:srgbClr val="171717"/>
                </a:solidFill>
                <a:latin typeface="Lucida Sans Unicode"/>
                <a:cs typeface="Lucida Sans Unicode"/>
              </a:rPr>
              <a:t>c</a:t>
            </a:r>
            <a:r>
              <a:rPr dirty="0" sz="4100" spc="-505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100" spc="-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endParaRPr sz="4100">
              <a:latin typeface="Lucida Sans Unicode"/>
              <a:cs typeface="Lucida Sans Unicode"/>
            </a:endParaRPr>
          </a:p>
          <a:p>
            <a:pPr algn="ctr" marL="739140" marR="732155">
              <a:lnSpc>
                <a:spcPts val="5700"/>
              </a:lnSpc>
            </a:pPr>
            <a:r>
              <a:rPr dirty="0" sz="4100" spc="-254">
                <a:solidFill>
                  <a:srgbClr val="171717"/>
                </a:solidFill>
                <a:latin typeface="Lucida Sans Unicode"/>
                <a:cs typeface="Lucida Sans Unicode"/>
              </a:rPr>
              <a:t>Big</a:t>
            </a:r>
            <a:r>
              <a:rPr dirty="0" sz="4100" spc="-69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16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39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3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12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6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35">
                <a:solidFill>
                  <a:srgbClr val="171717"/>
                </a:solidFill>
                <a:latin typeface="Lucida Sans Unicode"/>
                <a:cs typeface="Lucida Sans Unicode"/>
              </a:rPr>
              <a:t>processing </a:t>
            </a:r>
            <a:r>
              <a:rPr dirty="0" sz="4100" spc="-160">
                <a:solidFill>
                  <a:srgbClr val="171717"/>
                </a:solidFill>
                <a:latin typeface="Lucida Sans Unicode"/>
                <a:cs typeface="Lucida Sans Unicode"/>
              </a:rPr>
              <a:t>Power</a:t>
            </a:r>
            <a:r>
              <a:rPr dirty="0" sz="4100" spc="-6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35">
                <a:solidFill>
                  <a:srgbClr val="171717"/>
                </a:solidFill>
                <a:latin typeface="Lucida Sans Unicode"/>
                <a:cs typeface="Lucida Sans Unicode"/>
              </a:rPr>
              <a:t>BI</a:t>
            </a:r>
            <a:endParaRPr sz="4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4100" spc="-17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100" spc="-40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4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11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100" spc="-400">
                <a:solidFill>
                  <a:srgbClr val="171717"/>
                </a:solidFill>
                <a:latin typeface="Lucida Sans Unicode"/>
                <a:cs typeface="Lucida Sans Unicode"/>
              </a:rPr>
              <a:t>v</a:t>
            </a:r>
            <a:r>
              <a:rPr dirty="0" sz="4100" spc="-53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100" spc="-409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100" spc="-434">
                <a:solidFill>
                  <a:srgbClr val="171717"/>
                </a:solidFill>
                <a:latin typeface="Lucida Sans Unicode"/>
                <a:cs typeface="Lucida Sans Unicode"/>
              </a:rPr>
              <a:t>u</a:t>
            </a:r>
            <a:r>
              <a:rPr dirty="0" sz="4100" spc="-37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57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100" spc="-53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100" spc="-440">
                <a:solidFill>
                  <a:srgbClr val="171717"/>
                </a:solidFill>
                <a:latin typeface="Lucida Sans Unicode"/>
                <a:cs typeface="Lucida Sans Unicode"/>
              </a:rPr>
              <a:t>z</a:t>
            </a:r>
            <a:r>
              <a:rPr dirty="0" sz="4100" spc="-64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100" spc="-35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100" spc="-53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100" spc="-405">
                <a:solidFill>
                  <a:srgbClr val="171717"/>
                </a:solidFill>
                <a:latin typeface="Lucida Sans Unicode"/>
                <a:cs typeface="Lucida Sans Unicode"/>
              </a:rPr>
              <a:t>o</a:t>
            </a:r>
            <a:r>
              <a:rPr dirty="0" sz="4100" spc="-125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endParaRPr sz="4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772725" y="2173535"/>
            <a:ext cx="8515350" cy="7442834"/>
            <a:chOff x="9772725" y="2173535"/>
            <a:chExt cx="8515350" cy="744283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2725" y="2238979"/>
              <a:ext cx="3686143" cy="241183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4865312" y="2173540"/>
              <a:ext cx="3423285" cy="3122930"/>
            </a:xfrm>
            <a:custGeom>
              <a:avLst/>
              <a:gdLst/>
              <a:ahLst/>
              <a:cxnLst/>
              <a:rect l="l" t="t" r="r" b="b"/>
              <a:pathLst>
                <a:path w="3423284" h="3122929">
                  <a:moveTo>
                    <a:pt x="3422675" y="0"/>
                  </a:moveTo>
                  <a:lnTo>
                    <a:pt x="3151708" y="0"/>
                  </a:lnTo>
                  <a:lnTo>
                    <a:pt x="3132886" y="0"/>
                  </a:lnTo>
                  <a:lnTo>
                    <a:pt x="3132886" y="19050"/>
                  </a:lnTo>
                  <a:lnTo>
                    <a:pt x="3132886" y="485025"/>
                  </a:lnTo>
                  <a:lnTo>
                    <a:pt x="3132886" y="504075"/>
                  </a:lnTo>
                  <a:lnTo>
                    <a:pt x="3132886" y="970064"/>
                  </a:lnTo>
                  <a:lnTo>
                    <a:pt x="2629547" y="970064"/>
                  </a:lnTo>
                  <a:lnTo>
                    <a:pt x="2629547" y="504075"/>
                  </a:lnTo>
                  <a:lnTo>
                    <a:pt x="3132886" y="504075"/>
                  </a:lnTo>
                  <a:lnTo>
                    <a:pt x="3132886" y="485025"/>
                  </a:lnTo>
                  <a:lnTo>
                    <a:pt x="2629547" y="485025"/>
                  </a:lnTo>
                  <a:lnTo>
                    <a:pt x="2629547" y="19050"/>
                  </a:lnTo>
                  <a:lnTo>
                    <a:pt x="3132886" y="19050"/>
                  </a:lnTo>
                  <a:lnTo>
                    <a:pt x="3132886" y="0"/>
                  </a:lnTo>
                  <a:lnTo>
                    <a:pt x="2625344" y="0"/>
                  </a:lnTo>
                  <a:lnTo>
                    <a:pt x="2614942" y="0"/>
                  </a:lnTo>
                  <a:lnTo>
                    <a:pt x="2610726" y="0"/>
                  </a:lnTo>
                  <a:lnTo>
                    <a:pt x="2610726" y="19050"/>
                  </a:lnTo>
                  <a:lnTo>
                    <a:pt x="2610726" y="1940128"/>
                  </a:lnTo>
                  <a:lnTo>
                    <a:pt x="2596794" y="1940128"/>
                  </a:lnTo>
                  <a:lnTo>
                    <a:pt x="2596794" y="1945208"/>
                  </a:lnTo>
                  <a:lnTo>
                    <a:pt x="2596794" y="1955355"/>
                  </a:lnTo>
                  <a:lnTo>
                    <a:pt x="2596794" y="1959165"/>
                  </a:lnTo>
                  <a:lnTo>
                    <a:pt x="2610726" y="1959165"/>
                  </a:lnTo>
                  <a:lnTo>
                    <a:pt x="2610726" y="2425154"/>
                  </a:lnTo>
                  <a:lnTo>
                    <a:pt x="2596794" y="2425154"/>
                  </a:lnTo>
                  <a:lnTo>
                    <a:pt x="2596794" y="2430234"/>
                  </a:lnTo>
                  <a:lnTo>
                    <a:pt x="2596794" y="2440394"/>
                  </a:lnTo>
                  <a:lnTo>
                    <a:pt x="2596794" y="2444204"/>
                  </a:lnTo>
                  <a:lnTo>
                    <a:pt x="2610726" y="2444204"/>
                  </a:lnTo>
                  <a:lnTo>
                    <a:pt x="2610726" y="3103181"/>
                  </a:lnTo>
                  <a:lnTo>
                    <a:pt x="2107412" y="3103181"/>
                  </a:lnTo>
                  <a:lnTo>
                    <a:pt x="2107412" y="1474139"/>
                  </a:lnTo>
                  <a:lnTo>
                    <a:pt x="2610726" y="1474139"/>
                  </a:lnTo>
                  <a:lnTo>
                    <a:pt x="2610726" y="1455089"/>
                  </a:lnTo>
                  <a:lnTo>
                    <a:pt x="2107412" y="1455089"/>
                  </a:lnTo>
                  <a:lnTo>
                    <a:pt x="2107412" y="989101"/>
                  </a:lnTo>
                  <a:lnTo>
                    <a:pt x="2610726" y="989101"/>
                  </a:lnTo>
                  <a:lnTo>
                    <a:pt x="2610726" y="970064"/>
                  </a:lnTo>
                  <a:lnTo>
                    <a:pt x="2107412" y="970064"/>
                  </a:lnTo>
                  <a:lnTo>
                    <a:pt x="2107412" y="504075"/>
                  </a:lnTo>
                  <a:lnTo>
                    <a:pt x="2610726" y="504075"/>
                  </a:lnTo>
                  <a:lnTo>
                    <a:pt x="2610726" y="485025"/>
                  </a:lnTo>
                  <a:lnTo>
                    <a:pt x="2107412" y="485025"/>
                  </a:lnTo>
                  <a:lnTo>
                    <a:pt x="2107412" y="19050"/>
                  </a:lnTo>
                  <a:lnTo>
                    <a:pt x="2610726" y="19050"/>
                  </a:lnTo>
                  <a:lnTo>
                    <a:pt x="2610726" y="0"/>
                  </a:lnTo>
                  <a:lnTo>
                    <a:pt x="2103208" y="0"/>
                  </a:lnTo>
                  <a:lnTo>
                    <a:pt x="2092794" y="0"/>
                  </a:lnTo>
                  <a:lnTo>
                    <a:pt x="2088591" y="0"/>
                  </a:lnTo>
                  <a:lnTo>
                    <a:pt x="2088591" y="19050"/>
                  </a:lnTo>
                  <a:lnTo>
                    <a:pt x="2088591" y="1940128"/>
                  </a:lnTo>
                  <a:lnTo>
                    <a:pt x="1705635" y="1940128"/>
                  </a:lnTo>
                  <a:lnTo>
                    <a:pt x="1705635" y="1945208"/>
                  </a:lnTo>
                  <a:lnTo>
                    <a:pt x="1705635" y="1955355"/>
                  </a:lnTo>
                  <a:lnTo>
                    <a:pt x="1705635" y="1959165"/>
                  </a:lnTo>
                  <a:lnTo>
                    <a:pt x="2088591" y="1959165"/>
                  </a:lnTo>
                  <a:lnTo>
                    <a:pt x="2088591" y="2425154"/>
                  </a:lnTo>
                  <a:lnTo>
                    <a:pt x="1705635" y="2425154"/>
                  </a:lnTo>
                  <a:lnTo>
                    <a:pt x="1705635" y="2430234"/>
                  </a:lnTo>
                  <a:lnTo>
                    <a:pt x="1705635" y="2440394"/>
                  </a:lnTo>
                  <a:lnTo>
                    <a:pt x="1705635" y="2444204"/>
                  </a:lnTo>
                  <a:lnTo>
                    <a:pt x="2088591" y="2444204"/>
                  </a:lnTo>
                  <a:lnTo>
                    <a:pt x="2088591" y="3103181"/>
                  </a:lnTo>
                  <a:lnTo>
                    <a:pt x="1063104" y="3103181"/>
                  </a:lnTo>
                  <a:lnTo>
                    <a:pt x="1063104" y="2444204"/>
                  </a:lnTo>
                  <a:lnTo>
                    <a:pt x="1201521" y="2444204"/>
                  </a:lnTo>
                  <a:lnTo>
                    <a:pt x="1201521" y="2440394"/>
                  </a:lnTo>
                  <a:lnTo>
                    <a:pt x="1201521" y="2430234"/>
                  </a:lnTo>
                  <a:lnTo>
                    <a:pt x="1201521" y="2425154"/>
                  </a:lnTo>
                  <a:lnTo>
                    <a:pt x="1063104" y="2425154"/>
                  </a:lnTo>
                  <a:lnTo>
                    <a:pt x="1063104" y="1959165"/>
                  </a:lnTo>
                  <a:lnTo>
                    <a:pt x="1201521" y="1959165"/>
                  </a:lnTo>
                  <a:lnTo>
                    <a:pt x="1201521" y="1955355"/>
                  </a:lnTo>
                  <a:lnTo>
                    <a:pt x="1201521" y="1945208"/>
                  </a:lnTo>
                  <a:lnTo>
                    <a:pt x="1201521" y="1940128"/>
                  </a:lnTo>
                  <a:lnTo>
                    <a:pt x="1063104" y="1940128"/>
                  </a:lnTo>
                  <a:lnTo>
                    <a:pt x="1063104" y="1474139"/>
                  </a:lnTo>
                  <a:lnTo>
                    <a:pt x="1566443" y="1474139"/>
                  </a:lnTo>
                  <a:lnTo>
                    <a:pt x="1566443" y="1831962"/>
                  </a:lnTo>
                  <a:lnTo>
                    <a:pt x="1585264" y="1831962"/>
                  </a:lnTo>
                  <a:lnTo>
                    <a:pt x="1585264" y="1474139"/>
                  </a:lnTo>
                  <a:lnTo>
                    <a:pt x="2088591" y="1474139"/>
                  </a:lnTo>
                  <a:lnTo>
                    <a:pt x="2088591" y="1455089"/>
                  </a:lnTo>
                  <a:lnTo>
                    <a:pt x="1585264" y="1455089"/>
                  </a:lnTo>
                  <a:lnTo>
                    <a:pt x="1585264" y="989101"/>
                  </a:lnTo>
                  <a:lnTo>
                    <a:pt x="2088591" y="989101"/>
                  </a:lnTo>
                  <a:lnTo>
                    <a:pt x="2088591" y="970064"/>
                  </a:lnTo>
                  <a:lnTo>
                    <a:pt x="1585264" y="970064"/>
                  </a:lnTo>
                  <a:lnTo>
                    <a:pt x="1585264" y="504075"/>
                  </a:lnTo>
                  <a:lnTo>
                    <a:pt x="2088591" y="504075"/>
                  </a:lnTo>
                  <a:lnTo>
                    <a:pt x="2088591" y="485025"/>
                  </a:lnTo>
                  <a:lnTo>
                    <a:pt x="1585264" y="485025"/>
                  </a:lnTo>
                  <a:lnTo>
                    <a:pt x="1585264" y="19050"/>
                  </a:lnTo>
                  <a:lnTo>
                    <a:pt x="2088591" y="19050"/>
                  </a:lnTo>
                  <a:lnTo>
                    <a:pt x="2088591" y="0"/>
                  </a:lnTo>
                  <a:lnTo>
                    <a:pt x="1585264" y="0"/>
                  </a:lnTo>
                  <a:lnTo>
                    <a:pt x="1566443" y="0"/>
                  </a:lnTo>
                  <a:lnTo>
                    <a:pt x="1566443" y="19050"/>
                  </a:lnTo>
                  <a:lnTo>
                    <a:pt x="1566443" y="1455089"/>
                  </a:lnTo>
                  <a:lnTo>
                    <a:pt x="1063104" y="1455089"/>
                  </a:lnTo>
                  <a:lnTo>
                    <a:pt x="1063104" y="989101"/>
                  </a:lnTo>
                  <a:lnTo>
                    <a:pt x="1566443" y="989101"/>
                  </a:lnTo>
                  <a:lnTo>
                    <a:pt x="1566443" y="970064"/>
                  </a:lnTo>
                  <a:lnTo>
                    <a:pt x="1063104" y="970064"/>
                  </a:lnTo>
                  <a:lnTo>
                    <a:pt x="1063104" y="504075"/>
                  </a:lnTo>
                  <a:lnTo>
                    <a:pt x="1566443" y="504075"/>
                  </a:lnTo>
                  <a:lnTo>
                    <a:pt x="1566443" y="485025"/>
                  </a:lnTo>
                  <a:lnTo>
                    <a:pt x="1063104" y="485025"/>
                  </a:lnTo>
                  <a:lnTo>
                    <a:pt x="1063104" y="19050"/>
                  </a:lnTo>
                  <a:lnTo>
                    <a:pt x="1566443" y="19050"/>
                  </a:lnTo>
                  <a:lnTo>
                    <a:pt x="1566443" y="0"/>
                  </a:lnTo>
                  <a:lnTo>
                    <a:pt x="1058900" y="0"/>
                  </a:lnTo>
                  <a:lnTo>
                    <a:pt x="1048486" y="0"/>
                  </a:lnTo>
                  <a:lnTo>
                    <a:pt x="1044282" y="0"/>
                  </a:lnTo>
                  <a:lnTo>
                    <a:pt x="1044282" y="19050"/>
                  </a:lnTo>
                  <a:lnTo>
                    <a:pt x="1044282" y="2425154"/>
                  </a:lnTo>
                  <a:lnTo>
                    <a:pt x="814463" y="2425154"/>
                  </a:lnTo>
                  <a:lnTo>
                    <a:pt x="814463" y="2430234"/>
                  </a:lnTo>
                  <a:lnTo>
                    <a:pt x="814463" y="2440394"/>
                  </a:lnTo>
                  <a:lnTo>
                    <a:pt x="814463" y="2444204"/>
                  </a:lnTo>
                  <a:lnTo>
                    <a:pt x="1044282" y="2444204"/>
                  </a:lnTo>
                  <a:lnTo>
                    <a:pt x="1044282" y="3103181"/>
                  </a:lnTo>
                  <a:lnTo>
                    <a:pt x="18821" y="3103181"/>
                  </a:lnTo>
                  <a:lnTo>
                    <a:pt x="18821" y="2444204"/>
                  </a:lnTo>
                  <a:lnTo>
                    <a:pt x="310349" y="2444204"/>
                  </a:lnTo>
                  <a:lnTo>
                    <a:pt x="310349" y="2440394"/>
                  </a:lnTo>
                  <a:lnTo>
                    <a:pt x="310349" y="2430234"/>
                  </a:lnTo>
                  <a:lnTo>
                    <a:pt x="310349" y="2425154"/>
                  </a:lnTo>
                  <a:lnTo>
                    <a:pt x="18821" y="2425154"/>
                  </a:lnTo>
                  <a:lnTo>
                    <a:pt x="18821" y="1959165"/>
                  </a:lnTo>
                  <a:lnTo>
                    <a:pt x="522147" y="1959165"/>
                  </a:lnTo>
                  <a:lnTo>
                    <a:pt x="522147" y="2078520"/>
                  </a:lnTo>
                  <a:lnTo>
                    <a:pt x="540969" y="2078520"/>
                  </a:lnTo>
                  <a:lnTo>
                    <a:pt x="540969" y="1959165"/>
                  </a:lnTo>
                  <a:lnTo>
                    <a:pt x="1044282" y="1959165"/>
                  </a:lnTo>
                  <a:lnTo>
                    <a:pt x="1044282" y="1940128"/>
                  </a:lnTo>
                  <a:lnTo>
                    <a:pt x="540969" y="1940128"/>
                  </a:lnTo>
                  <a:lnTo>
                    <a:pt x="540969" y="1474139"/>
                  </a:lnTo>
                  <a:lnTo>
                    <a:pt x="1044282" y="1474139"/>
                  </a:lnTo>
                  <a:lnTo>
                    <a:pt x="1044282" y="1455089"/>
                  </a:lnTo>
                  <a:lnTo>
                    <a:pt x="540969" y="1455089"/>
                  </a:lnTo>
                  <a:lnTo>
                    <a:pt x="540969" y="989101"/>
                  </a:lnTo>
                  <a:lnTo>
                    <a:pt x="1044282" y="989101"/>
                  </a:lnTo>
                  <a:lnTo>
                    <a:pt x="1044282" y="970064"/>
                  </a:lnTo>
                  <a:lnTo>
                    <a:pt x="540969" y="970064"/>
                  </a:lnTo>
                  <a:lnTo>
                    <a:pt x="540969" y="504075"/>
                  </a:lnTo>
                  <a:lnTo>
                    <a:pt x="1044282" y="504075"/>
                  </a:lnTo>
                  <a:lnTo>
                    <a:pt x="1044282" y="485025"/>
                  </a:lnTo>
                  <a:lnTo>
                    <a:pt x="540969" y="485025"/>
                  </a:lnTo>
                  <a:lnTo>
                    <a:pt x="540969" y="19050"/>
                  </a:lnTo>
                  <a:lnTo>
                    <a:pt x="1044282" y="19050"/>
                  </a:lnTo>
                  <a:lnTo>
                    <a:pt x="1044282" y="0"/>
                  </a:lnTo>
                  <a:lnTo>
                    <a:pt x="540969" y="0"/>
                  </a:lnTo>
                  <a:lnTo>
                    <a:pt x="522147" y="0"/>
                  </a:lnTo>
                  <a:lnTo>
                    <a:pt x="522147" y="19050"/>
                  </a:lnTo>
                  <a:lnTo>
                    <a:pt x="522147" y="1940128"/>
                  </a:lnTo>
                  <a:lnTo>
                    <a:pt x="18821" y="1940128"/>
                  </a:lnTo>
                  <a:lnTo>
                    <a:pt x="18821" y="1474139"/>
                  </a:lnTo>
                  <a:lnTo>
                    <a:pt x="522147" y="1474139"/>
                  </a:lnTo>
                  <a:lnTo>
                    <a:pt x="522147" y="1455089"/>
                  </a:lnTo>
                  <a:lnTo>
                    <a:pt x="18821" y="1455089"/>
                  </a:lnTo>
                  <a:lnTo>
                    <a:pt x="18821" y="989101"/>
                  </a:lnTo>
                  <a:lnTo>
                    <a:pt x="522147" y="989101"/>
                  </a:lnTo>
                  <a:lnTo>
                    <a:pt x="522147" y="970064"/>
                  </a:lnTo>
                  <a:lnTo>
                    <a:pt x="18821" y="970064"/>
                  </a:lnTo>
                  <a:lnTo>
                    <a:pt x="18821" y="504075"/>
                  </a:lnTo>
                  <a:lnTo>
                    <a:pt x="522147" y="504075"/>
                  </a:lnTo>
                  <a:lnTo>
                    <a:pt x="522147" y="485025"/>
                  </a:lnTo>
                  <a:lnTo>
                    <a:pt x="18821" y="485025"/>
                  </a:lnTo>
                  <a:lnTo>
                    <a:pt x="18821" y="19050"/>
                  </a:lnTo>
                  <a:lnTo>
                    <a:pt x="522147" y="19050"/>
                  </a:lnTo>
                  <a:lnTo>
                    <a:pt x="522147" y="0"/>
                  </a:lnTo>
                  <a:lnTo>
                    <a:pt x="2298" y="0"/>
                  </a:lnTo>
                  <a:lnTo>
                    <a:pt x="2298" y="3810"/>
                  </a:lnTo>
                  <a:lnTo>
                    <a:pt x="0" y="3810"/>
                  </a:lnTo>
                  <a:lnTo>
                    <a:pt x="0" y="3118421"/>
                  </a:lnTo>
                  <a:lnTo>
                    <a:pt x="2197" y="3118421"/>
                  </a:lnTo>
                  <a:lnTo>
                    <a:pt x="2197" y="3122231"/>
                  </a:lnTo>
                  <a:lnTo>
                    <a:pt x="522147" y="3122231"/>
                  </a:lnTo>
                  <a:lnTo>
                    <a:pt x="540969" y="3122320"/>
                  </a:lnTo>
                  <a:lnTo>
                    <a:pt x="1048397" y="3122231"/>
                  </a:lnTo>
                  <a:lnTo>
                    <a:pt x="1053693" y="3122320"/>
                  </a:lnTo>
                  <a:lnTo>
                    <a:pt x="1058900" y="3122307"/>
                  </a:lnTo>
                  <a:lnTo>
                    <a:pt x="1566443" y="3122231"/>
                  </a:lnTo>
                  <a:lnTo>
                    <a:pt x="1585264" y="3122320"/>
                  </a:lnTo>
                  <a:lnTo>
                    <a:pt x="2092706" y="3122231"/>
                  </a:lnTo>
                  <a:lnTo>
                    <a:pt x="2098001" y="3122320"/>
                  </a:lnTo>
                  <a:lnTo>
                    <a:pt x="2103208" y="3122307"/>
                  </a:lnTo>
                  <a:lnTo>
                    <a:pt x="2614841" y="3122231"/>
                  </a:lnTo>
                  <a:lnTo>
                    <a:pt x="2620137" y="3122320"/>
                  </a:lnTo>
                  <a:lnTo>
                    <a:pt x="2625344" y="3122307"/>
                  </a:lnTo>
                  <a:lnTo>
                    <a:pt x="3132886" y="3122231"/>
                  </a:lnTo>
                  <a:lnTo>
                    <a:pt x="3151708" y="3122320"/>
                  </a:lnTo>
                  <a:lnTo>
                    <a:pt x="3422675" y="3122231"/>
                  </a:lnTo>
                  <a:lnTo>
                    <a:pt x="3422675" y="3118421"/>
                  </a:lnTo>
                  <a:lnTo>
                    <a:pt x="3422675" y="3103181"/>
                  </a:lnTo>
                  <a:lnTo>
                    <a:pt x="2629547" y="3103181"/>
                  </a:lnTo>
                  <a:lnTo>
                    <a:pt x="2629547" y="2444204"/>
                  </a:lnTo>
                  <a:lnTo>
                    <a:pt x="2983839" y="2444204"/>
                  </a:lnTo>
                  <a:lnTo>
                    <a:pt x="2983839" y="2440394"/>
                  </a:lnTo>
                  <a:lnTo>
                    <a:pt x="2983839" y="2430234"/>
                  </a:lnTo>
                  <a:lnTo>
                    <a:pt x="2983839" y="2425154"/>
                  </a:lnTo>
                  <a:lnTo>
                    <a:pt x="2629547" y="2425154"/>
                  </a:lnTo>
                  <a:lnTo>
                    <a:pt x="2629547" y="1959165"/>
                  </a:lnTo>
                  <a:lnTo>
                    <a:pt x="2983839" y="1959165"/>
                  </a:lnTo>
                  <a:lnTo>
                    <a:pt x="2983839" y="1955355"/>
                  </a:lnTo>
                  <a:lnTo>
                    <a:pt x="2983839" y="1945208"/>
                  </a:lnTo>
                  <a:lnTo>
                    <a:pt x="2983839" y="1940128"/>
                  </a:lnTo>
                  <a:lnTo>
                    <a:pt x="2629547" y="1940128"/>
                  </a:lnTo>
                  <a:lnTo>
                    <a:pt x="2629547" y="1474139"/>
                  </a:lnTo>
                  <a:lnTo>
                    <a:pt x="2983839" y="1474139"/>
                  </a:lnTo>
                  <a:lnTo>
                    <a:pt x="2983839" y="1470329"/>
                  </a:lnTo>
                  <a:lnTo>
                    <a:pt x="2983839" y="1460169"/>
                  </a:lnTo>
                  <a:lnTo>
                    <a:pt x="2983839" y="1455089"/>
                  </a:lnTo>
                  <a:lnTo>
                    <a:pt x="2629547" y="1455089"/>
                  </a:lnTo>
                  <a:lnTo>
                    <a:pt x="2629547" y="989101"/>
                  </a:lnTo>
                  <a:lnTo>
                    <a:pt x="3132886" y="989101"/>
                  </a:lnTo>
                  <a:lnTo>
                    <a:pt x="3132886" y="1301127"/>
                  </a:lnTo>
                  <a:lnTo>
                    <a:pt x="3151708" y="1301127"/>
                  </a:lnTo>
                  <a:lnTo>
                    <a:pt x="3151708" y="989101"/>
                  </a:lnTo>
                  <a:lnTo>
                    <a:pt x="3422675" y="989101"/>
                  </a:lnTo>
                  <a:lnTo>
                    <a:pt x="3422675" y="985304"/>
                  </a:lnTo>
                  <a:lnTo>
                    <a:pt x="3422675" y="973874"/>
                  </a:lnTo>
                  <a:lnTo>
                    <a:pt x="3422675" y="970064"/>
                  </a:lnTo>
                  <a:lnTo>
                    <a:pt x="3151708" y="970064"/>
                  </a:lnTo>
                  <a:lnTo>
                    <a:pt x="3151708" y="504075"/>
                  </a:lnTo>
                  <a:lnTo>
                    <a:pt x="3422675" y="504075"/>
                  </a:lnTo>
                  <a:lnTo>
                    <a:pt x="3422675" y="500265"/>
                  </a:lnTo>
                  <a:lnTo>
                    <a:pt x="3422675" y="488835"/>
                  </a:lnTo>
                  <a:lnTo>
                    <a:pt x="3422675" y="485025"/>
                  </a:lnTo>
                  <a:lnTo>
                    <a:pt x="3151708" y="485025"/>
                  </a:lnTo>
                  <a:lnTo>
                    <a:pt x="3151708" y="19050"/>
                  </a:lnTo>
                  <a:lnTo>
                    <a:pt x="3422675" y="19050"/>
                  </a:lnTo>
                  <a:lnTo>
                    <a:pt x="3422675" y="3810"/>
                  </a:lnTo>
                  <a:lnTo>
                    <a:pt x="3422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175665" y="4252050"/>
              <a:ext cx="504190" cy="1034415"/>
            </a:xfrm>
            <a:custGeom>
              <a:avLst/>
              <a:gdLst/>
              <a:ahLst/>
              <a:cxnLst/>
              <a:rect l="l" t="t" r="r" b="b"/>
              <a:pathLst>
                <a:path w="504190" h="1034414">
                  <a:moveTo>
                    <a:pt x="504111" y="1034388"/>
                  </a:moveTo>
                  <a:lnTo>
                    <a:pt x="0" y="1034388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034388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166255" y="4242656"/>
              <a:ext cx="523240" cy="1053465"/>
            </a:xfrm>
            <a:custGeom>
              <a:avLst/>
              <a:gdLst/>
              <a:ahLst/>
              <a:cxnLst/>
              <a:rect l="l" t="t" r="r" b="b"/>
              <a:pathLst>
                <a:path w="523240" h="1053464">
                  <a:moveTo>
                    <a:pt x="518714" y="1053198"/>
                  </a:moveTo>
                  <a:lnTo>
                    <a:pt x="4204" y="1053198"/>
                  </a:lnTo>
                  <a:lnTo>
                    <a:pt x="0" y="1048995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9" y="4203"/>
                  </a:lnTo>
                  <a:lnTo>
                    <a:pt x="522919" y="18798"/>
                  </a:lnTo>
                  <a:lnTo>
                    <a:pt x="18819" y="18798"/>
                  </a:lnTo>
                  <a:lnTo>
                    <a:pt x="18819" y="1034376"/>
                  </a:lnTo>
                  <a:lnTo>
                    <a:pt x="522919" y="1034376"/>
                  </a:lnTo>
                  <a:lnTo>
                    <a:pt x="522919" y="1048995"/>
                  </a:lnTo>
                  <a:lnTo>
                    <a:pt x="518714" y="1053198"/>
                  </a:lnTo>
                  <a:close/>
                </a:path>
                <a:path w="523240" h="1053464">
                  <a:moveTo>
                    <a:pt x="522919" y="1034376"/>
                  </a:moveTo>
                  <a:lnTo>
                    <a:pt x="504088" y="1034376"/>
                  </a:lnTo>
                  <a:lnTo>
                    <a:pt x="504088" y="18798"/>
                  </a:lnTo>
                  <a:lnTo>
                    <a:pt x="522919" y="18798"/>
                  </a:lnTo>
                  <a:lnTo>
                    <a:pt x="522919" y="1034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679777" y="4089049"/>
              <a:ext cx="182245" cy="1197610"/>
            </a:xfrm>
            <a:custGeom>
              <a:avLst/>
              <a:gdLst/>
              <a:ahLst/>
              <a:cxnLst/>
              <a:rect l="l" t="t" r="r" b="b"/>
              <a:pathLst>
                <a:path w="182244" h="1197610">
                  <a:moveTo>
                    <a:pt x="181812" y="1197389"/>
                  </a:moveTo>
                  <a:lnTo>
                    <a:pt x="0" y="1197389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197389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670356" y="4078944"/>
              <a:ext cx="200660" cy="1217295"/>
            </a:xfrm>
            <a:custGeom>
              <a:avLst/>
              <a:gdLst/>
              <a:ahLst/>
              <a:cxnLst/>
              <a:rect l="l" t="t" r="r" b="b"/>
              <a:pathLst>
                <a:path w="200659" h="1217295">
                  <a:moveTo>
                    <a:pt x="196460" y="1216911"/>
                  </a:moveTo>
                  <a:lnTo>
                    <a:pt x="4204" y="1216911"/>
                  </a:lnTo>
                  <a:lnTo>
                    <a:pt x="0" y="1212708"/>
                  </a:lnTo>
                  <a:lnTo>
                    <a:pt x="0" y="170441"/>
                  </a:lnTo>
                  <a:lnTo>
                    <a:pt x="1137" y="167892"/>
                  </a:lnTo>
                  <a:lnTo>
                    <a:pt x="187705" y="631"/>
                  </a:lnTo>
                  <a:lnTo>
                    <a:pt x="191681" y="0"/>
                  </a:lnTo>
                  <a:lnTo>
                    <a:pt x="198459" y="3043"/>
                  </a:lnTo>
                  <a:lnTo>
                    <a:pt x="200653" y="6407"/>
                  </a:lnTo>
                  <a:lnTo>
                    <a:pt x="200653" y="31178"/>
                  </a:lnTo>
                  <a:lnTo>
                    <a:pt x="181812" y="31178"/>
                  </a:lnTo>
                  <a:lnTo>
                    <a:pt x="18818" y="177297"/>
                  </a:lnTo>
                  <a:lnTo>
                    <a:pt x="18818" y="1198077"/>
                  </a:lnTo>
                  <a:lnTo>
                    <a:pt x="200653" y="1198077"/>
                  </a:lnTo>
                  <a:lnTo>
                    <a:pt x="200653" y="1212708"/>
                  </a:lnTo>
                  <a:lnTo>
                    <a:pt x="196460" y="1216911"/>
                  </a:lnTo>
                  <a:close/>
                </a:path>
                <a:path w="200659" h="1217295">
                  <a:moveTo>
                    <a:pt x="200653" y="1198077"/>
                  </a:moveTo>
                  <a:lnTo>
                    <a:pt x="181812" y="1198077"/>
                  </a:lnTo>
                  <a:lnTo>
                    <a:pt x="181812" y="31178"/>
                  </a:lnTo>
                  <a:lnTo>
                    <a:pt x="200653" y="31178"/>
                  </a:lnTo>
                  <a:lnTo>
                    <a:pt x="200653" y="119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175665" y="4089049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4" h="163195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4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165474" y="4079632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1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0" y="18821"/>
                  </a:lnTo>
                  <a:lnTo>
                    <a:pt x="195587" y="18821"/>
                  </a:lnTo>
                  <a:lnTo>
                    <a:pt x="34777" y="163012"/>
                  </a:lnTo>
                  <a:lnTo>
                    <a:pt x="538885" y="163012"/>
                  </a:lnTo>
                  <a:lnTo>
                    <a:pt x="518852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0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066839" y="4005493"/>
              <a:ext cx="504190" cy="1281430"/>
            </a:xfrm>
            <a:custGeom>
              <a:avLst/>
              <a:gdLst/>
              <a:ahLst/>
              <a:cxnLst/>
              <a:rect l="l" t="t" r="r" b="b"/>
              <a:pathLst>
                <a:path w="504190" h="1281429">
                  <a:moveTo>
                    <a:pt x="504111" y="1280944"/>
                  </a:moveTo>
                  <a:lnTo>
                    <a:pt x="0" y="1280944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280944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057429" y="3996088"/>
              <a:ext cx="523240" cy="1299845"/>
            </a:xfrm>
            <a:custGeom>
              <a:avLst/>
              <a:gdLst/>
              <a:ahLst/>
              <a:cxnLst/>
              <a:rect l="l" t="t" r="r" b="b"/>
              <a:pathLst>
                <a:path w="523240" h="1299845">
                  <a:moveTo>
                    <a:pt x="518713" y="1299766"/>
                  </a:moveTo>
                  <a:lnTo>
                    <a:pt x="4204" y="1299766"/>
                  </a:lnTo>
                  <a:lnTo>
                    <a:pt x="0" y="1295563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8" y="4203"/>
                  </a:lnTo>
                  <a:lnTo>
                    <a:pt x="522918" y="18810"/>
                  </a:lnTo>
                  <a:lnTo>
                    <a:pt x="18818" y="18810"/>
                  </a:lnTo>
                  <a:lnTo>
                    <a:pt x="18818" y="1280944"/>
                  </a:lnTo>
                  <a:lnTo>
                    <a:pt x="522918" y="1280944"/>
                  </a:lnTo>
                  <a:lnTo>
                    <a:pt x="522918" y="1295563"/>
                  </a:lnTo>
                  <a:lnTo>
                    <a:pt x="518713" y="1299766"/>
                  </a:lnTo>
                  <a:close/>
                </a:path>
                <a:path w="523240" h="1299845">
                  <a:moveTo>
                    <a:pt x="522918" y="1280944"/>
                  </a:moveTo>
                  <a:lnTo>
                    <a:pt x="504088" y="1280944"/>
                  </a:lnTo>
                  <a:lnTo>
                    <a:pt x="504088" y="18810"/>
                  </a:lnTo>
                  <a:lnTo>
                    <a:pt x="522918" y="18810"/>
                  </a:lnTo>
                  <a:lnTo>
                    <a:pt x="522918" y="1280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570939" y="3842493"/>
              <a:ext cx="182245" cy="1443990"/>
            </a:xfrm>
            <a:custGeom>
              <a:avLst/>
              <a:gdLst/>
              <a:ahLst/>
              <a:cxnLst/>
              <a:rect l="l" t="t" r="r" b="b"/>
              <a:pathLst>
                <a:path w="182244" h="1443989">
                  <a:moveTo>
                    <a:pt x="181812" y="1443945"/>
                  </a:moveTo>
                  <a:lnTo>
                    <a:pt x="0" y="1443945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443945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561530" y="3832387"/>
              <a:ext cx="200660" cy="1463675"/>
            </a:xfrm>
            <a:custGeom>
              <a:avLst/>
              <a:gdLst/>
              <a:ahLst/>
              <a:cxnLst/>
              <a:rect l="l" t="t" r="r" b="b"/>
              <a:pathLst>
                <a:path w="200659" h="1463675">
                  <a:moveTo>
                    <a:pt x="196425" y="1463467"/>
                  </a:moveTo>
                  <a:lnTo>
                    <a:pt x="4204" y="1463467"/>
                  </a:lnTo>
                  <a:lnTo>
                    <a:pt x="0" y="1459264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78"/>
                  </a:lnTo>
                  <a:lnTo>
                    <a:pt x="181799" y="31178"/>
                  </a:lnTo>
                  <a:lnTo>
                    <a:pt x="18818" y="177297"/>
                  </a:lnTo>
                  <a:lnTo>
                    <a:pt x="18818" y="1444645"/>
                  </a:lnTo>
                  <a:lnTo>
                    <a:pt x="200630" y="1444645"/>
                  </a:lnTo>
                  <a:lnTo>
                    <a:pt x="200630" y="1459264"/>
                  </a:lnTo>
                  <a:lnTo>
                    <a:pt x="196425" y="1463467"/>
                  </a:lnTo>
                  <a:close/>
                </a:path>
                <a:path w="200659" h="1463675">
                  <a:moveTo>
                    <a:pt x="200630" y="1444645"/>
                  </a:moveTo>
                  <a:lnTo>
                    <a:pt x="181799" y="1444645"/>
                  </a:lnTo>
                  <a:lnTo>
                    <a:pt x="181799" y="31178"/>
                  </a:lnTo>
                  <a:lnTo>
                    <a:pt x="200630" y="31178"/>
                  </a:lnTo>
                  <a:lnTo>
                    <a:pt x="200630" y="1444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066839" y="3842493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4" h="163195">
                  <a:moveTo>
                    <a:pt x="504099" y="163000"/>
                  </a:moveTo>
                  <a:lnTo>
                    <a:pt x="0" y="163000"/>
                  </a:lnTo>
                  <a:lnTo>
                    <a:pt x="181800" y="0"/>
                  </a:lnTo>
                  <a:lnTo>
                    <a:pt x="685912" y="0"/>
                  </a:lnTo>
                  <a:lnTo>
                    <a:pt x="504099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056647" y="3833065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699986" y="0"/>
                  </a:lnTo>
                  <a:lnTo>
                    <a:pt x="703479" y="2411"/>
                  </a:lnTo>
                  <a:lnTo>
                    <a:pt x="706282" y="9692"/>
                  </a:lnTo>
                  <a:lnTo>
                    <a:pt x="705282" y="13814"/>
                  </a:lnTo>
                  <a:lnTo>
                    <a:pt x="699698" y="18821"/>
                  </a:lnTo>
                  <a:lnTo>
                    <a:pt x="195600" y="18821"/>
                  </a:lnTo>
                  <a:lnTo>
                    <a:pt x="34789" y="163011"/>
                  </a:lnTo>
                  <a:lnTo>
                    <a:pt x="538883" y="163011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3" y="163011"/>
                  </a:moveTo>
                  <a:lnTo>
                    <a:pt x="510683" y="163011"/>
                  </a:lnTo>
                  <a:lnTo>
                    <a:pt x="671494" y="18821"/>
                  </a:lnTo>
                  <a:lnTo>
                    <a:pt x="699698" y="18821"/>
                  </a:lnTo>
                  <a:lnTo>
                    <a:pt x="538883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958001" y="3879563"/>
              <a:ext cx="504190" cy="1407160"/>
            </a:xfrm>
            <a:custGeom>
              <a:avLst/>
              <a:gdLst/>
              <a:ahLst/>
              <a:cxnLst/>
              <a:rect l="l" t="t" r="r" b="b"/>
              <a:pathLst>
                <a:path w="504190" h="1407160">
                  <a:moveTo>
                    <a:pt x="504111" y="1406887"/>
                  </a:moveTo>
                  <a:lnTo>
                    <a:pt x="0" y="1406887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40688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948580" y="3870157"/>
              <a:ext cx="523240" cy="1426210"/>
            </a:xfrm>
            <a:custGeom>
              <a:avLst/>
              <a:gdLst/>
              <a:ahLst/>
              <a:cxnLst/>
              <a:rect l="l" t="t" r="r" b="b"/>
              <a:pathLst>
                <a:path w="523240" h="1426210">
                  <a:moveTo>
                    <a:pt x="518736" y="1425697"/>
                  </a:moveTo>
                  <a:lnTo>
                    <a:pt x="4204" y="1425697"/>
                  </a:lnTo>
                  <a:lnTo>
                    <a:pt x="0" y="1421494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7" y="0"/>
                  </a:lnTo>
                  <a:lnTo>
                    <a:pt x="522941" y="4203"/>
                  </a:lnTo>
                  <a:lnTo>
                    <a:pt x="522941" y="18810"/>
                  </a:lnTo>
                  <a:lnTo>
                    <a:pt x="18830" y="18810"/>
                  </a:lnTo>
                  <a:lnTo>
                    <a:pt x="18830" y="1406875"/>
                  </a:lnTo>
                  <a:lnTo>
                    <a:pt x="522941" y="1406875"/>
                  </a:lnTo>
                  <a:lnTo>
                    <a:pt x="522941" y="1421494"/>
                  </a:lnTo>
                  <a:lnTo>
                    <a:pt x="518736" y="1425697"/>
                  </a:lnTo>
                  <a:close/>
                </a:path>
                <a:path w="523240" h="1426210">
                  <a:moveTo>
                    <a:pt x="522941" y="1406875"/>
                  </a:moveTo>
                  <a:lnTo>
                    <a:pt x="504122" y="1406875"/>
                  </a:lnTo>
                  <a:lnTo>
                    <a:pt x="504122" y="18810"/>
                  </a:lnTo>
                  <a:lnTo>
                    <a:pt x="522941" y="18810"/>
                  </a:lnTo>
                  <a:lnTo>
                    <a:pt x="522941" y="1406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462102" y="3716550"/>
              <a:ext cx="182245" cy="1570355"/>
            </a:xfrm>
            <a:custGeom>
              <a:avLst/>
              <a:gdLst/>
              <a:ahLst/>
              <a:cxnLst/>
              <a:rect l="l" t="t" r="r" b="b"/>
              <a:pathLst>
                <a:path w="182244" h="1570354">
                  <a:moveTo>
                    <a:pt x="181812" y="1569887"/>
                  </a:moveTo>
                  <a:lnTo>
                    <a:pt x="0" y="1569887"/>
                  </a:lnTo>
                  <a:lnTo>
                    <a:pt x="0" y="163011"/>
                  </a:lnTo>
                  <a:lnTo>
                    <a:pt x="181812" y="0"/>
                  </a:lnTo>
                  <a:lnTo>
                    <a:pt x="181812" y="1569887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452704" y="3706456"/>
              <a:ext cx="200660" cy="1589405"/>
            </a:xfrm>
            <a:custGeom>
              <a:avLst/>
              <a:gdLst/>
              <a:ahLst/>
              <a:cxnLst/>
              <a:rect l="l" t="t" r="r" b="b"/>
              <a:pathLst>
                <a:path w="200659" h="1589404">
                  <a:moveTo>
                    <a:pt x="196437" y="1589398"/>
                  </a:moveTo>
                  <a:lnTo>
                    <a:pt x="4204" y="1589398"/>
                  </a:lnTo>
                  <a:lnTo>
                    <a:pt x="0" y="1585195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682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66"/>
                  </a:lnTo>
                  <a:lnTo>
                    <a:pt x="181799" y="31166"/>
                  </a:lnTo>
                  <a:lnTo>
                    <a:pt x="18818" y="177286"/>
                  </a:lnTo>
                  <a:lnTo>
                    <a:pt x="18818" y="1570565"/>
                  </a:lnTo>
                  <a:lnTo>
                    <a:pt x="200630" y="1570565"/>
                  </a:lnTo>
                  <a:lnTo>
                    <a:pt x="200630" y="1585195"/>
                  </a:lnTo>
                  <a:lnTo>
                    <a:pt x="196437" y="1589398"/>
                  </a:lnTo>
                  <a:close/>
                </a:path>
                <a:path w="200659" h="1589404">
                  <a:moveTo>
                    <a:pt x="200630" y="1570565"/>
                  </a:moveTo>
                  <a:lnTo>
                    <a:pt x="181799" y="1570565"/>
                  </a:lnTo>
                  <a:lnTo>
                    <a:pt x="181799" y="31166"/>
                  </a:lnTo>
                  <a:lnTo>
                    <a:pt x="200630" y="31166"/>
                  </a:lnTo>
                  <a:lnTo>
                    <a:pt x="200630" y="1570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958001" y="371655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4" h="163195">
                  <a:moveTo>
                    <a:pt x="504100" y="163011"/>
                  </a:moveTo>
                  <a:lnTo>
                    <a:pt x="0" y="163011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1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947798" y="3707134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53" y="861"/>
                  </a:lnTo>
                  <a:lnTo>
                    <a:pt x="189705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1" y="18821"/>
                  </a:lnTo>
                  <a:lnTo>
                    <a:pt x="195634" y="18821"/>
                  </a:lnTo>
                  <a:lnTo>
                    <a:pt x="34812" y="163011"/>
                  </a:lnTo>
                  <a:lnTo>
                    <a:pt x="538906" y="163011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5" h="182245">
                  <a:moveTo>
                    <a:pt x="538906" y="163011"/>
                  </a:moveTo>
                  <a:lnTo>
                    <a:pt x="510718" y="163011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849163" y="3474656"/>
              <a:ext cx="439420" cy="1812289"/>
            </a:xfrm>
            <a:custGeom>
              <a:avLst/>
              <a:gdLst/>
              <a:ahLst/>
              <a:cxnLst/>
              <a:rect l="l" t="t" r="r" b="b"/>
              <a:pathLst>
                <a:path w="439419" h="1812289">
                  <a:moveTo>
                    <a:pt x="438835" y="1811793"/>
                  </a:moveTo>
                  <a:lnTo>
                    <a:pt x="0" y="1811793"/>
                  </a:lnTo>
                  <a:lnTo>
                    <a:pt x="0" y="0"/>
                  </a:lnTo>
                  <a:lnTo>
                    <a:pt x="438835" y="0"/>
                  </a:lnTo>
                  <a:lnTo>
                    <a:pt x="438835" y="18117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839741" y="3464838"/>
              <a:ext cx="448309" cy="1831339"/>
            </a:xfrm>
            <a:custGeom>
              <a:avLst/>
              <a:gdLst/>
              <a:ahLst/>
              <a:cxnLst/>
              <a:rect l="l" t="t" r="r" b="b"/>
              <a:pathLst>
                <a:path w="448309" h="1831339">
                  <a:moveTo>
                    <a:pt x="448246" y="0"/>
                  </a:moveTo>
                  <a:lnTo>
                    <a:pt x="2070" y="0"/>
                  </a:lnTo>
                  <a:lnTo>
                    <a:pt x="2070" y="5080"/>
                  </a:lnTo>
                  <a:lnTo>
                    <a:pt x="0" y="5080"/>
                  </a:lnTo>
                  <a:lnTo>
                    <a:pt x="0" y="19050"/>
                  </a:lnTo>
                  <a:lnTo>
                    <a:pt x="0" y="1811883"/>
                  </a:lnTo>
                  <a:lnTo>
                    <a:pt x="0" y="1827123"/>
                  </a:lnTo>
                  <a:lnTo>
                    <a:pt x="2197" y="1827123"/>
                  </a:lnTo>
                  <a:lnTo>
                    <a:pt x="2197" y="1830933"/>
                  </a:lnTo>
                  <a:lnTo>
                    <a:pt x="448246" y="1830933"/>
                  </a:lnTo>
                  <a:lnTo>
                    <a:pt x="448246" y="1827123"/>
                  </a:lnTo>
                  <a:lnTo>
                    <a:pt x="448246" y="1811883"/>
                  </a:lnTo>
                  <a:lnTo>
                    <a:pt x="18821" y="1811883"/>
                  </a:lnTo>
                  <a:lnTo>
                    <a:pt x="18821" y="19050"/>
                  </a:lnTo>
                  <a:lnTo>
                    <a:pt x="448246" y="19050"/>
                  </a:lnTo>
                  <a:lnTo>
                    <a:pt x="448246" y="5080"/>
                  </a:lnTo>
                  <a:lnTo>
                    <a:pt x="4482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849163" y="3311644"/>
              <a:ext cx="439420" cy="163195"/>
            </a:xfrm>
            <a:custGeom>
              <a:avLst/>
              <a:gdLst/>
              <a:ahLst/>
              <a:cxnLst/>
              <a:rect l="l" t="t" r="r" b="b"/>
              <a:pathLst>
                <a:path w="439419" h="163195">
                  <a:moveTo>
                    <a:pt x="438835" y="163012"/>
                  </a:moveTo>
                  <a:lnTo>
                    <a:pt x="0" y="163012"/>
                  </a:lnTo>
                  <a:lnTo>
                    <a:pt x="181812" y="0"/>
                  </a:lnTo>
                  <a:lnTo>
                    <a:pt x="438835" y="0"/>
                  </a:lnTo>
                  <a:lnTo>
                    <a:pt x="438835" y="163012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910274" y="3302227"/>
              <a:ext cx="5377815" cy="6092190"/>
            </a:xfrm>
            <a:custGeom>
              <a:avLst/>
              <a:gdLst/>
              <a:ahLst/>
              <a:cxnLst/>
              <a:rect l="l" t="t" r="r" b="b"/>
              <a:pathLst>
                <a:path w="5377815" h="6092190">
                  <a:moveTo>
                    <a:pt x="5377713" y="1584693"/>
                  </a:moveTo>
                  <a:lnTo>
                    <a:pt x="1690903" y="1722462"/>
                  </a:lnTo>
                  <a:lnTo>
                    <a:pt x="1643761" y="1727073"/>
                  </a:lnTo>
                  <a:lnTo>
                    <a:pt x="1598320" y="1737106"/>
                  </a:lnTo>
                  <a:lnTo>
                    <a:pt x="1554988" y="1752320"/>
                  </a:lnTo>
                  <a:lnTo>
                    <a:pt x="1514119" y="1772424"/>
                  </a:lnTo>
                  <a:lnTo>
                    <a:pt x="1476082" y="1797138"/>
                  </a:lnTo>
                  <a:lnTo>
                    <a:pt x="1441246" y="1826209"/>
                  </a:lnTo>
                  <a:lnTo>
                    <a:pt x="1410004" y="1859330"/>
                  </a:lnTo>
                  <a:lnTo>
                    <a:pt x="1382712" y="1896262"/>
                  </a:lnTo>
                  <a:lnTo>
                    <a:pt x="1359738" y="1936699"/>
                  </a:lnTo>
                  <a:lnTo>
                    <a:pt x="1341462" y="1980387"/>
                  </a:lnTo>
                  <a:lnTo>
                    <a:pt x="0" y="5819914"/>
                  </a:lnTo>
                  <a:lnTo>
                    <a:pt x="393" y="5823013"/>
                  </a:lnTo>
                  <a:lnTo>
                    <a:pt x="3708" y="5827941"/>
                  </a:lnTo>
                  <a:lnTo>
                    <a:pt x="6426" y="5829478"/>
                  </a:lnTo>
                  <a:lnTo>
                    <a:pt x="5377713" y="6092037"/>
                  </a:lnTo>
                  <a:lnTo>
                    <a:pt x="5377713" y="6082614"/>
                  </a:lnTo>
                  <a:lnTo>
                    <a:pt x="5377713" y="6073191"/>
                  </a:lnTo>
                  <a:lnTo>
                    <a:pt x="5377713" y="1603502"/>
                  </a:lnTo>
                  <a:lnTo>
                    <a:pt x="5377713" y="1594091"/>
                  </a:lnTo>
                  <a:lnTo>
                    <a:pt x="5377713" y="1584693"/>
                  </a:lnTo>
                  <a:close/>
                </a:path>
                <a:path w="5377815" h="6092190">
                  <a:moveTo>
                    <a:pt x="5377713" y="0"/>
                  </a:moveTo>
                  <a:lnTo>
                    <a:pt x="5118366" y="0"/>
                  </a:lnTo>
                  <a:lnTo>
                    <a:pt x="5116106" y="863"/>
                  </a:lnTo>
                  <a:lnTo>
                    <a:pt x="4929683" y="168021"/>
                  </a:lnTo>
                  <a:lnTo>
                    <a:pt x="4928679" y="172148"/>
                  </a:lnTo>
                  <a:lnTo>
                    <a:pt x="4931486" y="179425"/>
                  </a:lnTo>
                  <a:lnTo>
                    <a:pt x="4934978" y="181838"/>
                  </a:lnTo>
                  <a:lnTo>
                    <a:pt x="5377713" y="181838"/>
                  </a:lnTo>
                  <a:lnTo>
                    <a:pt x="5377713" y="163017"/>
                  </a:lnTo>
                  <a:lnTo>
                    <a:pt x="4963477" y="163017"/>
                  </a:lnTo>
                  <a:lnTo>
                    <a:pt x="5124297" y="18834"/>
                  </a:lnTo>
                  <a:lnTo>
                    <a:pt x="5377713" y="18834"/>
                  </a:lnTo>
                  <a:lnTo>
                    <a:pt x="53777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283249" y="5049455"/>
              <a:ext cx="5005070" cy="3890645"/>
            </a:xfrm>
            <a:custGeom>
              <a:avLst/>
              <a:gdLst/>
              <a:ahLst/>
              <a:cxnLst/>
              <a:rect l="l" t="t" r="r" b="b"/>
              <a:pathLst>
                <a:path w="5005069" h="3890645">
                  <a:moveTo>
                    <a:pt x="5004749" y="3890348"/>
                  </a:moveTo>
                  <a:lnTo>
                    <a:pt x="165801" y="3700302"/>
                  </a:lnTo>
                  <a:lnTo>
                    <a:pt x="118603" y="3691903"/>
                  </a:lnTo>
                  <a:lnTo>
                    <a:pt x="77379" y="3671977"/>
                  </a:lnTo>
                  <a:lnTo>
                    <a:pt x="43516" y="3642562"/>
                  </a:lnTo>
                  <a:lnTo>
                    <a:pt x="18406" y="3605698"/>
                  </a:lnTo>
                  <a:lnTo>
                    <a:pt x="3437" y="3563425"/>
                  </a:lnTo>
                  <a:lnTo>
                    <a:pt x="0" y="3517782"/>
                  </a:lnTo>
                  <a:lnTo>
                    <a:pt x="9482" y="3470810"/>
                  </a:lnTo>
                  <a:lnTo>
                    <a:pt x="1110145" y="320320"/>
                  </a:lnTo>
                  <a:lnTo>
                    <a:pt x="1129780" y="276703"/>
                  </a:lnTo>
                  <a:lnTo>
                    <a:pt x="1156133" y="237835"/>
                  </a:lnTo>
                  <a:lnTo>
                    <a:pt x="1188374" y="204328"/>
                  </a:lnTo>
                  <a:lnTo>
                    <a:pt x="1225672" y="176796"/>
                  </a:lnTo>
                  <a:lnTo>
                    <a:pt x="1267195" y="155853"/>
                  </a:lnTo>
                  <a:lnTo>
                    <a:pt x="1312113" y="142113"/>
                  </a:lnTo>
                  <a:lnTo>
                    <a:pt x="1359593" y="136189"/>
                  </a:lnTo>
                  <a:lnTo>
                    <a:pt x="5004749" y="0"/>
                  </a:lnTo>
                  <a:lnTo>
                    <a:pt x="5004749" y="3890348"/>
                  </a:lnTo>
                  <a:close/>
                </a:path>
              </a:pathLst>
            </a:custGeom>
            <a:solidFill>
              <a:srgbClr val="99D4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274447" y="5040027"/>
              <a:ext cx="5013960" cy="3909695"/>
            </a:xfrm>
            <a:custGeom>
              <a:avLst/>
              <a:gdLst/>
              <a:ahLst/>
              <a:cxnLst/>
              <a:rect l="l" t="t" r="r" b="b"/>
              <a:pathLst>
                <a:path w="5013959" h="3909695">
                  <a:moveTo>
                    <a:pt x="5013550" y="3909185"/>
                  </a:moveTo>
                  <a:lnTo>
                    <a:pt x="174234" y="3719124"/>
                  </a:lnTo>
                  <a:lnTo>
                    <a:pt x="131838" y="3712524"/>
                  </a:lnTo>
                  <a:lnTo>
                    <a:pt x="92963" y="3696615"/>
                  </a:lnTo>
                  <a:lnTo>
                    <a:pt x="58864" y="3672090"/>
                  </a:lnTo>
                  <a:lnTo>
                    <a:pt x="30795" y="3639645"/>
                  </a:lnTo>
                  <a:lnTo>
                    <a:pt x="10892" y="3601654"/>
                  </a:lnTo>
                  <a:lnTo>
                    <a:pt x="563" y="3560957"/>
                  </a:lnTo>
                  <a:lnTo>
                    <a:pt x="25" y="3520866"/>
                  </a:lnTo>
                  <a:lnTo>
                    <a:pt x="0" y="3518974"/>
                  </a:lnTo>
                  <a:lnTo>
                    <a:pt x="9391" y="3477127"/>
                  </a:lnTo>
                  <a:lnTo>
                    <a:pt x="1110077" y="326625"/>
                  </a:lnTo>
                  <a:lnTo>
                    <a:pt x="1130421" y="281270"/>
                  </a:lnTo>
                  <a:lnTo>
                    <a:pt x="1157604" y="240979"/>
                  </a:lnTo>
                  <a:lnTo>
                    <a:pt x="1190825" y="206345"/>
                  </a:lnTo>
                  <a:lnTo>
                    <a:pt x="1229282" y="177958"/>
                  </a:lnTo>
                  <a:lnTo>
                    <a:pt x="1272175" y="156411"/>
                  </a:lnTo>
                  <a:lnTo>
                    <a:pt x="1318702" y="142295"/>
                  </a:lnTo>
                  <a:lnTo>
                    <a:pt x="1368061" y="136202"/>
                  </a:lnTo>
                  <a:lnTo>
                    <a:pt x="5013550" y="0"/>
                  </a:lnTo>
                  <a:lnTo>
                    <a:pt x="5013550" y="18835"/>
                  </a:lnTo>
                  <a:lnTo>
                    <a:pt x="1368750" y="155011"/>
                  </a:lnTo>
                  <a:lnTo>
                    <a:pt x="1322662" y="160703"/>
                  </a:lnTo>
                  <a:lnTo>
                    <a:pt x="1279218" y="173888"/>
                  </a:lnTo>
                  <a:lnTo>
                    <a:pt x="1239165" y="194011"/>
                  </a:lnTo>
                  <a:lnTo>
                    <a:pt x="1203254" y="220520"/>
                  </a:lnTo>
                  <a:lnTo>
                    <a:pt x="1172232" y="252863"/>
                  </a:lnTo>
                  <a:lnTo>
                    <a:pt x="1146848" y="290486"/>
                  </a:lnTo>
                  <a:lnTo>
                    <a:pt x="1127851" y="332837"/>
                  </a:lnTo>
                  <a:lnTo>
                    <a:pt x="27165" y="3483350"/>
                  </a:lnTo>
                  <a:lnTo>
                    <a:pt x="18742" y="3520866"/>
                  </a:lnTo>
                  <a:lnTo>
                    <a:pt x="19245" y="3558509"/>
                  </a:lnTo>
                  <a:lnTo>
                    <a:pt x="46351" y="3629068"/>
                  </a:lnTo>
                  <a:lnTo>
                    <a:pt x="71522" y="3658153"/>
                  </a:lnTo>
                  <a:lnTo>
                    <a:pt x="136953" y="3694404"/>
                  </a:lnTo>
                  <a:lnTo>
                    <a:pt x="174958" y="3700325"/>
                  </a:lnTo>
                  <a:lnTo>
                    <a:pt x="5013550" y="3890358"/>
                  </a:lnTo>
                  <a:lnTo>
                    <a:pt x="5013550" y="39091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118320" y="5686402"/>
              <a:ext cx="2169795" cy="2604770"/>
            </a:xfrm>
            <a:custGeom>
              <a:avLst/>
              <a:gdLst/>
              <a:ahLst/>
              <a:cxnLst/>
              <a:rect l="l" t="t" r="r" b="b"/>
              <a:pathLst>
                <a:path w="2169794" h="2604770">
                  <a:moveTo>
                    <a:pt x="2169677" y="2604221"/>
                  </a:moveTo>
                  <a:lnTo>
                    <a:pt x="0" y="2555622"/>
                  </a:lnTo>
                  <a:lnTo>
                    <a:pt x="866679" y="24234"/>
                  </a:lnTo>
                  <a:lnTo>
                    <a:pt x="2169677" y="0"/>
                  </a:lnTo>
                  <a:lnTo>
                    <a:pt x="2169677" y="2604221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108440" y="5676978"/>
              <a:ext cx="2179955" cy="2623185"/>
            </a:xfrm>
            <a:custGeom>
              <a:avLst/>
              <a:gdLst/>
              <a:ahLst/>
              <a:cxnLst/>
              <a:rect l="l" t="t" r="r" b="b"/>
              <a:pathLst>
                <a:path w="2179955" h="2623184">
                  <a:moveTo>
                    <a:pt x="2179558" y="2623055"/>
                  </a:moveTo>
                  <a:lnTo>
                    <a:pt x="6663" y="2574383"/>
                  </a:lnTo>
                  <a:lnTo>
                    <a:pt x="3883" y="2572890"/>
                  </a:lnTo>
                  <a:lnTo>
                    <a:pt x="436" y="2567976"/>
                  </a:lnTo>
                  <a:lnTo>
                    <a:pt x="0" y="2564840"/>
                  </a:lnTo>
                  <a:lnTo>
                    <a:pt x="867655" y="30604"/>
                  </a:lnTo>
                  <a:lnTo>
                    <a:pt x="868919" y="26860"/>
                  </a:lnTo>
                  <a:lnTo>
                    <a:pt x="872412" y="24322"/>
                  </a:lnTo>
                  <a:lnTo>
                    <a:pt x="2179558" y="0"/>
                  </a:lnTo>
                  <a:lnTo>
                    <a:pt x="2179558" y="18829"/>
                  </a:lnTo>
                  <a:lnTo>
                    <a:pt x="883337" y="42937"/>
                  </a:lnTo>
                  <a:lnTo>
                    <a:pt x="22965" y="2555928"/>
                  </a:lnTo>
                  <a:lnTo>
                    <a:pt x="2179558" y="2604231"/>
                  </a:lnTo>
                  <a:lnTo>
                    <a:pt x="2179558" y="2623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920122" y="9122452"/>
              <a:ext cx="5368290" cy="484505"/>
            </a:xfrm>
            <a:custGeom>
              <a:avLst/>
              <a:gdLst/>
              <a:ahLst/>
              <a:cxnLst/>
              <a:rect l="l" t="t" r="r" b="b"/>
              <a:pathLst>
                <a:path w="5368290" h="484504">
                  <a:moveTo>
                    <a:pt x="5367875" y="484166"/>
                  </a:moveTo>
                  <a:lnTo>
                    <a:pt x="221621" y="232614"/>
                  </a:lnTo>
                  <a:lnTo>
                    <a:pt x="176467" y="225972"/>
                  </a:lnTo>
                  <a:lnTo>
                    <a:pt x="134637" y="211175"/>
                  </a:lnTo>
                  <a:lnTo>
                    <a:pt x="96961" y="189096"/>
                  </a:lnTo>
                  <a:lnTo>
                    <a:pt x="64272" y="160607"/>
                  </a:lnTo>
                  <a:lnTo>
                    <a:pt x="37399" y="126580"/>
                  </a:lnTo>
                  <a:lnTo>
                    <a:pt x="17176" y="87888"/>
                  </a:lnTo>
                  <a:lnTo>
                    <a:pt x="4432" y="45404"/>
                  </a:lnTo>
                  <a:lnTo>
                    <a:pt x="0" y="0"/>
                  </a:lnTo>
                  <a:lnTo>
                    <a:pt x="5367875" y="262391"/>
                  </a:lnTo>
                  <a:lnTo>
                    <a:pt x="5367875" y="484166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2910725" y="9112942"/>
              <a:ext cx="5377815" cy="503555"/>
            </a:xfrm>
            <a:custGeom>
              <a:avLst/>
              <a:gdLst/>
              <a:ahLst/>
              <a:cxnLst/>
              <a:rect l="l" t="t" r="r" b="b"/>
              <a:pathLst>
                <a:path w="5377815" h="503554">
                  <a:moveTo>
                    <a:pt x="5377272" y="503100"/>
                  </a:moveTo>
                  <a:lnTo>
                    <a:pt x="230559" y="251517"/>
                  </a:lnTo>
                  <a:lnTo>
                    <a:pt x="183530" y="244608"/>
                  </a:lnTo>
                  <a:lnTo>
                    <a:pt x="139987" y="229228"/>
                  </a:lnTo>
                  <a:lnTo>
                    <a:pt x="100789" y="206279"/>
                  </a:lnTo>
                  <a:lnTo>
                    <a:pt x="66793" y="176660"/>
                  </a:lnTo>
                  <a:lnTo>
                    <a:pt x="38858" y="141272"/>
                  </a:lnTo>
                  <a:lnTo>
                    <a:pt x="17842" y="101017"/>
                  </a:lnTo>
                  <a:lnTo>
                    <a:pt x="4603" y="56796"/>
                  </a:lnTo>
                  <a:lnTo>
                    <a:pt x="0" y="9508"/>
                  </a:lnTo>
                  <a:lnTo>
                    <a:pt x="0" y="6936"/>
                  </a:lnTo>
                  <a:lnTo>
                    <a:pt x="1056" y="4478"/>
                  </a:lnTo>
                  <a:lnTo>
                    <a:pt x="4790" y="918"/>
                  </a:lnTo>
                  <a:lnTo>
                    <a:pt x="7261" y="0"/>
                  </a:lnTo>
                  <a:lnTo>
                    <a:pt x="7747" y="0"/>
                  </a:lnTo>
                  <a:lnTo>
                    <a:pt x="404319" y="19384"/>
                  </a:lnTo>
                  <a:lnTo>
                    <a:pt x="19026" y="19384"/>
                  </a:lnTo>
                  <a:lnTo>
                    <a:pt x="26279" y="67059"/>
                  </a:lnTo>
                  <a:lnTo>
                    <a:pt x="43042" y="110901"/>
                  </a:lnTo>
                  <a:lnTo>
                    <a:pt x="68228" y="149769"/>
                  </a:lnTo>
                  <a:lnTo>
                    <a:pt x="100751" y="182524"/>
                  </a:lnTo>
                  <a:lnTo>
                    <a:pt x="139522" y="208025"/>
                  </a:lnTo>
                  <a:lnTo>
                    <a:pt x="183457" y="225133"/>
                  </a:lnTo>
                  <a:lnTo>
                    <a:pt x="231467" y="232706"/>
                  </a:lnTo>
                  <a:lnTo>
                    <a:pt x="5377272" y="484245"/>
                  </a:lnTo>
                  <a:lnTo>
                    <a:pt x="5377272" y="503100"/>
                  </a:lnTo>
                  <a:close/>
                </a:path>
                <a:path w="5377815" h="503554">
                  <a:moveTo>
                    <a:pt x="5377272" y="281296"/>
                  </a:moveTo>
                  <a:lnTo>
                    <a:pt x="19026" y="19384"/>
                  </a:lnTo>
                  <a:lnTo>
                    <a:pt x="404319" y="19384"/>
                  </a:lnTo>
                  <a:lnTo>
                    <a:pt x="5377272" y="262462"/>
                  </a:lnTo>
                  <a:lnTo>
                    <a:pt x="5377272" y="281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5354158" y="8937988"/>
              <a:ext cx="2057400" cy="289560"/>
            </a:xfrm>
            <a:custGeom>
              <a:avLst/>
              <a:gdLst/>
              <a:ahLst/>
              <a:cxnLst/>
              <a:rect l="l" t="t" r="r" b="b"/>
              <a:pathLst>
                <a:path w="2057400" h="289559">
                  <a:moveTo>
                    <a:pt x="1949097" y="289252"/>
                  </a:moveTo>
                  <a:lnTo>
                    <a:pt x="94013" y="198577"/>
                  </a:lnTo>
                  <a:lnTo>
                    <a:pt x="48218" y="184924"/>
                  </a:lnTo>
                  <a:lnTo>
                    <a:pt x="15440" y="153379"/>
                  </a:lnTo>
                  <a:lnTo>
                    <a:pt x="0" y="110600"/>
                  </a:lnTo>
                  <a:lnTo>
                    <a:pt x="6203" y="63252"/>
                  </a:lnTo>
                  <a:lnTo>
                    <a:pt x="21825" y="36464"/>
                  </a:lnTo>
                  <a:lnTo>
                    <a:pt x="44361" y="16183"/>
                  </a:lnTo>
                  <a:lnTo>
                    <a:pt x="71960" y="3623"/>
                  </a:lnTo>
                  <a:lnTo>
                    <a:pt x="102768" y="0"/>
                  </a:lnTo>
                  <a:lnTo>
                    <a:pt x="1962907" y="73048"/>
                  </a:lnTo>
                  <a:lnTo>
                    <a:pt x="2006913" y="85198"/>
                  </a:lnTo>
                  <a:lnTo>
                    <a:pt x="2039574" y="114112"/>
                  </a:lnTo>
                  <a:lnTo>
                    <a:pt x="2056822" y="154170"/>
                  </a:lnTo>
                  <a:lnTo>
                    <a:pt x="2054588" y="199749"/>
                  </a:lnTo>
                  <a:lnTo>
                    <a:pt x="2034955" y="247640"/>
                  </a:lnTo>
                  <a:lnTo>
                    <a:pt x="1982455" y="285215"/>
                  </a:lnTo>
                  <a:lnTo>
                    <a:pt x="1949097" y="289252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344597" y="5680684"/>
              <a:ext cx="2943860" cy="3556000"/>
            </a:xfrm>
            <a:custGeom>
              <a:avLst/>
              <a:gdLst/>
              <a:ahLst/>
              <a:cxnLst/>
              <a:rect l="l" t="t" r="r" b="b"/>
              <a:pathLst>
                <a:path w="2943859" h="3556000">
                  <a:moveTo>
                    <a:pt x="2077237" y="3434245"/>
                  </a:moveTo>
                  <a:lnTo>
                    <a:pt x="2075840" y="3410877"/>
                  </a:lnTo>
                  <a:lnTo>
                    <a:pt x="2068944" y="3387509"/>
                  </a:lnTo>
                  <a:lnTo>
                    <a:pt x="2058466" y="3368954"/>
                  </a:lnTo>
                  <a:lnTo>
                    <a:pt x="2058466" y="3434245"/>
                  </a:lnTo>
                  <a:lnTo>
                    <a:pt x="2058390" y="3434715"/>
                  </a:lnTo>
                  <a:lnTo>
                    <a:pt x="2058314" y="3435197"/>
                  </a:lnTo>
                  <a:lnTo>
                    <a:pt x="2058200" y="3435858"/>
                  </a:lnTo>
                  <a:lnTo>
                    <a:pt x="2055063" y="3454476"/>
                  </a:lnTo>
                  <a:lnTo>
                    <a:pt x="2036762" y="3499599"/>
                  </a:lnTo>
                  <a:lnTo>
                    <a:pt x="1989188" y="3533559"/>
                  </a:lnTo>
                  <a:lnTo>
                    <a:pt x="1959076" y="3537166"/>
                  </a:lnTo>
                  <a:lnTo>
                    <a:pt x="104000" y="3446500"/>
                  </a:lnTo>
                  <a:lnTo>
                    <a:pt x="63461" y="3434715"/>
                  </a:lnTo>
                  <a:lnTo>
                    <a:pt x="32893" y="3405594"/>
                  </a:lnTo>
                  <a:lnTo>
                    <a:pt x="18745" y="3365804"/>
                  </a:lnTo>
                  <a:lnTo>
                    <a:pt x="18808" y="3361779"/>
                  </a:lnTo>
                  <a:lnTo>
                    <a:pt x="24523" y="3323971"/>
                  </a:lnTo>
                  <a:lnTo>
                    <a:pt x="57658" y="3282315"/>
                  </a:lnTo>
                  <a:lnTo>
                    <a:pt x="108483" y="3266630"/>
                  </a:lnTo>
                  <a:lnTo>
                    <a:pt x="110197" y="3266630"/>
                  </a:lnTo>
                  <a:lnTo>
                    <a:pt x="1972068" y="3339757"/>
                  </a:lnTo>
                  <a:lnTo>
                    <a:pt x="2011083" y="3350310"/>
                  </a:lnTo>
                  <a:lnTo>
                    <a:pt x="2041474" y="3376942"/>
                  </a:lnTo>
                  <a:lnTo>
                    <a:pt x="2057260" y="3414128"/>
                  </a:lnTo>
                  <a:lnTo>
                    <a:pt x="2057361" y="3415830"/>
                  </a:lnTo>
                  <a:lnTo>
                    <a:pt x="2058466" y="3434245"/>
                  </a:lnTo>
                  <a:lnTo>
                    <a:pt x="2058466" y="3368954"/>
                  </a:lnTo>
                  <a:lnTo>
                    <a:pt x="2057781" y="3367735"/>
                  </a:lnTo>
                  <a:lnTo>
                    <a:pt x="2019985" y="3333712"/>
                  </a:lnTo>
                  <a:lnTo>
                    <a:pt x="1972818" y="3320961"/>
                  </a:lnTo>
                  <a:lnTo>
                    <a:pt x="589343" y="3266630"/>
                  </a:lnTo>
                  <a:lnTo>
                    <a:pt x="112687" y="3247923"/>
                  </a:lnTo>
                  <a:lnTo>
                    <a:pt x="78816" y="3251873"/>
                  </a:lnTo>
                  <a:lnTo>
                    <a:pt x="24028" y="3287839"/>
                  </a:lnTo>
                  <a:lnTo>
                    <a:pt x="444" y="3342322"/>
                  </a:lnTo>
                  <a:lnTo>
                    <a:pt x="355" y="3347580"/>
                  </a:lnTo>
                  <a:lnTo>
                    <a:pt x="304" y="3350310"/>
                  </a:lnTo>
                  <a:lnTo>
                    <a:pt x="5575" y="3392525"/>
                  </a:lnTo>
                  <a:lnTo>
                    <a:pt x="33693" y="3435858"/>
                  </a:lnTo>
                  <a:lnTo>
                    <a:pt x="77444" y="3461016"/>
                  </a:lnTo>
                  <a:lnTo>
                    <a:pt x="1958174" y="3555974"/>
                  </a:lnTo>
                  <a:lnTo>
                    <a:pt x="1964334" y="3555974"/>
                  </a:lnTo>
                  <a:lnTo>
                    <a:pt x="2023618" y="3537166"/>
                  </a:lnTo>
                  <a:lnTo>
                    <a:pt x="2052916" y="3509454"/>
                  </a:lnTo>
                  <a:lnTo>
                    <a:pt x="2073173" y="3459657"/>
                  </a:lnTo>
                  <a:lnTo>
                    <a:pt x="2077186" y="3435858"/>
                  </a:lnTo>
                  <a:lnTo>
                    <a:pt x="2077237" y="3434245"/>
                  </a:lnTo>
                  <a:close/>
                </a:path>
                <a:path w="2943859" h="3556000">
                  <a:moveTo>
                    <a:pt x="2943390" y="1440040"/>
                  </a:moveTo>
                  <a:lnTo>
                    <a:pt x="2597810" y="2604744"/>
                  </a:lnTo>
                  <a:lnTo>
                    <a:pt x="2600629" y="2609977"/>
                  </a:lnTo>
                  <a:lnTo>
                    <a:pt x="2606522" y="2611742"/>
                  </a:lnTo>
                  <a:lnTo>
                    <a:pt x="2612364" y="2611856"/>
                  </a:lnTo>
                  <a:lnTo>
                    <a:pt x="2616111" y="2609202"/>
                  </a:lnTo>
                  <a:lnTo>
                    <a:pt x="2943390" y="1506220"/>
                  </a:lnTo>
                  <a:lnTo>
                    <a:pt x="2943390" y="1440040"/>
                  </a:lnTo>
                  <a:close/>
                </a:path>
                <a:path w="2943859" h="3556000">
                  <a:moveTo>
                    <a:pt x="2943390" y="265239"/>
                  </a:moveTo>
                  <a:lnTo>
                    <a:pt x="2601874" y="1382610"/>
                  </a:lnTo>
                  <a:lnTo>
                    <a:pt x="2115070" y="1852739"/>
                  </a:lnTo>
                  <a:lnTo>
                    <a:pt x="2695435" y="8394"/>
                  </a:lnTo>
                  <a:lnTo>
                    <a:pt x="2692666" y="3111"/>
                  </a:lnTo>
                  <a:lnTo>
                    <a:pt x="2682697" y="0"/>
                  </a:lnTo>
                  <a:lnTo>
                    <a:pt x="2677464" y="2755"/>
                  </a:lnTo>
                  <a:lnTo>
                    <a:pt x="2099068" y="1840903"/>
                  </a:lnTo>
                  <a:lnTo>
                    <a:pt x="2005063" y="1071854"/>
                  </a:lnTo>
                  <a:lnTo>
                    <a:pt x="2347290" y="14960"/>
                  </a:lnTo>
                  <a:lnTo>
                    <a:pt x="2344572" y="9652"/>
                  </a:lnTo>
                  <a:lnTo>
                    <a:pt x="2334666" y="6451"/>
                  </a:lnTo>
                  <a:lnTo>
                    <a:pt x="2329383" y="9169"/>
                  </a:lnTo>
                  <a:lnTo>
                    <a:pt x="1987143" y="1066101"/>
                  </a:lnTo>
                  <a:lnTo>
                    <a:pt x="1454200" y="1657819"/>
                  </a:lnTo>
                  <a:lnTo>
                    <a:pt x="1999145" y="21513"/>
                  </a:lnTo>
                  <a:lnTo>
                    <a:pt x="1996478" y="16192"/>
                  </a:lnTo>
                  <a:lnTo>
                    <a:pt x="1986610" y="12928"/>
                  </a:lnTo>
                  <a:lnTo>
                    <a:pt x="1981288" y="15557"/>
                  </a:lnTo>
                  <a:lnTo>
                    <a:pt x="1422717" y="1692770"/>
                  </a:lnTo>
                  <a:lnTo>
                    <a:pt x="1060462" y="2094979"/>
                  </a:lnTo>
                  <a:lnTo>
                    <a:pt x="1060767" y="2100935"/>
                  </a:lnTo>
                  <a:lnTo>
                    <a:pt x="1066431" y="2106015"/>
                  </a:lnTo>
                  <a:lnTo>
                    <a:pt x="1068692" y="2106815"/>
                  </a:lnTo>
                  <a:lnTo>
                    <a:pt x="1073518" y="2106815"/>
                  </a:lnTo>
                  <a:lnTo>
                    <a:pt x="1076083" y="2105774"/>
                  </a:lnTo>
                  <a:lnTo>
                    <a:pt x="1407845" y="1737436"/>
                  </a:lnTo>
                  <a:lnTo>
                    <a:pt x="1130071" y="2571521"/>
                  </a:lnTo>
                  <a:lnTo>
                    <a:pt x="1132738" y="2576855"/>
                  </a:lnTo>
                  <a:lnTo>
                    <a:pt x="1138656" y="2578811"/>
                  </a:lnTo>
                  <a:lnTo>
                    <a:pt x="1140637" y="2578976"/>
                  </a:lnTo>
                  <a:lnTo>
                    <a:pt x="1144587" y="2578976"/>
                  </a:lnTo>
                  <a:lnTo>
                    <a:pt x="1148257" y="2576487"/>
                  </a:lnTo>
                  <a:lnTo>
                    <a:pt x="1439329" y="1702485"/>
                  </a:lnTo>
                  <a:lnTo>
                    <a:pt x="1972906" y="1110068"/>
                  </a:lnTo>
                  <a:lnTo>
                    <a:pt x="1496987" y="2579840"/>
                  </a:lnTo>
                  <a:lnTo>
                    <a:pt x="1499704" y="2585148"/>
                  </a:lnTo>
                  <a:lnTo>
                    <a:pt x="1505623" y="2587053"/>
                  </a:lnTo>
                  <a:lnTo>
                    <a:pt x="1507553" y="2587193"/>
                  </a:lnTo>
                  <a:lnTo>
                    <a:pt x="1511515" y="2587193"/>
                  </a:lnTo>
                  <a:lnTo>
                    <a:pt x="1515211" y="2584666"/>
                  </a:lnTo>
                  <a:lnTo>
                    <a:pt x="1991309" y="1114336"/>
                  </a:lnTo>
                  <a:lnTo>
                    <a:pt x="2085403" y="1884311"/>
                  </a:lnTo>
                  <a:lnTo>
                    <a:pt x="1863940" y="2588133"/>
                  </a:lnTo>
                  <a:lnTo>
                    <a:pt x="1866709" y="2593416"/>
                  </a:lnTo>
                  <a:lnTo>
                    <a:pt x="1872602" y="2595270"/>
                  </a:lnTo>
                  <a:lnTo>
                    <a:pt x="1874469" y="2595410"/>
                  </a:lnTo>
                  <a:lnTo>
                    <a:pt x="1878482" y="2595410"/>
                  </a:lnTo>
                  <a:lnTo>
                    <a:pt x="1882190" y="2592832"/>
                  </a:lnTo>
                  <a:lnTo>
                    <a:pt x="2103234" y="1890344"/>
                  </a:lnTo>
                  <a:lnTo>
                    <a:pt x="2590520" y="1419745"/>
                  </a:lnTo>
                  <a:lnTo>
                    <a:pt x="2230882" y="2596438"/>
                  </a:lnTo>
                  <a:lnTo>
                    <a:pt x="2233676" y="2601696"/>
                  </a:lnTo>
                  <a:lnTo>
                    <a:pt x="2239556" y="2603500"/>
                  </a:lnTo>
                  <a:lnTo>
                    <a:pt x="2245410" y="2603627"/>
                  </a:lnTo>
                  <a:lnTo>
                    <a:pt x="2249144" y="2601023"/>
                  </a:lnTo>
                  <a:lnTo>
                    <a:pt x="2618448" y="1392783"/>
                  </a:lnTo>
                  <a:lnTo>
                    <a:pt x="2943390" y="1078966"/>
                  </a:lnTo>
                  <a:lnTo>
                    <a:pt x="2943390" y="1052791"/>
                  </a:lnTo>
                  <a:lnTo>
                    <a:pt x="2629789" y="1355648"/>
                  </a:lnTo>
                  <a:lnTo>
                    <a:pt x="2943390" y="329679"/>
                  </a:lnTo>
                  <a:lnTo>
                    <a:pt x="2943390" y="2652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250530" y="5747397"/>
              <a:ext cx="1850389" cy="2537460"/>
            </a:xfrm>
            <a:custGeom>
              <a:avLst/>
              <a:gdLst/>
              <a:ahLst/>
              <a:cxnLst/>
              <a:rect l="l" t="t" r="r" b="b"/>
              <a:pathLst>
                <a:path w="1850390" h="2537459">
                  <a:moveTo>
                    <a:pt x="338863" y="2536852"/>
                  </a:moveTo>
                  <a:lnTo>
                    <a:pt x="289840" y="2535953"/>
                  </a:lnTo>
                  <a:lnTo>
                    <a:pt x="242824" y="2529962"/>
                  </a:lnTo>
                  <a:lnTo>
                    <a:pt x="197994" y="2518772"/>
                  </a:lnTo>
                  <a:lnTo>
                    <a:pt x="155527" y="2502276"/>
                  </a:lnTo>
                  <a:lnTo>
                    <a:pt x="115601" y="2480366"/>
                  </a:lnTo>
                  <a:lnTo>
                    <a:pt x="0" y="2406594"/>
                  </a:lnTo>
                  <a:lnTo>
                    <a:pt x="1538219" y="0"/>
                  </a:lnTo>
                  <a:lnTo>
                    <a:pt x="1653820" y="73771"/>
                  </a:lnTo>
                  <a:lnTo>
                    <a:pt x="1712366" y="120900"/>
                  </a:lnTo>
                  <a:lnTo>
                    <a:pt x="1760426" y="180140"/>
                  </a:lnTo>
                  <a:lnTo>
                    <a:pt x="1780558" y="214012"/>
                  </a:lnTo>
                  <a:lnTo>
                    <a:pt x="1798109" y="250564"/>
                  </a:lnTo>
                  <a:lnTo>
                    <a:pt x="1813093" y="289679"/>
                  </a:lnTo>
                  <a:lnTo>
                    <a:pt x="1825524" y="331241"/>
                  </a:lnTo>
                  <a:lnTo>
                    <a:pt x="1835416" y="375134"/>
                  </a:lnTo>
                  <a:lnTo>
                    <a:pt x="1842782" y="421243"/>
                  </a:lnTo>
                  <a:lnTo>
                    <a:pt x="1847636" y="469450"/>
                  </a:lnTo>
                  <a:lnTo>
                    <a:pt x="1849991" y="519640"/>
                  </a:lnTo>
                  <a:lnTo>
                    <a:pt x="1849861" y="571696"/>
                  </a:lnTo>
                  <a:lnTo>
                    <a:pt x="1847261" y="625503"/>
                  </a:lnTo>
                  <a:lnTo>
                    <a:pt x="1842203" y="680945"/>
                  </a:lnTo>
                  <a:lnTo>
                    <a:pt x="1834701" y="737904"/>
                  </a:lnTo>
                  <a:lnTo>
                    <a:pt x="1824770" y="796265"/>
                  </a:lnTo>
                  <a:lnTo>
                    <a:pt x="1812422" y="855913"/>
                  </a:lnTo>
                  <a:lnTo>
                    <a:pt x="1797671" y="916729"/>
                  </a:lnTo>
                  <a:lnTo>
                    <a:pt x="1780532" y="978588"/>
                  </a:lnTo>
                  <a:lnTo>
                    <a:pt x="1767429" y="1021671"/>
                  </a:lnTo>
                  <a:lnTo>
                    <a:pt x="1753202" y="1065154"/>
                  </a:lnTo>
                  <a:lnTo>
                    <a:pt x="1737855" y="1108998"/>
                  </a:lnTo>
                  <a:lnTo>
                    <a:pt x="1721396" y="1153168"/>
                  </a:lnTo>
                  <a:lnTo>
                    <a:pt x="1703828" y="1197625"/>
                  </a:lnTo>
                  <a:lnTo>
                    <a:pt x="1685157" y="1242334"/>
                  </a:lnTo>
                  <a:lnTo>
                    <a:pt x="1665388" y="1287256"/>
                  </a:lnTo>
                  <a:lnTo>
                    <a:pt x="1644527" y="1332355"/>
                  </a:lnTo>
                  <a:lnTo>
                    <a:pt x="1622580" y="1377593"/>
                  </a:lnTo>
                  <a:lnTo>
                    <a:pt x="1599550" y="1422933"/>
                  </a:lnTo>
                  <a:lnTo>
                    <a:pt x="1575445" y="1468339"/>
                  </a:lnTo>
                  <a:lnTo>
                    <a:pt x="1550268" y="1513773"/>
                  </a:lnTo>
                  <a:lnTo>
                    <a:pt x="1524026" y="1559197"/>
                  </a:lnTo>
                  <a:lnTo>
                    <a:pt x="1496723" y="1604576"/>
                  </a:lnTo>
                  <a:lnTo>
                    <a:pt x="1468366" y="1649871"/>
                  </a:lnTo>
                  <a:lnTo>
                    <a:pt x="1438258" y="1696091"/>
                  </a:lnTo>
                  <a:lnTo>
                    <a:pt x="1407552" y="1741307"/>
                  </a:lnTo>
                  <a:lnTo>
                    <a:pt x="1376281" y="1785499"/>
                  </a:lnTo>
                  <a:lnTo>
                    <a:pt x="1344481" y="1828651"/>
                  </a:lnTo>
                  <a:lnTo>
                    <a:pt x="1308705" y="1875422"/>
                  </a:lnTo>
                  <a:lnTo>
                    <a:pt x="1272417" y="1920868"/>
                  </a:lnTo>
                  <a:lnTo>
                    <a:pt x="1235667" y="1964956"/>
                  </a:lnTo>
                  <a:lnTo>
                    <a:pt x="1198505" y="2007657"/>
                  </a:lnTo>
                  <a:lnTo>
                    <a:pt x="1160979" y="2048940"/>
                  </a:lnTo>
                  <a:lnTo>
                    <a:pt x="1123139" y="2088775"/>
                  </a:lnTo>
                  <a:lnTo>
                    <a:pt x="1085035" y="2127130"/>
                  </a:lnTo>
                  <a:lnTo>
                    <a:pt x="1046715" y="2163975"/>
                  </a:lnTo>
                  <a:lnTo>
                    <a:pt x="1008230" y="2199280"/>
                  </a:lnTo>
                  <a:lnTo>
                    <a:pt x="969629" y="2233014"/>
                  </a:lnTo>
                  <a:lnTo>
                    <a:pt x="930960" y="2265146"/>
                  </a:lnTo>
                  <a:lnTo>
                    <a:pt x="892274" y="2295647"/>
                  </a:lnTo>
                  <a:lnTo>
                    <a:pt x="853620" y="2324484"/>
                  </a:lnTo>
                  <a:lnTo>
                    <a:pt x="815047" y="2351628"/>
                  </a:lnTo>
                  <a:lnTo>
                    <a:pt x="776604" y="2377048"/>
                  </a:lnTo>
                  <a:lnTo>
                    <a:pt x="738342" y="2400714"/>
                  </a:lnTo>
                  <a:lnTo>
                    <a:pt x="700309" y="2422595"/>
                  </a:lnTo>
                  <a:lnTo>
                    <a:pt x="662554" y="2442659"/>
                  </a:lnTo>
                  <a:lnTo>
                    <a:pt x="625128" y="2460878"/>
                  </a:lnTo>
                  <a:lnTo>
                    <a:pt x="588079" y="2477220"/>
                  </a:lnTo>
                  <a:lnTo>
                    <a:pt x="551457" y="2491654"/>
                  </a:lnTo>
                  <a:lnTo>
                    <a:pt x="496189" y="2510059"/>
                  </a:lnTo>
                  <a:lnTo>
                    <a:pt x="442216" y="2523798"/>
                  </a:lnTo>
                  <a:lnTo>
                    <a:pt x="389714" y="2532764"/>
                  </a:lnTo>
                  <a:lnTo>
                    <a:pt x="338863" y="2536852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240810" y="5736659"/>
              <a:ext cx="1870710" cy="2557780"/>
            </a:xfrm>
            <a:custGeom>
              <a:avLst/>
              <a:gdLst/>
              <a:ahLst/>
              <a:cxnLst/>
              <a:rect l="l" t="t" r="r" b="b"/>
              <a:pathLst>
                <a:path w="1870709" h="2557779">
                  <a:moveTo>
                    <a:pt x="332684" y="2557192"/>
                  </a:moveTo>
                  <a:lnTo>
                    <a:pt x="332311" y="2557192"/>
                  </a:lnTo>
                  <a:lnTo>
                    <a:pt x="274235" y="2553576"/>
                  </a:lnTo>
                  <a:lnTo>
                    <a:pt x="219193" y="2542660"/>
                  </a:lnTo>
                  <a:lnTo>
                    <a:pt x="167788" y="2524475"/>
                  </a:lnTo>
                  <a:lnTo>
                    <a:pt x="120254" y="2499027"/>
                  </a:lnTo>
                  <a:lnTo>
                    <a:pt x="2550" y="2423901"/>
                  </a:lnTo>
                  <a:lnTo>
                    <a:pt x="0" y="2416896"/>
                  </a:lnTo>
                  <a:lnTo>
                    <a:pt x="448" y="2414346"/>
                  </a:lnTo>
                  <a:lnTo>
                    <a:pt x="1540011" y="5650"/>
                  </a:lnTo>
                  <a:lnTo>
                    <a:pt x="1542791" y="1251"/>
                  </a:lnTo>
                  <a:lnTo>
                    <a:pt x="1548650" y="0"/>
                  </a:lnTo>
                  <a:lnTo>
                    <a:pt x="1585811" y="23714"/>
                  </a:lnTo>
                  <a:lnTo>
                    <a:pt x="1550787" y="23714"/>
                  </a:lnTo>
                  <a:lnTo>
                    <a:pt x="22768" y="2414346"/>
                  </a:lnTo>
                  <a:lnTo>
                    <a:pt x="22550" y="2414346"/>
                  </a:lnTo>
                  <a:lnTo>
                    <a:pt x="130387" y="2483168"/>
                  </a:lnTo>
                  <a:lnTo>
                    <a:pt x="168269" y="2504010"/>
                  </a:lnTo>
                  <a:lnTo>
                    <a:pt x="208863" y="2519937"/>
                  </a:lnTo>
                  <a:lnTo>
                    <a:pt x="252037" y="2530948"/>
                  </a:lnTo>
                  <a:lnTo>
                    <a:pt x="297660" y="2537039"/>
                  </a:lnTo>
                  <a:lnTo>
                    <a:pt x="345601" y="2538205"/>
                  </a:lnTo>
                  <a:lnTo>
                    <a:pt x="476645" y="2538205"/>
                  </a:lnTo>
                  <a:lnTo>
                    <a:pt x="467603" y="2540642"/>
                  </a:lnTo>
                  <a:lnTo>
                    <a:pt x="421166" y="2549839"/>
                  </a:lnTo>
                  <a:lnTo>
                    <a:pt x="376169" y="2555354"/>
                  </a:lnTo>
                  <a:lnTo>
                    <a:pt x="332684" y="2557192"/>
                  </a:lnTo>
                  <a:close/>
                </a:path>
                <a:path w="1870709" h="2557779">
                  <a:moveTo>
                    <a:pt x="476645" y="2538205"/>
                  </a:moveTo>
                  <a:lnTo>
                    <a:pt x="345601" y="2538205"/>
                  </a:lnTo>
                  <a:lnTo>
                    <a:pt x="395727" y="2534444"/>
                  </a:lnTo>
                  <a:lnTo>
                    <a:pt x="447907" y="2525752"/>
                  </a:lnTo>
                  <a:lnTo>
                    <a:pt x="502010" y="2512126"/>
                  </a:lnTo>
                  <a:lnTo>
                    <a:pt x="557902" y="2493562"/>
                  </a:lnTo>
                  <a:lnTo>
                    <a:pt x="595111" y="2478881"/>
                  </a:lnTo>
                  <a:lnTo>
                    <a:pt x="632657" y="2462274"/>
                  </a:lnTo>
                  <a:lnTo>
                    <a:pt x="670493" y="2443780"/>
                  </a:lnTo>
                  <a:lnTo>
                    <a:pt x="708571" y="2423440"/>
                  </a:lnTo>
                  <a:lnTo>
                    <a:pt x="746843" y="2401292"/>
                  </a:lnTo>
                  <a:lnTo>
                    <a:pt x="785262" y="2377377"/>
                  </a:lnTo>
                  <a:lnTo>
                    <a:pt x="823780" y="2351734"/>
                  </a:lnTo>
                  <a:lnTo>
                    <a:pt x="862348" y="2324405"/>
                  </a:lnTo>
                  <a:lnTo>
                    <a:pt x="900920" y="2295428"/>
                  </a:lnTo>
                  <a:lnTo>
                    <a:pt x="939447" y="2264844"/>
                  </a:lnTo>
                  <a:lnTo>
                    <a:pt x="977882" y="2232692"/>
                  </a:lnTo>
                  <a:lnTo>
                    <a:pt x="1016177" y="2199013"/>
                  </a:lnTo>
                  <a:lnTo>
                    <a:pt x="1054285" y="2163846"/>
                  </a:lnTo>
                  <a:lnTo>
                    <a:pt x="1092156" y="2127232"/>
                  </a:lnTo>
                  <a:lnTo>
                    <a:pt x="1129745" y="2089210"/>
                  </a:lnTo>
                  <a:lnTo>
                    <a:pt x="1167002" y="2049820"/>
                  </a:lnTo>
                  <a:lnTo>
                    <a:pt x="1203881" y="2009102"/>
                  </a:lnTo>
                  <a:lnTo>
                    <a:pt x="1240333" y="1967096"/>
                  </a:lnTo>
                  <a:lnTo>
                    <a:pt x="1276310" y="1923842"/>
                  </a:lnTo>
                  <a:lnTo>
                    <a:pt x="1311766" y="1879381"/>
                  </a:lnTo>
                  <a:lnTo>
                    <a:pt x="1346652" y="1833751"/>
                  </a:lnTo>
                  <a:lnTo>
                    <a:pt x="1378611" y="1790374"/>
                  </a:lnTo>
                  <a:lnTo>
                    <a:pt x="1409914" y="1746112"/>
                  </a:lnTo>
                  <a:lnTo>
                    <a:pt x="1440457" y="1701118"/>
                  </a:lnTo>
                  <a:lnTo>
                    <a:pt x="1470135" y="1655546"/>
                  </a:lnTo>
                  <a:lnTo>
                    <a:pt x="1497582" y="1611716"/>
                  </a:lnTo>
                  <a:lnTo>
                    <a:pt x="1524160" y="1567586"/>
                  </a:lnTo>
                  <a:lnTo>
                    <a:pt x="1549849" y="1523198"/>
                  </a:lnTo>
                  <a:lnTo>
                    <a:pt x="1574628" y="1478597"/>
                  </a:lnTo>
                  <a:lnTo>
                    <a:pt x="1598476" y="1433829"/>
                  </a:lnTo>
                  <a:lnTo>
                    <a:pt x="1621372" y="1388937"/>
                  </a:lnTo>
                  <a:lnTo>
                    <a:pt x="1643296" y="1343966"/>
                  </a:lnTo>
                  <a:lnTo>
                    <a:pt x="1664228" y="1298960"/>
                  </a:lnTo>
                  <a:lnTo>
                    <a:pt x="1684145" y="1253964"/>
                  </a:lnTo>
                  <a:lnTo>
                    <a:pt x="1703029" y="1209022"/>
                  </a:lnTo>
                  <a:lnTo>
                    <a:pt x="1720858" y="1164179"/>
                  </a:lnTo>
                  <a:lnTo>
                    <a:pt x="1737611" y="1119479"/>
                  </a:lnTo>
                  <a:lnTo>
                    <a:pt x="1753267" y="1074968"/>
                  </a:lnTo>
                  <a:lnTo>
                    <a:pt x="1767807" y="1030688"/>
                  </a:lnTo>
                  <a:lnTo>
                    <a:pt x="1781209" y="986685"/>
                  </a:lnTo>
                  <a:lnTo>
                    <a:pt x="1798604" y="923733"/>
                  </a:lnTo>
                  <a:lnTo>
                    <a:pt x="1813440" y="862119"/>
                  </a:lnTo>
                  <a:lnTo>
                    <a:pt x="1825729" y="801922"/>
                  </a:lnTo>
                  <a:lnTo>
                    <a:pt x="1835487" y="743241"/>
                  </a:lnTo>
                  <a:lnTo>
                    <a:pt x="1842727" y="686177"/>
                  </a:lnTo>
                  <a:lnTo>
                    <a:pt x="1847462" y="630830"/>
                  </a:lnTo>
                  <a:lnTo>
                    <a:pt x="1849707" y="577300"/>
                  </a:lnTo>
                  <a:lnTo>
                    <a:pt x="1849533" y="538818"/>
                  </a:lnTo>
                  <a:lnTo>
                    <a:pt x="1849474" y="525688"/>
                  </a:lnTo>
                  <a:lnTo>
                    <a:pt x="1846778" y="476093"/>
                  </a:lnTo>
                  <a:lnTo>
                    <a:pt x="1841632" y="428617"/>
                  </a:lnTo>
                  <a:lnTo>
                    <a:pt x="1834050" y="383360"/>
                  </a:lnTo>
                  <a:lnTo>
                    <a:pt x="1824047" y="340421"/>
                  </a:lnTo>
                  <a:lnTo>
                    <a:pt x="1811634" y="299901"/>
                  </a:lnTo>
                  <a:lnTo>
                    <a:pt x="1796827" y="261901"/>
                  </a:lnTo>
                  <a:lnTo>
                    <a:pt x="1779639" y="226520"/>
                  </a:lnTo>
                  <a:lnTo>
                    <a:pt x="1738174" y="164019"/>
                  </a:lnTo>
                  <a:lnTo>
                    <a:pt x="1687349" y="113200"/>
                  </a:lnTo>
                  <a:lnTo>
                    <a:pt x="1550787" y="23714"/>
                  </a:lnTo>
                  <a:lnTo>
                    <a:pt x="1585811" y="23714"/>
                  </a:lnTo>
                  <a:lnTo>
                    <a:pt x="1668606" y="76550"/>
                  </a:lnTo>
                  <a:lnTo>
                    <a:pt x="1724404" y="120561"/>
                  </a:lnTo>
                  <a:lnTo>
                    <a:pt x="1771308" y="175293"/>
                  </a:lnTo>
                  <a:lnTo>
                    <a:pt x="1809235" y="240171"/>
                  </a:lnTo>
                  <a:lnTo>
                    <a:pt x="1824806" y="276234"/>
                  </a:lnTo>
                  <a:lnTo>
                    <a:pt x="1838103" y="314618"/>
                  </a:lnTo>
                  <a:lnTo>
                    <a:pt x="1849114" y="355250"/>
                  </a:lnTo>
                  <a:lnTo>
                    <a:pt x="1857830" y="398058"/>
                  </a:lnTo>
                  <a:lnTo>
                    <a:pt x="1864241" y="442970"/>
                  </a:lnTo>
                  <a:lnTo>
                    <a:pt x="1868335" y="489914"/>
                  </a:lnTo>
                  <a:lnTo>
                    <a:pt x="1870104" y="538818"/>
                  </a:lnTo>
                  <a:lnTo>
                    <a:pt x="1869536" y="589610"/>
                  </a:lnTo>
                  <a:lnTo>
                    <a:pt x="1866621" y="642218"/>
                  </a:lnTo>
                  <a:lnTo>
                    <a:pt x="1861350" y="696570"/>
                  </a:lnTo>
                  <a:lnTo>
                    <a:pt x="1853711" y="752594"/>
                  </a:lnTo>
                  <a:lnTo>
                    <a:pt x="1843695" y="810218"/>
                  </a:lnTo>
                  <a:lnTo>
                    <a:pt x="1831292" y="869369"/>
                  </a:lnTo>
                  <a:lnTo>
                    <a:pt x="1816490" y="929976"/>
                  </a:lnTo>
                  <a:lnTo>
                    <a:pt x="1799281" y="991967"/>
                  </a:lnTo>
                  <a:lnTo>
                    <a:pt x="1785779" y="1036305"/>
                  </a:lnTo>
                  <a:lnTo>
                    <a:pt x="1771132" y="1080920"/>
                  </a:lnTo>
                  <a:lnTo>
                    <a:pt x="1755361" y="1125766"/>
                  </a:lnTo>
                  <a:lnTo>
                    <a:pt x="1738487" y="1170798"/>
                  </a:lnTo>
                  <a:lnTo>
                    <a:pt x="1720530" y="1215973"/>
                  </a:lnTo>
                  <a:lnTo>
                    <a:pt x="1701513" y="1261244"/>
                  </a:lnTo>
                  <a:lnTo>
                    <a:pt x="1681454" y="1306568"/>
                  </a:lnTo>
                  <a:lnTo>
                    <a:pt x="1660376" y="1351899"/>
                  </a:lnTo>
                  <a:lnTo>
                    <a:pt x="1638300" y="1397192"/>
                  </a:lnTo>
                  <a:lnTo>
                    <a:pt x="1615245" y="1442403"/>
                  </a:lnTo>
                  <a:lnTo>
                    <a:pt x="1591234" y="1487486"/>
                  </a:lnTo>
                  <a:lnTo>
                    <a:pt x="1566286" y="1532398"/>
                  </a:lnTo>
                  <a:lnTo>
                    <a:pt x="1540423" y="1577092"/>
                  </a:lnTo>
                  <a:lnTo>
                    <a:pt x="1513666" y="1621525"/>
                  </a:lnTo>
                  <a:lnTo>
                    <a:pt x="1486035" y="1665651"/>
                  </a:lnTo>
                  <a:lnTo>
                    <a:pt x="1456160" y="1711526"/>
                  </a:lnTo>
                  <a:lnTo>
                    <a:pt x="1425409" y="1756819"/>
                  </a:lnTo>
                  <a:lnTo>
                    <a:pt x="1393894" y="1801369"/>
                  </a:lnTo>
                  <a:lnTo>
                    <a:pt x="1361725" y="1845015"/>
                  </a:lnTo>
                  <a:lnTo>
                    <a:pt x="1326533" y="1891042"/>
                  </a:lnTo>
                  <a:lnTo>
                    <a:pt x="1290759" y="1935894"/>
                  </a:lnTo>
                  <a:lnTo>
                    <a:pt x="1254449" y="1979531"/>
                  </a:lnTo>
                  <a:lnTo>
                    <a:pt x="1217653" y="2021912"/>
                  </a:lnTo>
                  <a:lnTo>
                    <a:pt x="1180419" y="2062998"/>
                  </a:lnTo>
                  <a:lnTo>
                    <a:pt x="1142794" y="2102746"/>
                  </a:lnTo>
                  <a:lnTo>
                    <a:pt x="1104828" y="2141119"/>
                  </a:lnTo>
                  <a:lnTo>
                    <a:pt x="1066568" y="2178074"/>
                  </a:lnTo>
                  <a:lnTo>
                    <a:pt x="1028063" y="2213572"/>
                  </a:lnTo>
                  <a:lnTo>
                    <a:pt x="989362" y="2247572"/>
                  </a:lnTo>
                  <a:lnTo>
                    <a:pt x="950511" y="2280034"/>
                  </a:lnTo>
                  <a:lnTo>
                    <a:pt x="911561" y="2310918"/>
                  </a:lnTo>
                  <a:lnTo>
                    <a:pt x="872558" y="2340183"/>
                  </a:lnTo>
                  <a:lnTo>
                    <a:pt x="833552" y="2367789"/>
                  </a:lnTo>
                  <a:lnTo>
                    <a:pt x="794590" y="2393695"/>
                  </a:lnTo>
                  <a:lnTo>
                    <a:pt x="755722" y="2417862"/>
                  </a:lnTo>
                  <a:lnTo>
                    <a:pt x="716994" y="2440249"/>
                  </a:lnTo>
                  <a:lnTo>
                    <a:pt x="678456" y="2460815"/>
                  </a:lnTo>
                  <a:lnTo>
                    <a:pt x="640156" y="2479521"/>
                  </a:lnTo>
                  <a:lnTo>
                    <a:pt x="602142" y="2496325"/>
                  </a:lnTo>
                  <a:lnTo>
                    <a:pt x="564462" y="2511188"/>
                  </a:lnTo>
                  <a:lnTo>
                    <a:pt x="515396" y="2527760"/>
                  </a:lnTo>
                  <a:lnTo>
                    <a:pt x="476645" y="2538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378449" y="4028748"/>
              <a:ext cx="4041140" cy="3935095"/>
            </a:xfrm>
            <a:custGeom>
              <a:avLst/>
              <a:gdLst/>
              <a:ahLst/>
              <a:cxnLst/>
              <a:rect l="l" t="t" r="r" b="b"/>
              <a:pathLst>
                <a:path w="4041140" h="3935095">
                  <a:moveTo>
                    <a:pt x="285844" y="3934566"/>
                  </a:moveTo>
                  <a:lnTo>
                    <a:pt x="0" y="3504993"/>
                  </a:lnTo>
                  <a:lnTo>
                    <a:pt x="3755124" y="0"/>
                  </a:lnTo>
                  <a:lnTo>
                    <a:pt x="4040980" y="429573"/>
                  </a:lnTo>
                  <a:lnTo>
                    <a:pt x="2232909" y="3853238"/>
                  </a:lnTo>
                  <a:lnTo>
                    <a:pt x="285844" y="3934566"/>
                  </a:lnTo>
                  <a:close/>
                </a:path>
              </a:pathLst>
            </a:custGeom>
            <a:solidFill>
              <a:srgbClr val="5329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368051" y="4019021"/>
              <a:ext cx="4061460" cy="3954145"/>
            </a:xfrm>
            <a:custGeom>
              <a:avLst/>
              <a:gdLst/>
              <a:ahLst/>
              <a:cxnLst/>
              <a:rect l="l" t="t" r="r" b="b"/>
              <a:pathLst>
                <a:path w="4061459" h="3954145">
                  <a:moveTo>
                    <a:pt x="296632" y="3953687"/>
                  </a:moveTo>
                  <a:lnTo>
                    <a:pt x="293073" y="3953687"/>
                  </a:lnTo>
                  <a:lnTo>
                    <a:pt x="290153" y="3952125"/>
                  </a:lnTo>
                  <a:lnTo>
                    <a:pt x="0" y="3516087"/>
                  </a:lnTo>
                  <a:lnTo>
                    <a:pt x="597" y="3510977"/>
                  </a:lnTo>
                  <a:lnTo>
                    <a:pt x="3761121" y="953"/>
                  </a:lnTo>
                  <a:lnTo>
                    <a:pt x="3763889" y="0"/>
                  </a:lnTo>
                  <a:lnTo>
                    <a:pt x="3766624" y="379"/>
                  </a:lnTo>
                  <a:lnTo>
                    <a:pt x="3769370" y="700"/>
                  </a:lnTo>
                  <a:lnTo>
                    <a:pt x="3771840" y="2204"/>
                  </a:lnTo>
                  <a:lnTo>
                    <a:pt x="3786458" y="24173"/>
                  </a:lnTo>
                  <a:lnTo>
                    <a:pt x="3763832" y="24173"/>
                  </a:lnTo>
                  <a:lnTo>
                    <a:pt x="22706" y="3516087"/>
                  </a:lnTo>
                  <a:lnTo>
                    <a:pt x="301147" y="3934658"/>
                  </a:lnTo>
                  <a:lnTo>
                    <a:pt x="752210" y="3934658"/>
                  </a:lnTo>
                  <a:lnTo>
                    <a:pt x="296632" y="3953687"/>
                  </a:lnTo>
                  <a:close/>
                </a:path>
                <a:path w="4061459" h="3954145">
                  <a:moveTo>
                    <a:pt x="752210" y="3934658"/>
                  </a:moveTo>
                  <a:lnTo>
                    <a:pt x="301147" y="3934658"/>
                  </a:lnTo>
                  <a:lnTo>
                    <a:pt x="2237504" y="3853778"/>
                  </a:lnTo>
                  <a:lnTo>
                    <a:pt x="4040440" y="439839"/>
                  </a:lnTo>
                  <a:lnTo>
                    <a:pt x="3763832" y="24173"/>
                  </a:lnTo>
                  <a:lnTo>
                    <a:pt x="3786458" y="24173"/>
                  </a:lnTo>
                  <a:lnTo>
                    <a:pt x="4061131" y="436957"/>
                  </a:lnTo>
                  <a:lnTo>
                    <a:pt x="4061275" y="439839"/>
                  </a:lnTo>
                  <a:lnTo>
                    <a:pt x="4061315" y="440643"/>
                  </a:lnTo>
                  <a:lnTo>
                    <a:pt x="2250062" y="3870315"/>
                  </a:lnTo>
                  <a:lnTo>
                    <a:pt x="2247052" y="3872221"/>
                  </a:lnTo>
                  <a:lnTo>
                    <a:pt x="752210" y="39346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378449" y="4028748"/>
              <a:ext cx="3755390" cy="3505200"/>
            </a:xfrm>
            <a:custGeom>
              <a:avLst/>
              <a:gdLst/>
              <a:ahLst/>
              <a:cxnLst/>
              <a:rect l="l" t="t" r="r" b="b"/>
              <a:pathLst>
                <a:path w="3755390" h="3505200">
                  <a:moveTo>
                    <a:pt x="0" y="3504993"/>
                  </a:moveTo>
                  <a:lnTo>
                    <a:pt x="1808174" y="81328"/>
                  </a:lnTo>
                  <a:lnTo>
                    <a:pt x="3755124" y="0"/>
                  </a:lnTo>
                  <a:lnTo>
                    <a:pt x="1947053" y="3423665"/>
                  </a:lnTo>
                  <a:lnTo>
                    <a:pt x="0" y="3504993"/>
                  </a:lnTo>
                  <a:close/>
                </a:path>
              </a:pathLst>
            </a:custGeom>
            <a:solidFill>
              <a:srgbClr val="4A7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368545" y="4019228"/>
              <a:ext cx="3775075" cy="3524250"/>
            </a:xfrm>
            <a:custGeom>
              <a:avLst/>
              <a:gdLst/>
              <a:ahLst/>
              <a:cxnLst/>
              <a:rect l="l" t="t" r="r" b="b"/>
              <a:pathLst>
                <a:path w="3775075" h="3524250">
                  <a:moveTo>
                    <a:pt x="10294" y="3523907"/>
                  </a:moveTo>
                  <a:lnTo>
                    <a:pt x="6665" y="3523907"/>
                  </a:lnTo>
                  <a:lnTo>
                    <a:pt x="3664" y="3522276"/>
                  </a:lnTo>
                  <a:lnTo>
                    <a:pt x="137" y="3516684"/>
                  </a:lnTo>
                  <a:lnTo>
                    <a:pt x="0" y="3513089"/>
                  </a:lnTo>
                  <a:lnTo>
                    <a:pt x="1811322" y="83486"/>
                  </a:lnTo>
                  <a:lnTo>
                    <a:pt x="1814332" y="81580"/>
                  </a:lnTo>
                  <a:lnTo>
                    <a:pt x="3767384" y="0"/>
                  </a:lnTo>
                  <a:lnTo>
                    <a:pt x="3768382" y="0"/>
                  </a:lnTo>
                  <a:lnTo>
                    <a:pt x="3771197" y="1642"/>
                  </a:lnTo>
                  <a:lnTo>
                    <a:pt x="3774781" y="7338"/>
                  </a:lnTo>
                  <a:lnTo>
                    <a:pt x="3774930" y="10932"/>
                  </a:lnTo>
                  <a:lnTo>
                    <a:pt x="3770352" y="19602"/>
                  </a:lnTo>
                  <a:lnTo>
                    <a:pt x="3749069" y="19602"/>
                  </a:lnTo>
                  <a:lnTo>
                    <a:pt x="1823891" y="100023"/>
                  </a:lnTo>
                  <a:lnTo>
                    <a:pt x="25873" y="3504419"/>
                  </a:lnTo>
                  <a:lnTo>
                    <a:pt x="476863" y="3504419"/>
                  </a:lnTo>
                  <a:lnTo>
                    <a:pt x="10294" y="3523907"/>
                  </a:lnTo>
                  <a:close/>
                </a:path>
                <a:path w="3775075" h="3524250">
                  <a:moveTo>
                    <a:pt x="476863" y="3504419"/>
                  </a:moveTo>
                  <a:lnTo>
                    <a:pt x="25873" y="3504419"/>
                  </a:lnTo>
                  <a:lnTo>
                    <a:pt x="1951165" y="3424010"/>
                  </a:lnTo>
                  <a:lnTo>
                    <a:pt x="3749069" y="19602"/>
                  </a:lnTo>
                  <a:lnTo>
                    <a:pt x="3770352" y="19602"/>
                  </a:lnTo>
                  <a:lnTo>
                    <a:pt x="1963711" y="3440535"/>
                  </a:lnTo>
                  <a:lnTo>
                    <a:pt x="1960701" y="3442442"/>
                  </a:lnTo>
                  <a:lnTo>
                    <a:pt x="476863" y="35044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727034" y="4170550"/>
              <a:ext cx="3058160" cy="3221990"/>
            </a:xfrm>
            <a:custGeom>
              <a:avLst/>
              <a:gdLst/>
              <a:ahLst/>
              <a:cxnLst/>
              <a:rect l="l" t="t" r="r" b="b"/>
              <a:pathLst>
                <a:path w="3058159" h="3221990">
                  <a:moveTo>
                    <a:pt x="164739" y="3221367"/>
                  </a:moveTo>
                  <a:lnTo>
                    <a:pt x="180480" y="3180289"/>
                  </a:lnTo>
                  <a:lnTo>
                    <a:pt x="185591" y="3138887"/>
                  </a:lnTo>
                  <a:lnTo>
                    <a:pt x="180980" y="3098598"/>
                  </a:lnTo>
                  <a:lnTo>
                    <a:pt x="167555" y="3060860"/>
                  </a:lnTo>
                  <a:lnTo>
                    <a:pt x="146225" y="3027109"/>
                  </a:lnTo>
                  <a:lnTo>
                    <a:pt x="117896" y="2998781"/>
                  </a:lnTo>
                  <a:lnTo>
                    <a:pt x="83477" y="2977314"/>
                  </a:lnTo>
                  <a:lnTo>
                    <a:pt x="43875" y="2964145"/>
                  </a:lnTo>
                  <a:lnTo>
                    <a:pt x="0" y="2960709"/>
                  </a:lnTo>
                  <a:lnTo>
                    <a:pt x="1411025" y="288942"/>
                  </a:lnTo>
                  <a:lnTo>
                    <a:pt x="1459247" y="284367"/>
                  </a:lnTo>
                  <a:lnTo>
                    <a:pt x="1506190" y="274850"/>
                  </a:lnTo>
                  <a:lnTo>
                    <a:pt x="1551522" y="260601"/>
                  </a:lnTo>
                  <a:lnTo>
                    <a:pt x="1594916" y="241827"/>
                  </a:lnTo>
                  <a:lnTo>
                    <a:pt x="1636041" y="218735"/>
                  </a:lnTo>
                  <a:lnTo>
                    <a:pt x="1674569" y="191533"/>
                  </a:lnTo>
                  <a:lnTo>
                    <a:pt x="1710170" y="160430"/>
                  </a:lnTo>
                  <a:lnTo>
                    <a:pt x="1742516" y="125632"/>
                  </a:lnTo>
                  <a:lnTo>
                    <a:pt x="1771276" y="87348"/>
                  </a:lnTo>
                  <a:lnTo>
                    <a:pt x="1796111" y="45785"/>
                  </a:lnTo>
                  <a:lnTo>
                    <a:pt x="2893247" y="0"/>
                  </a:lnTo>
                  <a:lnTo>
                    <a:pt x="2877506" y="41078"/>
                  </a:lnTo>
                  <a:lnTo>
                    <a:pt x="2872395" y="82480"/>
                  </a:lnTo>
                  <a:lnTo>
                    <a:pt x="2877006" y="122769"/>
                  </a:lnTo>
                  <a:lnTo>
                    <a:pt x="2890431" y="160507"/>
                  </a:lnTo>
                  <a:lnTo>
                    <a:pt x="2911761" y="194258"/>
                  </a:lnTo>
                  <a:lnTo>
                    <a:pt x="2940090" y="222585"/>
                  </a:lnTo>
                  <a:lnTo>
                    <a:pt x="2974509" y="244052"/>
                  </a:lnTo>
                  <a:lnTo>
                    <a:pt x="3014111" y="257222"/>
                  </a:lnTo>
                  <a:lnTo>
                    <a:pt x="3057986" y="260658"/>
                  </a:lnTo>
                  <a:lnTo>
                    <a:pt x="1651500" y="2923834"/>
                  </a:lnTo>
                  <a:lnTo>
                    <a:pt x="1601494" y="2928577"/>
                  </a:lnTo>
                  <a:lnTo>
                    <a:pt x="1552816" y="2938444"/>
                  </a:lnTo>
                  <a:lnTo>
                    <a:pt x="1505807" y="2953219"/>
                  </a:lnTo>
                  <a:lnTo>
                    <a:pt x="1460809" y="2972688"/>
                  </a:lnTo>
                  <a:lnTo>
                    <a:pt x="1418164" y="2996634"/>
                  </a:lnTo>
                  <a:lnTo>
                    <a:pt x="1378211" y="3024843"/>
                  </a:lnTo>
                  <a:lnTo>
                    <a:pt x="1341294" y="3057097"/>
                  </a:lnTo>
                  <a:lnTo>
                    <a:pt x="1307754" y="3093183"/>
                  </a:lnTo>
                  <a:lnTo>
                    <a:pt x="1277931" y="3132883"/>
                  </a:lnTo>
                  <a:lnTo>
                    <a:pt x="1252167" y="3175983"/>
                  </a:lnTo>
                  <a:lnTo>
                    <a:pt x="164739" y="3221367"/>
                  </a:lnTo>
                  <a:close/>
                </a:path>
              </a:pathLst>
            </a:custGeom>
            <a:solidFill>
              <a:srgbClr val="C7F4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717111" y="4160913"/>
              <a:ext cx="3077845" cy="3730625"/>
            </a:xfrm>
            <a:custGeom>
              <a:avLst/>
              <a:gdLst/>
              <a:ahLst/>
              <a:cxnLst/>
              <a:rect l="l" t="t" r="r" b="b"/>
              <a:pathLst>
                <a:path w="3077844" h="3730625">
                  <a:moveTo>
                    <a:pt x="1904911" y="3720223"/>
                  </a:moveTo>
                  <a:lnTo>
                    <a:pt x="1613281" y="3281959"/>
                  </a:lnTo>
                  <a:lnTo>
                    <a:pt x="1607439" y="3280791"/>
                  </a:lnTo>
                  <a:lnTo>
                    <a:pt x="1598803" y="3286569"/>
                  </a:lnTo>
                  <a:lnTo>
                    <a:pt x="1597634" y="3292398"/>
                  </a:lnTo>
                  <a:lnTo>
                    <a:pt x="1888172" y="3729037"/>
                  </a:lnTo>
                  <a:lnTo>
                    <a:pt x="1891157" y="3730510"/>
                  </a:lnTo>
                  <a:lnTo>
                    <a:pt x="1894205" y="3730510"/>
                  </a:lnTo>
                  <a:lnTo>
                    <a:pt x="1895995" y="3730510"/>
                  </a:lnTo>
                  <a:lnTo>
                    <a:pt x="1897811" y="3730002"/>
                  </a:lnTo>
                  <a:lnTo>
                    <a:pt x="1903742" y="3726053"/>
                  </a:lnTo>
                  <a:lnTo>
                    <a:pt x="1904911" y="3720223"/>
                  </a:lnTo>
                  <a:close/>
                </a:path>
                <a:path w="3077844" h="3730625">
                  <a:moveTo>
                    <a:pt x="3077807" y="271729"/>
                  </a:moveTo>
                  <a:lnTo>
                    <a:pt x="3077667" y="268135"/>
                  </a:lnTo>
                  <a:lnTo>
                    <a:pt x="3074073" y="262445"/>
                  </a:lnTo>
                  <a:lnTo>
                    <a:pt x="3071495" y="260908"/>
                  </a:lnTo>
                  <a:lnTo>
                    <a:pt x="3071076" y="260654"/>
                  </a:lnTo>
                  <a:lnTo>
                    <a:pt x="3067520" y="260908"/>
                  </a:lnTo>
                  <a:lnTo>
                    <a:pt x="3052280" y="259588"/>
                  </a:lnTo>
                  <a:lnTo>
                    <a:pt x="3052280" y="279704"/>
                  </a:lnTo>
                  <a:lnTo>
                    <a:pt x="1655597" y="2924340"/>
                  </a:lnTo>
                  <a:lnTo>
                    <a:pt x="1605915" y="2929585"/>
                  </a:lnTo>
                  <a:lnTo>
                    <a:pt x="1557502" y="2939834"/>
                  </a:lnTo>
                  <a:lnTo>
                    <a:pt x="1510677" y="2954896"/>
                  </a:lnTo>
                  <a:lnTo>
                    <a:pt x="1465783" y="2974530"/>
                  </a:lnTo>
                  <a:lnTo>
                    <a:pt x="1423174" y="2998533"/>
                  </a:lnTo>
                  <a:lnTo>
                    <a:pt x="1383182" y="3026689"/>
                  </a:lnTo>
                  <a:lnTo>
                    <a:pt x="1346161" y="3058769"/>
                  </a:lnTo>
                  <a:lnTo>
                    <a:pt x="1312443" y="3094571"/>
                  </a:lnTo>
                  <a:lnTo>
                    <a:pt x="1282382" y="3133864"/>
                  </a:lnTo>
                  <a:lnTo>
                    <a:pt x="1256309" y="3176447"/>
                  </a:lnTo>
                  <a:lnTo>
                    <a:pt x="189852" y="3220961"/>
                  </a:lnTo>
                  <a:lnTo>
                    <a:pt x="202526" y="3177502"/>
                  </a:lnTo>
                  <a:lnTo>
                    <a:pt x="202565" y="3176447"/>
                  </a:lnTo>
                  <a:lnTo>
                    <a:pt x="204343" y="3133077"/>
                  </a:lnTo>
                  <a:lnTo>
                    <a:pt x="195376" y="3089376"/>
                  </a:lnTo>
                  <a:lnTo>
                    <a:pt x="175679" y="3048025"/>
                  </a:lnTo>
                  <a:lnTo>
                    <a:pt x="146786" y="3012503"/>
                  </a:lnTo>
                  <a:lnTo>
                    <a:pt x="111137" y="2985630"/>
                  </a:lnTo>
                  <a:lnTo>
                    <a:pt x="97345" y="2979750"/>
                  </a:lnTo>
                  <a:lnTo>
                    <a:pt x="70231" y="2968180"/>
                  </a:lnTo>
                  <a:lnTo>
                    <a:pt x="25514" y="2960941"/>
                  </a:lnTo>
                  <a:lnTo>
                    <a:pt x="1426743" y="307721"/>
                  </a:lnTo>
                  <a:lnTo>
                    <a:pt x="1474635" y="302653"/>
                  </a:lnTo>
                  <a:lnTo>
                    <a:pt x="1521320" y="292747"/>
                  </a:lnTo>
                  <a:lnTo>
                    <a:pt x="1566468" y="278231"/>
                  </a:lnTo>
                  <a:lnTo>
                    <a:pt x="1609750" y="259283"/>
                  </a:lnTo>
                  <a:lnTo>
                    <a:pt x="1650834" y="236143"/>
                  </a:lnTo>
                  <a:lnTo>
                    <a:pt x="1689404" y="209003"/>
                  </a:lnTo>
                  <a:lnTo>
                    <a:pt x="1725104" y="178066"/>
                  </a:lnTo>
                  <a:lnTo>
                    <a:pt x="1757629" y="143548"/>
                  </a:lnTo>
                  <a:lnTo>
                    <a:pt x="1786623" y="105664"/>
                  </a:lnTo>
                  <a:lnTo>
                    <a:pt x="1811782" y="64617"/>
                  </a:lnTo>
                  <a:lnTo>
                    <a:pt x="2887942" y="19697"/>
                  </a:lnTo>
                  <a:lnTo>
                    <a:pt x="2875280" y="63157"/>
                  </a:lnTo>
                  <a:lnTo>
                    <a:pt x="2875216" y="64617"/>
                  </a:lnTo>
                  <a:lnTo>
                    <a:pt x="2873464" y="107581"/>
                  </a:lnTo>
                  <a:lnTo>
                    <a:pt x="2882430" y="151295"/>
                  </a:lnTo>
                  <a:lnTo>
                    <a:pt x="2902115" y="192633"/>
                  </a:lnTo>
                  <a:lnTo>
                    <a:pt x="2931020" y="228168"/>
                  </a:lnTo>
                  <a:lnTo>
                    <a:pt x="2966656" y="255041"/>
                  </a:lnTo>
                  <a:lnTo>
                    <a:pt x="3007576" y="272478"/>
                  </a:lnTo>
                  <a:lnTo>
                    <a:pt x="3052280" y="279704"/>
                  </a:lnTo>
                  <a:lnTo>
                    <a:pt x="3052280" y="259588"/>
                  </a:lnTo>
                  <a:lnTo>
                    <a:pt x="3023044" y="257022"/>
                  </a:lnTo>
                  <a:lnTo>
                    <a:pt x="2982163" y="242074"/>
                  </a:lnTo>
                  <a:lnTo>
                    <a:pt x="2946590" y="216954"/>
                  </a:lnTo>
                  <a:lnTo>
                    <a:pt x="2918053" y="182587"/>
                  </a:lnTo>
                  <a:lnTo>
                    <a:pt x="2899270" y="142074"/>
                  </a:lnTo>
                  <a:lnTo>
                    <a:pt x="2891853" y="99199"/>
                  </a:lnTo>
                  <a:lnTo>
                    <a:pt x="2895904" y="55892"/>
                  </a:lnTo>
                  <a:lnTo>
                    <a:pt x="2909392" y="19697"/>
                  </a:lnTo>
                  <a:lnTo>
                    <a:pt x="2911500" y="14046"/>
                  </a:lnTo>
                  <a:lnTo>
                    <a:pt x="2913062" y="11061"/>
                  </a:lnTo>
                  <a:lnTo>
                    <a:pt x="2912935" y="7467"/>
                  </a:lnTo>
                  <a:lnTo>
                    <a:pt x="2909328" y="1790"/>
                  </a:lnTo>
                  <a:lnTo>
                    <a:pt x="2906395" y="0"/>
                  </a:lnTo>
                  <a:lnTo>
                    <a:pt x="2902775" y="254"/>
                  </a:lnTo>
                  <a:lnTo>
                    <a:pt x="1802282" y="46177"/>
                  </a:lnTo>
                  <a:lnTo>
                    <a:pt x="1799272" y="48082"/>
                  </a:lnTo>
                  <a:lnTo>
                    <a:pt x="1797697" y="51041"/>
                  </a:lnTo>
                  <a:lnTo>
                    <a:pt x="1773415" y="91617"/>
                  </a:lnTo>
                  <a:lnTo>
                    <a:pt x="1745246" y="129032"/>
                  </a:lnTo>
                  <a:lnTo>
                    <a:pt x="1713522" y="163080"/>
                  </a:lnTo>
                  <a:lnTo>
                    <a:pt x="1678597" y="193560"/>
                  </a:lnTo>
                  <a:lnTo>
                    <a:pt x="1640789" y="220230"/>
                  </a:lnTo>
                  <a:lnTo>
                    <a:pt x="1600454" y="242887"/>
                  </a:lnTo>
                  <a:lnTo>
                    <a:pt x="1557934" y="261340"/>
                  </a:lnTo>
                  <a:lnTo>
                    <a:pt x="1513535" y="275336"/>
                  </a:lnTo>
                  <a:lnTo>
                    <a:pt x="1467624" y="284695"/>
                  </a:lnTo>
                  <a:lnTo>
                    <a:pt x="1420545" y="289179"/>
                  </a:lnTo>
                  <a:lnTo>
                    <a:pt x="1417180" y="289318"/>
                  </a:lnTo>
                  <a:lnTo>
                    <a:pt x="1414170" y="291223"/>
                  </a:lnTo>
                  <a:lnTo>
                    <a:pt x="0" y="2968929"/>
                  </a:lnTo>
                  <a:lnTo>
                    <a:pt x="127" y="2971774"/>
                  </a:lnTo>
                  <a:lnTo>
                    <a:pt x="152" y="2972524"/>
                  </a:lnTo>
                  <a:lnTo>
                    <a:pt x="3733" y="2978213"/>
                  </a:lnTo>
                  <a:lnTo>
                    <a:pt x="6794" y="2979991"/>
                  </a:lnTo>
                  <a:lnTo>
                    <a:pt x="10299" y="2979750"/>
                  </a:lnTo>
                  <a:lnTo>
                    <a:pt x="54813" y="2983687"/>
                  </a:lnTo>
                  <a:lnTo>
                    <a:pt x="95389" y="2998533"/>
                  </a:lnTo>
                  <a:lnTo>
                    <a:pt x="95529" y="2998533"/>
                  </a:lnTo>
                  <a:lnTo>
                    <a:pt x="131229" y="3023730"/>
                  </a:lnTo>
                  <a:lnTo>
                    <a:pt x="159753" y="3058071"/>
                  </a:lnTo>
                  <a:lnTo>
                    <a:pt x="178549" y="3098584"/>
                  </a:lnTo>
                  <a:lnTo>
                    <a:pt x="185953" y="3141459"/>
                  </a:lnTo>
                  <a:lnTo>
                    <a:pt x="181902" y="3184779"/>
                  </a:lnTo>
                  <a:lnTo>
                    <a:pt x="166319" y="3226625"/>
                  </a:lnTo>
                  <a:lnTo>
                    <a:pt x="164744" y="3229597"/>
                  </a:lnTo>
                  <a:lnTo>
                    <a:pt x="164896" y="3233191"/>
                  </a:lnTo>
                  <a:lnTo>
                    <a:pt x="168402" y="3238779"/>
                  </a:lnTo>
                  <a:lnTo>
                    <a:pt x="171411" y="3240417"/>
                  </a:lnTo>
                  <a:lnTo>
                    <a:pt x="175031" y="3240417"/>
                  </a:lnTo>
                  <a:lnTo>
                    <a:pt x="641184" y="3220961"/>
                  </a:lnTo>
                  <a:lnTo>
                    <a:pt x="1265821" y="3194888"/>
                  </a:lnTo>
                  <a:lnTo>
                    <a:pt x="1268831" y="3192983"/>
                  </a:lnTo>
                  <a:lnTo>
                    <a:pt x="1270406" y="3190024"/>
                  </a:lnTo>
                  <a:lnTo>
                    <a:pt x="1295603" y="3147911"/>
                  </a:lnTo>
                  <a:lnTo>
                    <a:pt x="1324838" y="3109074"/>
                  </a:lnTo>
                  <a:lnTo>
                    <a:pt x="1357757" y="3073743"/>
                  </a:lnTo>
                  <a:lnTo>
                    <a:pt x="1394002" y="3042120"/>
                  </a:lnTo>
                  <a:lnTo>
                    <a:pt x="1433233" y="3014434"/>
                  </a:lnTo>
                  <a:lnTo>
                    <a:pt x="1475092" y="2990913"/>
                  </a:lnTo>
                  <a:lnTo>
                    <a:pt x="1519237" y="2971774"/>
                  </a:lnTo>
                  <a:lnTo>
                    <a:pt x="1565300" y="2957245"/>
                  </a:lnTo>
                  <a:lnTo>
                    <a:pt x="1612938" y="2947543"/>
                  </a:lnTo>
                  <a:lnTo>
                    <a:pt x="1661807" y="2942882"/>
                  </a:lnTo>
                  <a:lnTo>
                    <a:pt x="1665160" y="2942742"/>
                  </a:lnTo>
                  <a:lnTo>
                    <a:pt x="1668170" y="2940837"/>
                  </a:lnTo>
                  <a:lnTo>
                    <a:pt x="3077807" y="2717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98495" y="5367089"/>
              <a:ext cx="2228850" cy="614045"/>
            </a:xfrm>
            <a:custGeom>
              <a:avLst/>
              <a:gdLst/>
              <a:ahLst/>
              <a:cxnLst/>
              <a:rect l="l" t="t" r="r" b="b"/>
              <a:pathLst>
                <a:path w="2228850" h="614045">
                  <a:moveTo>
                    <a:pt x="0" y="613853"/>
                  </a:moveTo>
                  <a:lnTo>
                    <a:pt x="281375" y="81213"/>
                  </a:lnTo>
                  <a:lnTo>
                    <a:pt x="2228325" y="0"/>
                  </a:lnTo>
                  <a:lnTo>
                    <a:pt x="1947064" y="532536"/>
                  </a:lnTo>
                  <a:lnTo>
                    <a:pt x="0" y="61385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188585" y="5357532"/>
              <a:ext cx="2534285" cy="984250"/>
            </a:xfrm>
            <a:custGeom>
              <a:avLst/>
              <a:gdLst/>
              <a:ahLst/>
              <a:cxnLst/>
              <a:rect l="l" t="t" r="r" b="b"/>
              <a:pathLst>
                <a:path w="2534284" h="984250">
                  <a:moveTo>
                    <a:pt x="2534005" y="440474"/>
                  </a:moveTo>
                  <a:lnTo>
                    <a:pt x="2533967" y="439674"/>
                  </a:lnTo>
                  <a:lnTo>
                    <a:pt x="2533827" y="436778"/>
                  </a:lnTo>
                  <a:lnTo>
                    <a:pt x="2261768" y="27940"/>
                  </a:lnTo>
                  <a:lnTo>
                    <a:pt x="2246084" y="4406"/>
                  </a:lnTo>
                  <a:lnTo>
                    <a:pt x="2244382" y="1701"/>
                  </a:lnTo>
                  <a:lnTo>
                    <a:pt x="2244229" y="1625"/>
                  </a:lnTo>
                  <a:lnTo>
                    <a:pt x="2243213" y="1054"/>
                  </a:lnTo>
                  <a:lnTo>
                    <a:pt x="2241537" y="101"/>
                  </a:lnTo>
                  <a:lnTo>
                    <a:pt x="2241283" y="0"/>
                  </a:lnTo>
                  <a:lnTo>
                    <a:pt x="2239200" y="101"/>
                  </a:lnTo>
                  <a:lnTo>
                    <a:pt x="2238070" y="152"/>
                  </a:lnTo>
                  <a:lnTo>
                    <a:pt x="2222246" y="812"/>
                  </a:lnTo>
                  <a:lnTo>
                    <a:pt x="2222246" y="19646"/>
                  </a:lnTo>
                  <a:lnTo>
                    <a:pt x="1951164" y="532917"/>
                  </a:lnTo>
                  <a:lnTo>
                    <a:pt x="25869" y="613333"/>
                  </a:lnTo>
                  <a:lnTo>
                    <a:pt x="297091" y="99949"/>
                  </a:lnTo>
                  <a:lnTo>
                    <a:pt x="2222246" y="19646"/>
                  </a:lnTo>
                  <a:lnTo>
                    <a:pt x="2222246" y="812"/>
                  </a:lnTo>
                  <a:lnTo>
                    <a:pt x="287528" y="81508"/>
                  </a:lnTo>
                  <a:lnTo>
                    <a:pt x="284505" y="83413"/>
                  </a:lnTo>
                  <a:lnTo>
                    <a:pt x="0" y="621995"/>
                  </a:lnTo>
                  <a:lnTo>
                    <a:pt x="152" y="625589"/>
                  </a:lnTo>
                  <a:lnTo>
                    <a:pt x="3670" y="631177"/>
                  </a:lnTo>
                  <a:lnTo>
                    <a:pt x="6680" y="632815"/>
                  </a:lnTo>
                  <a:lnTo>
                    <a:pt x="10287" y="632815"/>
                  </a:lnTo>
                  <a:lnTo>
                    <a:pt x="476859" y="613333"/>
                  </a:lnTo>
                  <a:lnTo>
                    <a:pt x="1952040" y="551726"/>
                  </a:lnTo>
                  <a:lnTo>
                    <a:pt x="2235276" y="982116"/>
                  </a:lnTo>
                  <a:lnTo>
                    <a:pt x="2238222" y="983691"/>
                  </a:lnTo>
                  <a:lnTo>
                    <a:pt x="2241829" y="983691"/>
                  </a:lnTo>
                  <a:lnTo>
                    <a:pt x="2245169" y="983526"/>
                  </a:lnTo>
                  <a:lnTo>
                    <a:pt x="2248154" y="981621"/>
                  </a:lnTo>
                  <a:lnTo>
                    <a:pt x="2261781" y="955814"/>
                  </a:lnTo>
                  <a:lnTo>
                    <a:pt x="2534005" y="440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45852" y="5681321"/>
              <a:ext cx="1995561" cy="2612543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47313" y="50831"/>
            <a:ext cx="8705850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180"/>
              <a:t>D</a:t>
            </a:r>
            <a:r>
              <a:rPr dirty="0" sz="10000" spc="229"/>
              <a:t>a</a:t>
            </a:r>
            <a:r>
              <a:rPr dirty="0" sz="10000" spc="365"/>
              <a:t>t</a:t>
            </a:r>
            <a:r>
              <a:rPr dirty="0" sz="10000" spc="805"/>
              <a:t>a</a:t>
            </a:r>
            <a:r>
              <a:rPr dirty="0" sz="10000" spc="-1870"/>
              <a:t> </a:t>
            </a:r>
            <a:r>
              <a:rPr dirty="0" sz="10000" spc="-459"/>
              <a:t>C</a:t>
            </a:r>
            <a:r>
              <a:rPr dirty="0" sz="10000" spc="-520"/>
              <a:t>o</a:t>
            </a:r>
            <a:r>
              <a:rPr dirty="0" sz="10000" spc="-650"/>
              <a:t>ll</a:t>
            </a:r>
            <a:r>
              <a:rPr dirty="0" sz="10000" spc="-484"/>
              <a:t>e</a:t>
            </a:r>
            <a:r>
              <a:rPr dirty="0" sz="10000" spc="-490"/>
              <a:t>c</a:t>
            </a:r>
            <a:r>
              <a:rPr dirty="0" sz="10000" spc="-305"/>
              <a:t>t</a:t>
            </a:r>
            <a:r>
              <a:rPr dirty="0" sz="10000" spc="-625"/>
              <a:t>i</a:t>
            </a:r>
            <a:r>
              <a:rPr dirty="0" sz="10000" spc="-520"/>
              <a:t>o</a:t>
            </a:r>
            <a:r>
              <a:rPr dirty="0" sz="10000" spc="135"/>
              <a:t>n</a:t>
            </a:r>
            <a:endParaRPr sz="10000"/>
          </a:p>
        </p:txBody>
      </p:sp>
      <p:sp>
        <p:nvSpPr>
          <p:cNvPr id="47" name="object 47" descr=""/>
          <p:cNvSpPr txBox="1"/>
          <p:nvPr/>
        </p:nvSpPr>
        <p:spPr>
          <a:xfrm>
            <a:off x="-28757" y="1583540"/>
            <a:ext cx="11337925" cy="7919084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dirty="0" sz="4050" spc="-90" b="1">
                <a:solidFill>
                  <a:srgbClr val="171717"/>
                </a:solidFill>
                <a:latin typeface="Arial"/>
                <a:cs typeface="Arial"/>
              </a:rPr>
              <a:t>Stock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spc="-15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4050" spc="1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4050" spc="4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4050" spc="-260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4050" spc="-3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4050" spc="25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spc="65" b="1">
                <a:solidFill>
                  <a:srgbClr val="171717"/>
                </a:solidFill>
                <a:latin typeface="Arial"/>
                <a:cs typeface="Arial"/>
              </a:rPr>
              <a:t>data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b="1">
                <a:solidFill>
                  <a:srgbClr val="171717"/>
                </a:solidFill>
                <a:latin typeface="Arial"/>
                <a:cs typeface="Arial"/>
              </a:rPr>
              <a:t>was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spc="-160" b="1">
                <a:solidFill>
                  <a:srgbClr val="171717"/>
                </a:solidFill>
                <a:latin typeface="Arial"/>
                <a:cs typeface="Arial"/>
              </a:rPr>
              <a:t>collected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b="1">
                <a:solidFill>
                  <a:srgbClr val="171717"/>
                </a:solidFill>
                <a:latin typeface="Arial"/>
                <a:cs typeface="Arial"/>
              </a:rPr>
              <a:t>from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spc="-175" b="1">
                <a:solidFill>
                  <a:srgbClr val="171717"/>
                </a:solidFill>
                <a:latin typeface="Arial"/>
                <a:cs typeface="Arial"/>
              </a:rPr>
              <a:t>sources</a:t>
            </a:r>
            <a:r>
              <a:rPr dirty="0" sz="4050" spc="-70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050" spc="-434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4050" spc="-425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4050" spc="-625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4050" spc="-40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4050" spc="-114" b="1">
                <a:solidFill>
                  <a:srgbClr val="171717"/>
                </a:solidFill>
                <a:latin typeface="Arial"/>
                <a:cs typeface="Arial"/>
              </a:rPr>
              <a:t>:</a:t>
            </a:r>
            <a:endParaRPr sz="4050">
              <a:latin typeface="Arial"/>
              <a:cs typeface="Arial"/>
            </a:endParaRPr>
          </a:p>
          <a:p>
            <a:pPr algn="ctr" marL="3249930" marR="3242310">
              <a:lnSpc>
                <a:spcPts val="5650"/>
              </a:lnSpc>
              <a:spcBef>
                <a:spcPts val="320"/>
              </a:spcBef>
            </a:pPr>
            <a:r>
              <a:rPr dirty="0" sz="4050" spc="-135">
                <a:solidFill>
                  <a:srgbClr val="171717"/>
                </a:solidFill>
                <a:latin typeface="Lucida Sans Unicode"/>
                <a:cs typeface="Lucida Sans Unicode"/>
              </a:rPr>
              <a:t>NSE</a:t>
            </a:r>
            <a:r>
              <a:rPr dirty="0" sz="4050" spc="-6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335">
                <a:solidFill>
                  <a:srgbClr val="171717"/>
                </a:solidFill>
                <a:latin typeface="Lucida Sans Unicode"/>
                <a:cs typeface="Lucida Sans Unicode"/>
              </a:rPr>
              <a:t>historical</a:t>
            </a:r>
            <a:r>
              <a:rPr dirty="0" sz="4050" spc="-6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80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050" spc="-409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5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26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18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050" spc="-24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050" spc="-9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10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050" spc="-1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385">
                <a:solidFill>
                  <a:srgbClr val="171717"/>
                </a:solidFill>
                <a:latin typeface="Lucida Sans Unicode"/>
                <a:cs typeface="Lucida Sans Unicode"/>
              </a:rPr>
              <a:t>Financial</a:t>
            </a:r>
            <a:r>
              <a:rPr dirty="0" sz="4050" spc="-6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285">
                <a:solidFill>
                  <a:srgbClr val="171717"/>
                </a:solidFill>
                <a:latin typeface="Lucida Sans Unicode"/>
                <a:cs typeface="Lucida Sans Unicode"/>
              </a:rPr>
              <a:t>APIs</a:t>
            </a:r>
            <a:endParaRPr sz="4050">
              <a:latin typeface="Lucida Sans Unicode"/>
              <a:cs typeface="Lucida Sans Unicode"/>
            </a:endParaRPr>
          </a:p>
          <a:p>
            <a:pPr algn="ctr" marL="3813175" marR="3805554" indent="-635">
              <a:lnSpc>
                <a:spcPts val="5650"/>
              </a:lnSpc>
            </a:pPr>
            <a:r>
              <a:rPr dirty="0" sz="4050" spc="-395">
                <a:solidFill>
                  <a:srgbClr val="171717"/>
                </a:solidFill>
                <a:latin typeface="Lucida Sans Unicode"/>
                <a:cs typeface="Lucida Sans Unicode"/>
              </a:rPr>
              <a:t>Kaggle</a:t>
            </a:r>
            <a:r>
              <a:rPr dirty="0" sz="405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70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050" spc="-30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5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15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7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050" spc="-13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050" spc="2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21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050" spc="-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85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050" spc="-41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6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26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18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050" spc="-24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050" spc="9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6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355">
                <a:solidFill>
                  <a:srgbClr val="171717"/>
                </a:solidFill>
                <a:latin typeface="Lucida Sans Unicode"/>
                <a:cs typeface="Lucida Sans Unicode"/>
              </a:rPr>
              <a:t>contains: </a:t>
            </a:r>
            <a:r>
              <a:rPr dirty="0" sz="4050" spc="-360">
                <a:solidFill>
                  <a:srgbClr val="171717"/>
                </a:solidFill>
                <a:latin typeface="Lucida Sans Unicode"/>
                <a:cs typeface="Lucida Sans Unicode"/>
              </a:rPr>
              <a:t>Opening</a:t>
            </a:r>
            <a:r>
              <a:rPr dirty="0" sz="405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20">
                <a:solidFill>
                  <a:srgbClr val="171717"/>
                </a:solidFill>
                <a:latin typeface="Lucida Sans Unicode"/>
                <a:cs typeface="Lucida Sans Unicode"/>
              </a:rPr>
              <a:t>price </a:t>
            </a:r>
            <a:r>
              <a:rPr dirty="0" sz="4050" spc="-385">
                <a:solidFill>
                  <a:srgbClr val="171717"/>
                </a:solidFill>
                <a:latin typeface="Lucida Sans Unicode"/>
                <a:cs typeface="Lucida Sans Unicode"/>
              </a:rPr>
              <a:t>Closing</a:t>
            </a:r>
            <a:r>
              <a:rPr dirty="0" sz="4050" spc="-70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20">
                <a:solidFill>
                  <a:srgbClr val="171717"/>
                </a:solidFill>
                <a:latin typeface="Lucida Sans Unicode"/>
                <a:cs typeface="Lucida Sans Unicode"/>
              </a:rPr>
              <a:t>price </a:t>
            </a:r>
            <a:r>
              <a:rPr dirty="0" sz="4050" spc="-455">
                <a:solidFill>
                  <a:srgbClr val="171717"/>
                </a:solidFill>
                <a:latin typeface="Lucida Sans Unicode"/>
                <a:cs typeface="Lucida Sans Unicode"/>
              </a:rPr>
              <a:t>High</a:t>
            </a:r>
            <a:r>
              <a:rPr dirty="0" sz="405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30">
                <a:solidFill>
                  <a:srgbClr val="171717"/>
                </a:solidFill>
                <a:latin typeface="Lucida Sans Unicode"/>
                <a:cs typeface="Lucida Sans Unicode"/>
              </a:rPr>
              <a:t>price</a:t>
            </a:r>
            <a:endParaRPr sz="4050">
              <a:latin typeface="Lucida Sans Unicode"/>
              <a:cs typeface="Lucida Sans Unicode"/>
            </a:endParaRPr>
          </a:p>
          <a:p>
            <a:pPr algn="ctr" marL="4091940" marR="4084320" indent="-635">
              <a:lnSpc>
                <a:spcPts val="5650"/>
              </a:lnSpc>
            </a:pPr>
            <a:r>
              <a:rPr dirty="0" sz="4050" spc="-245">
                <a:solidFill>
                  <a:srgbClr val="171717"/>
                </a:solidFill>
                <a:latin typeface="Lucida Sans Unicode"/>
                <a:cs typeface="Lucida Sans Unicode"/>
              </a:rPr>
              <a:t>Low</a:t>
            </a:r>
            <a:r>
              <a:rPr dirty="0" sz="4050" spc="-6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30">
                <a:solidFill>
                  <a:srgbClr val="171717"/>
                </a:solidFill>
                <a:latin typeface="Lucida Sans Unicode"/>
                <a:cs typeface="Lucida Sans Unicode"/>
              </a:rPr>
              <a:t>price </a:t>
            </a:r>
            <a:r>
              <a:rPr dirty="0" sz="4050" spc="-79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350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050" spc="-53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370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050" spc="-49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050" spc="-390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050" spc="-90">
                <a:solidFill>
                  <a:srgbClr val="171717"/>
                </a:solidFill>
                <a:latin typeface="Lucida Sans Unicode"/>
                <a:cs typeface="Lucida Sans Unicode"/>
              </a:rPr>
              <a:t>g</a:t>
            </a:r>
            <a:r>
              <a:rPr dirty="0" sz="4050" spc="-7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420">
                <a:solidFill>
                  <a:srgbClr val="171717"/>
                </a:solidFill>
                <a:latin typeface="Lucida Sans Unicode"/>
                <a:cs typeface="Lucida Sans Unicode"/>
              </a:rPr>
              <a:t>volume </a:t>
            </a:r>
            <a:r>
              <a:rPr dirty="0" sz="4050" spc="-229">
                <a:solidFill>
                  <a:srgbClr val="171717"/>
                </a:solidFill>
                <a:latin typeface="Lucida Sans Unicode"/>
                <a:cs typeface="Lucida Sans Unicode"/>
              </a:rPr>
              <a:t>M</a:t>
            </a:r>
            <a:r>
              <a:rPr dirty="0" sz="4050" spc="-215">
                <a:solidFill>
                  <a:srgbClr val="171717"/>
                </a:solidFill>
                <a:latin typeface="Lucida Sans Unicode"/>
                <a:cs typeface="Lucida Sans Unicode"/>
              </a:rPr>
              <a:t>ar</a:t>
            </a:r>
            <a:r>
              <a:rPr dirty="0" sz="4050" spc="-545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050" spc="-30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050" spc="3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050" spc="-66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85">
                <a:solidFill>
                  <a:srgbClr val="171717"/>
                </a:solidFill>
                <a:latin typeface="Lucida Sans Unicode"/>
                <a:cs typeface="Lucida Sans Unicode"/>
              </a:rPr>
              <a:t>trends</a:t>
            </a:r>
            <a:endParaRPr sz="4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468282"/>
            <a:ext cx="7453630" cy="7722234"/>
            <a:chOff x="0" y="1468282"/>
            <a:chExt cx="7453630" cy="772223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8282"/>
              <a:ext cx="7453381" cy="758186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3461749"/>
              <a:ext cx="5528945" cy="4399915"/>
            </a:xfrm>
            <a:custGeom>
              <a:avLst/>
              <a:gdLst/>
              <a:ahLst/>
              <a:cxnLst/>
              <a:rect l="l" t="t" r="r" b="b"/>
              <a:pathLst>
                <a:path w="5528945" h="4399915">
                  <a:moveTo>
                    <a:pt x="373515" y="4399525"/>
                  </a:moveTo>
                  <a:lnTo>
                    <a:pt x="422845" y="4398648"/>
                  </a:lnTo>
                  <a:lnTo>
                    <a:pt x="5406376" y="3419372"/>
                  </a:lnTo>
                  <a:lnTo>
                    <a:pt x="5450873" y="3403782"/>
                  </a:lnTo>
                  <a:lnTo>
                    <a:pt x="5487221" y="3376288"/>
                  </a:lnTo>
                  <a:lnTo>
                    <a:pt x="5513518" y="3339560"/>
                  </a:lnTo>
                  <a:lnTo>
                    <a:pt x="5527862" y="3296271"/>
                  </a:lnTo>
                  <a:lnTo>
                    <a:pt x="5528351" y="3249092"/>
                  </a:lnTo>
                  <a:lnTo>
                    <a:pt x="5061091" y="94476"/>
                  </a:lnTo>
                  <a:lnTo>
                    <a:pt x="5048020" y="56274"/>
                  </a:lnTo>
                  <a:lnTo>
                    <a:pt x="5023067" y="26118"/>
                  </a:lnTo>
                  <a:lnTo>
                    <a:pt x="4989213" y="6521"/>
                  </a:lnTo>
                  <a:lnTo>
                    <a:pt x="4949437" y="0"/>
                  </a:lnTo>
                  <a:lnTo>
                    <a:pt x="0" y="43021"/>
                  </a:lnTo>
                  <a:lnTo>
                    <a:pt x="0" y="2594885"/>
                  </a:lnTo>
                  <a:lnTo>
                    <a:pt x="246681" y="4272250"/>
                  </a:lnTo>
                  <a:lnTo>
                    <a:pt x="261670" y="4319316"/>
                  </a:lnTo>
                  <a:lnTo>
                    <a:pt x="289855" y="4357674"/>
                  </a:lnTo>
                  <a:lnTo>
                    <a:pt x="328161" y="4385139"/>
                  </a:lnTo>
                  <a:lnTo>
                    <a:pt x="373515" y="4399525"/>
                  </a:lnTo>
                  <a:close/>
                </a:path>
              </a:pathLst>
            </a:custGeom>
            <a:solidFill>
              <a:srgbClr val="6AC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3453576"/>
              <a:ext cx="5536565" cy="4417695"/>
            </a:xfrm>
            <a:custGeom>
              <a:avLst/>
              <a:gdLst/>
              <a:ahLst/>
              <a:cxnLst/>
              <a:rect l="l" t="t" r="r" b="b"/>
              <a:pathLst>
                <a:path w="5536565" h="4417695">
                  <a:moveTo>
                    <a:pt x="395241" y="4417561"/>
                  </a:moveTo>
                  <a:lnTo>
                    <a:pt x="5407944" y="3435587"/>
                  </a:lnTo>
                  <a:lnTo>
                    <a:pt x="5454960" y="3419181"/>
                  </a:lnTo>
                  <a:lnTo>
                    <a:pt x="5493284" y="3390288"/>
                  </a:lnTo>
                  <a:lnTo>
                    <a:pt x="5520949" y="3351648"/>
                  </a:lnTo>
                  <a:lnTo>
                    <a:pt x="5535991" y="3306000"/>
                  </a:lnTo>
                  <a:lnTo>
                    <a:pt x="5536421" y="3258464"/>
                  </a:lnTo>
                  <a:lnTo>
                    <a:pt x="5536443" y="3256086"/>
                  </a:lnTo>
                  <a:lnTo>
                    <a:pt x="5069183" y="101460"/>
                  </a:lnTo>
                  <a:lnTo>
                    <a:pt x="5055167" y="60494"/>
                  </a:lnTo>
                  <a:lnTo>
                    <a:pt x="5028383" y="28070"/>
                  </a:lnTo>
                  <a:lnTo>
                    <a:pt x="4992018" y="6976"/>
                  </a:lnTo>
                  <a:lnTo>
                    <a:pt x="4949257" y="0"/>
                  </a:lnTo>
                  <a:lnTo>
                    <a:pt x="4951614" y="16325"/>
                  </a:lnTo>
                  <a:lnTo>
                    <a:pt x="4987744" y="22943"/>
                  </a:lnTo>
                  <a:lnTo>
                    <a:pt x="5018470" y="41249"/>
                  </a:lnTo>
                  <a:lnTo>
                    <a:pt x="5041109" y="68977"/>
                  </a:lnTo>
                  <a:lnTo>
                    <a:pt x="5052979" y="103848"/>
                  </a:lnTo>
                  <a:lnTo>
                    <a:pt x="5520238" y="3258464"/>
                  </a:lnTo>
                  <a:lnTo>
                    <a:pt x="5519831" y="3303235"/>
                  </a:lnTo>
                  <a:lnTo>
                    <a:pt x="5506333" y="3344181"/>
                  </a:lnTo>
                  <a:lnTo>
                    <a:pt x="5481503" y="3378843"/>
                  </a:lnTo>
                  <a:lnTo>
                    <a:pt x="5447101" y="3404766"/>
                  </a:lnTo>
                  <a:lnTo>
                    <a:pt x="5404887" y="3419492"/>
                  </a:lnTo>
                  <a:lnTo>
                    <a:pt x="421246" y="4398788"/>
                  </a:lnTo>
                  <a:lnTo>
                    <a:pt x="392574" y="4401151"/>
                  </a:lnTo>
                  <a:lnTo>
                    <a:pt x="325606" y="4401151"/>
                  </a:lnTo>
                  <a:lnTo>
                    <a:pt x="347101" y="4409997"/>
                  </a:lnTo>
                  <a:lnTo>
                    <a:pt x="370826" y="4415657"/>
                  </a:lnTo>
                  <a:lnTo>
                    <a:pt x="395241" y="4417561"/>
                  </a:lnTo>
                  <a:close/>
                </a:path>
                <a:path w="5536565" h="4417695">
                  <a:moveTo>
                    <a:pt x="0" y="59373"/>
                  </a:moveTo>
                  <a:lnTo>
                    <a:pt x="4951783" y="16325"/>
                  </a:lnTo>
                  <a:lnTo>
                    <a:pt x="3071333" y="16325"/>
                  </a:lnTo>
                  <a:lnTo>
                    <a:pt x="0" y="43025"/>
                  </a:lnTo>
                  <a:lnTo>
                    <a:pt x="0" y="59373"/>
                  </a:lnTo>
                  <a:close/>
                </a:path>
                <a:path w="5536565" h="4417695">
                  <a:moveTo>
                    <a:pt x="325606" y="4401151"/>
                  </a:moveTo>
                  <a:lnTo>
                    <a:pt x="392574" y="4401151"/>
                  </a:lnTo>
                  <a:lnTo>
                    <a:pt x="364472" y="4397772"/>
                  </a:lnTo>
                  <a:lnTo>
                    <a:pt x="337602" y="4388802"/>
                  </a:lnTo>
                  <a:lnTo>
                    <a:pt x="290997" y="4355348"/>
                  </a:lnTo>
                  <a:lnTo>
                    <a:pt x="261710" y="4307192"/>
                  </a:lnTo>
                  <a:lnTo>
                    <a:pt x="0" y="2546915"/>
                  </a:lnTo>
                  <a:lnTo>
                    <a:pt x="0" y="2659358"/>
                  </a:lnTo>
                  <a:lnTo>
                    <a:pt x="238578" y="4281631"/>
                  </a:lnTo>
                  <a:lnTo>
                    <a:pt x="259928" y="4341295"/>
                  </a:lnTo>
                  <a:lnTo>
                    <a:pt x="303098" y="4387717"/>
                  </a:lnTo>
                  <a:lnTo>
                    <a:pt x="324410" y="4400659"/>
                  </a:lnTo>
                  <a:lnTo>
                    <a:pt x="325606" y="4401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019519"/>
              <a:ext cx="5179695" cy="332105"/>
            </a:xfrm>
            <a:custGeom>
              <a:avLst/>
              <a:gdLst/>
              <a:ahLst/>
              <a:cxnLst/>
              <a:rect l="l" t="t" r="r" b="b"/>
              <a:pathLst>
                <a:path w="5179695" h="332104">
                  <a:moveTo>
                    <a:pt x="0" y="331652"/>
                  </a:moveTo>
                  <a:lnTo>
                    <a:pt x="5179210" y="283859"/>
                  </a:lnTo>
                  <a:lnTo>
                    <a:pt x="5156222" y="128656"/>
                  </a:lnTo>
                  <a:lnTo>
                    <a:pt x="5143532" y="86562"/>
                  </a:lnTo>
                  <a:lnTo>
                    <a:pt x="5120068" y="50913"/>
                  </a:lnTo>
                  <a:lnTo>
                    <a:pt x="5087867" y="23445"/>
                  </a:lnTo>
                  <a:lnTo>
                    <a:pt x="5048967" y="5896"/>
                  </a:lnTo>
                  <a:lnTo>
                    <a:pt x="5005404" y="0"/>
                  </a:lnTo>
                  <a:lnTo>
                    <a:pt x="0" y="0"/>
                  </a:lnTo>
                  <a:lnTo>
                    <a:pt x="0" y="331652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011334"/>
              <a:ext cx="5187950" cy="348615"/>
            </a:xfrm>
            <a:custGeom>
              <a:avLst/>
              <a:gdLst/>
              <a:ahLst/>
              <a:cxnLst/>
              <a:rect l="l" t="t" r="r" b="b"/>
              <a:pathLst>
                <a:path w="5187950" h="348614">
                  <a:moveTo>
                    <a:pt x="5104650" y="222948"/>
                  </a:moveTo>
                  <a:lnTo>
                    <a:pt x="5093284" y="146177"/>
                  </a:lnTo>
                  <a:lnTo>
                    <a:pt x="5063922" y="93103"/>
                  </a:lnTo>
                  <a:lnTo>
                    <a:pt x="5007140" y="71831"/>
                  </a:lnTo>
                  <a:lnTo>
                    <a:pt x="0" y="71831"/>
                  </a:lnTo>
                  <a:lnTo>
                    <a:pt x="0" y="79997"/>
                  </a:lnTo>
                  <a:lnTo>
                    <a:pt x="0" y="88188"/>
                  </a:lnTo>
                  <a:lnTo>
                    <a:pt x="0" y="259359"/>
                  </a:lnTo>
                  <a:lnTo>
                    <a:pt x="0" y="267538"/>
                  </a:lnTo>
                  <a:lnTo>
                    <a:pt x="0" y="275729"/>
                  </a:lnTo>
                  <a:lnTo>
                    <a:pt x="5098504" y="229971"/>
                  </a:lnTo>
                  <a:lnTo>
                    <a:pt x="5098656" y="229971"/>
                  </a:lnTo>
                  <a:lnTo>
                    <a:pt x="5100904" y="228930"/>
                  </a:lnTo>
                  <a:lnTo>
                    <a:pt x="5103965" y="225323"/>
                  </a:lnTo>
                  <a:lnTo>
                    <a:pt x="5104650" y="222948"/>
                  </a:lnTo>
                  <a:close/>
                </a:path>
                <a:path w="5187950" h="348614">
                  <a:moveTo>
                    <a:pt x="5187632" y="293192"/>
                  </a:moveTo>
                  <a:lnTo>
                    <a:pt x="5164302" y="135648"/>
                  </a:lnTo>
                  <a:lnTo>
                    <a:pt x="5150878" y="91478"/>
                  </a:lnTo>
                  <a:lnTo>
                    <a:pt x="5125999" y="54038"/>
                  </a:lnTo>
                  <a:lnTo>
                    <a:pt x="5091722" y="25031"/>
                  </a:lnTo>
                  <a:lnTo>
                    <a:pt x="5050942" y="6515"/>
                  </a:lnTo>
                  <a:lnTo>
                    <a:pt x="5005171" y="0"/>
                  </a:lnTo>
                  <a:lnTo>
                    <a:pt x="0" y="0"/>
                  </a:lnTo>
                  <a:lnTo>
                    <a:pt x="0" y="16370"/>
                  </a:lnTo>
                  <a:lnTo>
                    <a:pt x="5005298" y="16370"/>
                  </a:lnTo>
                  <a:lnTo>
                    <a:pt x="5056441" y="25031"/>
                  </a:lnTo>
                  <a:lnTo>
                    <a:pt x="5099710" y="50457"/>
                  </a:lnTo>
                  <a:lnTo>
                    <a:pt x="5131511" y="89268"/>
                  </a:lnTo>
                  <a:lnTo>
                    <a:pt x="5148135" y="138049"/>
                  </a:lnTo>
                  <a:lnTo>
                    <a:pt x="5169738" y="283946"/>
                  </a:lnTo>
                  <a:lnTo>
                    <a:pt x="0" y="331647"/>
                  </a:lnTo>
                  <a:lnTo>
                    <a:pt x="0" y="348018"/>
                  </a:lnTo>
                  <a:lnTo>
                    <a:pt x="5181435" y="300215"/>
                  </a:lnTo>
                  <a:lnTo>
                    <a:pt x="5181651" y="300215"/>
                  </a:lnTo>
                  <a:lnTo>
                    <a:pt x="5183886" y="299161"/>
                  </a:lnTo>
                  <a:lnTo>
                    <a:pt x="5186959" y="295567"/>
                  </a:lnTo>
                  <a:lnTo>
                    <a:pt x="5187632" y="2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15275" y="2706805"/>
              <a:ext cx="3858895" cy="1510665"/>
            </a:xfrm>
            <a:custGeom>
              <a:avLst/>
              <a:gdLst/>
              <a:ahLst/>
              <a:cxnLst/>
              <a:rect l="l" t="t" r="r" b="b"/>
              <a:pathLst>
                <a:path w="3858895" h="1510664">
                  <a:moveTo>
                    <a:pt x="3745316" y="1510242"/>
                  </a:moveTo>
                  <a:lnTo>
                    <a:pt x="3781836" y="1503972"/>
                  </a:lnTo>
                  <a:lnTo>
                    <a:pt x="3781585" y="1503972"/>
                  </a:lnTo>
                  <a:lnTo>
                    <a:pt x="3811761" y="1487680"/>
                  </a:lnTo>
                  <a:lnTo>
                    <a:pt x="3835297" y="1463504"/>
                  </a:lnTo>
                  <a:lnTo>
                    <a:pt x="3851174" y="1433834"/>
                  </a:lnTo>
                  <a:lnTo>
                    <a:pt x="3858493" y="1400999"/>
                  </a:lnTo>
                  <a:lnTo>
                    <a:pt x="3856353" y="1367327"/>
                  </a:lnTo>
                  <a:lnTo>
                    <a:pt x="3820098" y="1306783"/>
                  </a:lnTo>
                  <a:lnTo>
                    <a:pt x="3784181" y="1284566"/>
                  </a:lnTo>
                  <a:lnTo>
                    <a:pt x="3736709" y="1266488"/>
                  </a:lnTo>
                  <a:lnTo>
                    <a:pt x="2497900" y="807681"/>
                  </a:lnTo>
                  <a:lnTo>
                    <a:pt x="532347" y="116986"/>
                  </a:lnTo>
                  <a:lnTo>
                    <a:pt x="484910" y="102021"/>
                  </a:lnTo>
                  <a:lnTo>
                    <a:pt x="437375" y="87533"/>
                  </a:lnTo>
                  <a:lnTo>
                    <a:pt x="389711" y="73615"/>
                  </a:lnTo>
                  <a:lnTo>
                    <a:pt x="341884" y="60361"/>
                  </a:lnTo>
                  <a:lnTo>
                    <a:pt x="293861" y="47864"/>
                  </a:lnTo>
                  <a:lnTo>
                    <a:pt x="245608" y="36217"/>
                  </a:lnTo>
                  <a:lnTo>
                    <a:pt x="197093" y="25513"/>
                  </a:lnTo>
                  <a:lnTo>
                    <a:pt x="148283" y="15847"/>
                  </a:lnTo>
                  <a:lnTo>
                    <a:pt x="99144" y="7312"/>
                  </a:lnTo>
                  <a:lnTo>
                    <a:pt x="49642" y="0"/>
                  </a:lnTo>
                  <a:lnTo>
                    <a:pt x="19216" y="6839"/>
                  </a:lnTo>
                  <a:lnTo>
                    <a:pt x="1343" y="29737"/>
                  </a:lnTo>
                  <a:lnTo>
                    <a:pt x="0" y="58688"/>
                  </a:lnTo>
                  <a:lnTo>
                    <a:pt x="19151" y="83686"/>
                  </a:lnTo>
                  <a:lnTo>
                    <a:pt x="61607" y="109869"/>
                  </a:lnTo>
                  <a:lnTo>
                    <a:pt x="104589" y="134916"/>
                  </a:lnTo>
                  <a:lnTo>
                    <a:pt x="148060" y="158907"/>
                  </a:lnTo>
                  <a:lnTo>
                    <a:pt x="191982" y="181923"/>
                  </a:lnTo>
                  <a:lnTo>
                    <a:pt x="236317" y="204043"/>
                  </a:lnTo>
                  <a:lnTo>
                    <a:pt x="281029" y="225349"/>
                  </a:lnTo>
                  <a:lnTo>
                    <a:pt x="326079" y="245921"/>
                  </a:lnTo>
                  <a:lnTo>
                    <a:pt x="371430" y="265838"/>
                  </a:lnTo>
                  <a:lnTo>
                    <a:pt x="417045" y="285183"/>
                  </a:lnTo>
                  <a:lnTo>
                    <a:pt x="462885" y="304034"/>
                  </a:lnTo>
                  <a:lnTo>
                    <a:pt x="555094" y="340580"/>
                  </a:lnTo>
                  <a:lnTo>
                    <a:pt x="2607696" y="1112340"/>
                  </a:lnTo>
                  <a:lnTo>
                    <a:pt x="3608544" y="1470784"/>
                  </a:lnTo>
                  <a:lnTo>
                    <a:pt x="3704206" y="1503972"/>
                  </a:lnTo>
                  <a:lnTo>
                    <a:pt x="3745316" y="1510242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05541" y="2698692"/>
              <a:ext cx="3876675" cy="1524000"/>
            </a:xfrm>
            <a:custGeom>
              <a:avLst/>
              <a:gdLst/>
              <a:ahLst/>
              <a:cxnLst/>
              <a:rect l="l" t="t" r="r" b="b"/>
              <a:pathLst>
                <a:path w="3876675" h="1524000">
                  <a:moveTo>
                    <a:pt x="3733392" y="1523999"/>
                  </a:moveTo>
                  <a:lnTo>
                    <a:pt x="3754232" y="1523999"/>
                  </a:lnTo>
                  <a:lnTo>
                    <a:pt x="3794149" y="1511299"/>
                  </a:lnTo>
                  <a:lnTo>
                    <a:pt x="3827039" y="1498599"/>
                  </a:lnTo>
                  <a:lnTo>
                    <a:pt x="3852136" y="1473199"/>
                  </a:lnTo>
                  <a:lnTo>
                    <a:pt x="3868674" y="1435099"/>
                  </a:lnTo>
                  <a:lnTo>
                    <a:pt x="3876657" y="1396999"/>
                  </a:lnTo>
                  <a:lnTo>
                    <a:pt x="3869250" y="1346199"/>
                  </a:lnTo>
                  <a:lnTo>
                    <a:pt x="3843682" y="1308099"/>
                  </a:lnTo>
                  <a:lnTo>
                    <a:pt x="3797182" y="1282699"/>
                  </a:lnTo>
                  <a:lnTo>
                    <a:pt x="3745585" y="1257299"/>
                  </a:lnTo>
                  <a:lnTo>
                    <a:pt x="3693976" y="1244599"/>
                  </a:lnTo>
                  <a:lnTo>
                    <a:pt x="3642361" y="1219199"/>
                  </a:lnTo>
                  <a:lnTo>
                    <a:pt x="3590745" y="1206499"/>
                  </a:lnTo>
                  <a:lnTo>
                    <a:pt x="3487533" y="1155699"/>
                  </a:lnTo>
                  <a:lnTo>
                    <a:pt x="3435948" y="1142999"/>
                  </a:lnTo>
                  <a:lnTo>
                    <a:pt x="3384386" y="1117599"/>
                  </a:lnTo>
                  <a:lnTo>
                    <a:pt x="3332851" y="1104899"/>
                  </a:lnTo>
                  <a:lnTo>
                    <a:pt x="3281349" y="1079499"/>
                  </a:lnTo>
                  <a:lnTo>
                    <a:pt x="3229886" y="1066799"/>
                  </a:lnTo>
                  <a:lnTo>
                    <a:pt x="3178467" y="1041399"/>
                  </a:lnTo>
                  <a:lnTo>
                    <a:pt x="3127099" y="1028699"/>
                  </a:lnTo>
                  <a:lnTo>
                    <a:pt x="3075786" y="1003299"/>
                  </a:lnTo>
                  <a:lnTo>
                    <a:pt x="3024535" y="990599"/>
                  </a:lnTo>
                  <a:lnTo>
                    <a:pt x="2973351" y="965199"/>
                  </a:lnTo>
                  <a:lnTo>
                    <a:pt x="2922240" y="952499"/>
                  </a:lnTo>
                  <a:lnTo>
                    <a:pt x="2871208" y="927099"/>
                  </a:lnTo>
                  <a:lnTo>
                    <a:pt x="2769401" y="901699"/>
                  </a:lnTo>
                  <a:lnTo>
                    <a:pt x="2718638" y="876299"/>
                  </a:lnTo>
                  <a:lnTo>
                    <a:pt x="2667976" y="863599"/>
                  </a:lnTo>
                  <a:lnTo>
                    <a:pt x="2617420" y="838199"/>
                  </a:lnTo>
                  <a:lnTo>
                    <a:pt x="2566977" y="825499"/>
                  </a:lnTo>
                  <a:lnTo>
                    <a:pt x="2516653" y="800099"/>
                  </a:lnTo>
                  <a:lnTo>
                    <a:pt x="2466452" y="787399"/>
                  </a:lnTo>
                  <a:lnTo>
                    <a:pt x="2416380" y="761999"/>
                  </a:lnTo>
                  <a:lnTo>
                    <a:pt x="2316648" y="736599"/>
                  </a:lnTo>
                  <a:lnTo>
                    <a:pt x="2266999" y="711199"/>
                  </a:lnTo>
                  <a:lnTo>
                    <a:pt x="2217502" y="698499"/>
                  </a:lnTo>
                  <a:lnTo>
                    <a:pt x="2168162" y="673099"/>
                  </a:lnTo>
                  <a:lnTo>
                    <a:pt x="2069979" y="647699"/>
                  </a:lnTo>
                  <a:lnTo>
                    <a:pt x="1875755" y="571499"/>
                  </a:lnTo>
                  <a:lnTo>
                    <a:pt x="1779804" y="546099"/>
                  </a:lnTo>
                  <a:lnTo>
                    <a:pt x="1590453" y="469899"/>
                  </a:lnTo>
                  <a:lnTo>
                    <a:pt x="1497142" y="444499"/>
                  </a:lnTo>
                  <a:lnTo>
                    <a:pt x="1404802" y="406399"/>
                  </a:lnTo>
                  <a:lnTo>
                    <a:pt x="1313478" y="380999"/>
                  </a:lnTo>
                  <a:lnTo>
                    <a:pt x="1223215" y="342899"/>
                  </a:lnTo>
                  <a:lnTo>
                    <a:pt x="1134059" y="317499"/>
                  </a:lnTo>
                  <a:lnTo>
                    <a:pt x="1046054" y="279399"/>
                  </a:lnTo>
                  <a:lnTo>
                    <a:pt x="916305" y="241299"/>
                  </a:lnTo>
                  <a:lnTo>
                    <a:pt x="789403" y="190499"/>
                  </a:lnTo>
                  <a:lnTo>
                    <a:pt x="544749" y="114299"/>
                  </a:lnTo>
                  <a:lnTo>
                    <a:pt x="502137" y="101599"/>
                  </a:lnTo>
                  <a:lnTo>
                    <a:pt x="457995" y="88899"/>
                  </a:lnTo>
                  <a:lnTo>
                    <a:pt x="365477" y="63499"/>
                  </a:lnTo>
                  <a:lnTo>
                    <a:pt x="267908" y="38099"/>
                  </a:lnTo>
                  <a:lnTo>
                    <a:pt x="113647" y="0"/>
                  </a:lnTo>
                  <a:lnTo>
                    <a:pt x="23616" y="0"/>
                  </a:lnTo>
                  <a:lnTo>
                    <a:pt x="11170" y="12699"/>
                  </a:lnTo>
                  <a:lnTo>
                    <a:pt x="111127" y="12699"/>
                  </a:lnTo>
                  <a:lnTo>
                    <a:pt x="264393" y="50799"/>
                  </a:lnTo>
                  <a:lnTo>
                    <a:pt x="361377" y="76199"/>
                  </a:lnTo>
                  <a:lnTo>
                    <a:pt x="453351" y="101599"/>
                  </a:lnTo>
                  <a:lnTo>
                    <a:pt x="497230" y="114299"/>
                  </a:lnTo>
                  <a:lnTo>
                    <a:pt x="539583" y="126999"/>
                  </a:lnTo>
                  <a:lnTo>
                    <a:pt x="701245" y="177799"/>
                  </a:lnTo>
                  <a:lnTo>
                    <a:pt x="826129" y="228599"/>
                  </a:lnTo>
                  <a:lnTo>
                    <a:pt x="953963" y="266699"/>
                  </a:lnTo>
                  <a:lnTo>
                    <a:pt x="1040748" y="304799"/>
                  </a:lnTo>
                  <a:lnTo>
                    <a:pt x="1217864" y="355599"/>
                  </a:lnTo>
                  <a:lnTo>
                    <a:pt x="1308104" y="393699"/>
                  </a:lnTo>
                  <a:lnTo>
                    <a:pt x="1399405" y="419099"/>
                  </a:lnTo>
                  <a:lnTo>
                    <a:pt x="1585009" y="495299"/>
                  </a:lnTo>
                  <a:lnTo>
                    <a:pt x="1679221" y="520699"/>
                  </a:lnTo>
                  <a:lnTo>
                    <a:pt x="1774313" y="558799"/>
                  </a:lnTo>
                  <a:lnTo>
                    <a:pt x="1870239" y="584199"/>
                  </a:lnTo>
                  <a:lnTo>
                    <a:pt x="2162568" y="698499"/>
                  </a:lnTo>
                  <a:lnTo>
                    <a:pt x="2261377" y="723899"/>
                  </a:lnTo>
                  <a:lnTo>
                    <a:pt x="2311012" y="749299"/>
                  </a:lnTo>
                  <a:lnTo>
                    <a:pt x="2360793" y="761999"/>
                  </a:lnTo>
                  <a:lnTo>
                    <a:pt x="2410715" y="787399"/>
                  </a:lnTo>
                  <a:lnTo>
                    <a:pt x="2460772" y="800099"/>
                  </a:lnTo>
                  <a:lnTo>
                    <a:pt x="2510957" y="825499"/>
                  </a:lnTo>
                  <a:lnTo>
                    <a:pt x="2611693" y="850899"/>
                  </a:lnTo>
                  <a:lnTo>
                    <a:pt x="2662233" y="876299"/>
                  </a:lnTo>
                  <a:lnTo>
                    <a:pt x="2712878" y="888999"/>
                  </a:lnTo>
                  <a:lnTo>
                    <a:pt x="2763625" y="914399"/>
                  </a:lnTo>
                  <a:lnTo>
                    <a:pt x="2814466" y="927099"/>
                  </a:lnTo>
                  <a:lnTo>
                    <a:pt x="2865397" y="952499"/>
                  </a:lnTo>
                  <a:lnTo>
                    <a:pt x="2916412" y="965199"/>
                  </a:lnTo>
                  <a:lnTo>
                    <a:pt x="2967505" y="990599"/>
                  </a:lnTo>
                  <a:lnTo>
                    <a:pt x="3018670" y="1003299"/>
                  </a:lnTo>
                  <a:lnTo>
                    <a:pt x="3069902" y="1028699"/>
                  </a:lnTo>
                  <a:lnTo>
                    <a:pt x="3121195" y="1041399"/>
                  </a:lnTo>
                  <a:lnTo>
                    <a:pt x="3172544" y="1066799"/>
                  </a:lnTo>
                  <a:lnTo>
                    <a:pt x="3223943" y="1079499"/>
                  </a:lnTo>
                  <a:lnTo>
                    <a:pt x="3275385" y="1104899"/>
                  </a:lnTo>
                  <a:lnTo>
                    <a:pt x="3326866" y="1117599"/>
                  </a:lnTo>
                  <a:lnTo>
                    <a:pt x="3378380" y="1142999"/>
                  </a:lnTo>
                  <a:lnTo>
                    <a:pt x="3429920" y="1155699"/>
                  </a:lnTo>
                  <a:lnTo>
                    <a:pt x="3481483" y="1181099"/>
                  </a:lnTo>
                  <a:lnTo>
                    <a:pt x="3533060" y="1193799"/>
                  </a:lnTo>
                  <a:lnTo>
                    <a:pt x="3584648" y="1219199"/>
                  </a:lnTo>
                  <a:lnTo>
                    <a:pt x="3636241" y="1231899"/>
                  </a:lnTo>
                  <a:lnTo>
                    <a:pt x="3687832" y="1257299"/>
                  </a:lnTo>
                  <a:lnTo>
                    <a:pt x="3739416" y="1269999"/>
                  </a:lnTo>
                  <a:lnTo>
                    <a:pt x="3790987" y="1295399"/>
                  </a:lnTo>
                  <a:lnTo>
                    <a:pt x="3831661" y="1320799"/>
                  </a:lnTo>
                  <a:lnTo>
                    <a:pt x="3854059" y="1358899"/>
                  </a:lnTo>
                  <a:lnTo>
                    <a:pt x="3860499" y="1396999"/>
                  </a:lnTo>
                  <a:lnTo>
                    <a:pt x="3853299" y="1435099"/>
                  </a:lnTo>
                  <a:lnTo>
                    <a:pt x="3834451" y="1460499"/>
                  </a:lnTo>
                  <a:lnTo>
                    <a:pt x="3804490" y="1485899"/>
                  </a:lnTo>
                  <a:lnTo>
                    <a:pt x="3764690" y="1498599"/>
                  </a:lnTo>
                  <a:lnTo>
                    <a:pt x="3662355" y="1498599"/>
                  </a:lnTo>
                  <a:lnTo>
                    <a:pt x="3711263" y="1511299"/>
                  </a:lnTo>
                  <a:lnTo>
                    <a:pt x="3722484" y="1511299"/>
                  </a:lnTo>
                  <a:lnTo>
                    <a:pt x="3733392" y="1523999"/>
                  </a:lnTo>
                  <a:close/>
                </a:path>
                <a:path w="3876675" h="1524000">
                  <a:moveTo>
                    <a:pt x="3662355" y="1498599"/>
                  </a:moveTo>
                  <a:lnTo>
                    <a:pt x="3716328" y="1498599"/>
                  </a:lnTo>
                  <a:lnTo>
                    <a:pt x="3667439" y="1485899"/>
                  </a:lnTo>
                  <a:lnTo>
                    <a:pt x="3618577" y="1460499"/>
                  </a:lnTo>
                  <a:lnTo>
                    <a:pt x="3520949" y="1435099"/>
                  </a:lnTo>
                  <a:lnTo>
                    <a:pt x="3472189" y="1409699"/>
                  </a:lnTo>
                  <a:lnTo>
                    <a:pt x="3374795" y="1384299"/>
                  </a:lnTo>
                  <a:lnTo>
                    <a:pt x="3326168" y="1358899"/>
                  </a:lnTo>
                  <a:lnTo>
                    <a:pt x="3277591" y="1346199"/>
                  </a:lnTo>
                  <a:lnTo>
                    <a:pt x="3229069" y="1320799"/>
                  </a:lnTo>
                  <a:lnTo>
                    <a:pt x="3132200" y="1295399"/>
                  </a:lnTo>
                  <a:lnTo>
                    <a:pt x="3083860" y="1269999"/>
                  </a:lnTo>
                  <a:lnTo>
                    <a:pt x="2987386" y="1244599"/>
                  </a:lnTo>
                  <a:lnTo>
                    <a:pt x="2939259" y="1219199"/>
                  </a:lnTo>
                  <a:lnTo>
                    <a:pt x="2843241" y="1193799"/>
                  </a:lnTo>
                  <a:lnTo>
                    <a:pt x="2795357" y="1168399"/>
                  </a:lnTo>
                  <a:lnTo>
                    <a:pt x="2747560" y="1155699"/>
                  </a:lnTo>
                  <a:lnTo>
                    <a:pt x="2699855" y="1130299"/>
                  </a:lnTo>
                  <a:lnTo>
                    <a:pt x="2604730" y="1104899"/>
                  </a:lnTo>
                  <a:lnTo>
                    <a:pt x="2321891" y="990599"/>
                  </a:lnTo>
                  <a:lnTo>
                    <a:pt x="2228545" y="965199"/>
                  </a:lnTo>
                  <a:lnTo>
                    <a:pt x="2135711" y="927099"/>
                  </a:lnTo>
                  <a:lnTo>
                    <a:pt x="1657839" y="749299"/>
                  </a:lnTo>
                  <a:lnTo>
                    <a:pt x="1168211" y="558799"/>
                  </a:lnTo>
                  <a:lnTo>
                    <a:pt x="1073523" y="533399"/>
                  </a:lnTo>
                  <a:lnTo>
                    <a:pt x="796611" y="419099"/>
                  </a:lnTo>
                  <a:lnTo>
                    <a:pt x="706815" y="393699"/>
                  </a:lnTo>
                  <a:lnTo>
                    <a:pt x="661311" y="368299"/>
                  </a:lnTo>
                  <a:lnTo>
                    <a:pt x="615656" y="355599"/>
                  </a:lnTo>
                  <a:lnTo>
                    <a:pt x="569906" y="330199"/>
                  </a:lnTo>
                  <a:lnTo>
                    <a:pt x="478336" y="304799"/>
                  </a:lnTo>
                  <a:lnTo>
                    <a:pt x="432625" y="279399"/>
                  </a:lnTo>
                  <a:lnTo>
                    <a:pt x="387036" y="266699"/>
                  </a:lnTo>
                  <a:lnTo>
                    <a:pt x="296442" y="215899"/>
                  </a:lnTo>
                  <a:lnTo>
                    <a:pt x="251546" y="203199"/>
                  </a:lnTo>
                  <a:lnTo>
                    <a:pt x="119114" y="126999"/>
                  </a:lnTo>
                  <a:lnTo>
                    <a:pt x="33250" y="76199"/>
                  </a:lnTo>
                  <a:lnTo>
                    <a:pt x="17308" y="50799"/>
                  </a:lnTo>
                  <a:lnTo>
                    <a:pt x="16346" y="50799"/>
                  </a:lnTo>
                  <a:lnTo>
                    <a:pt x="18614" y="38099"/>
                  </a:lnTo>
                  <a:lnTo>
                    <a:pt x="23777" y="25399"/>
                  </a:lnTo>
                  <a:lnTo>
                    <a:pt x="32100" y="12699"/>
                  </a:lnTo>
                  <a:lnTo>
                    <a:pt x="11170" y="12699"/>
                  </a:lnTo>
                  <a:lnTo>
                    <a:pt x="3239" y="25399"/>
                  </a:lnTo>
                  <a:lnTo>
                    <a:pt x="0" y="50799"/>
                  </a:lnTo>
                  <a:lnTo>
                    <a:pt x="1831" y="63499"/>
                  </a:lnTo>
                  <a:lnTo>
                    <a:pt x="110865" y="139699"/>
                  </a:lnTo>
                  <a:lnTo>
                    <a:pt x="289107" y="241299"/>
                  </a:lnTo>
                  <a:lnTo>
                    <a:pt x="334487" y="253999"/>
                  </a:lnTo>
                  <a:lnTo>
                    <a:pt x="380088" y="279399"/>
                  </a:lnTo>
                  <a:lnTo>
                    <a:pt x="425856" y="292099"/>
                  </a:lnTo>
                  <a:lnTo>
                    <a:pt x="471738" y="317499"/>
                  </a:lnTo>
                  <a:lnTo>
                    <a:pt x="517681" y="330199"/>
                  </a:lnTo>
                  <a:lnTo>
                    <a:pt x="563632" y="355599"/>
                  </a:lnTo>
                  <a:lnTo>
                    <a:pt x="655340" y="380999"/>
                  </a:lnTo>
                  <a:lnTo>
                    <a:pt x="700991" y="406399"/>
                  </a:lnTo>
                  <a:lnTo>
                    <a:pt x="790788" y="431799"/>
                  </a:lnTo>
                  <a:lnTo>
                    <a:pt x="1067712" y="546099"/>
                  </a:lnTo>
                  <a:lnTo>
                    <a:pt x="1162406" y="584199"/>
                  </a:lnTo>
                  <a:lnTo>
                    <a:pt x="1258231" y="609599"/>
                  </a:lnTo>
                  <a:lnTo>
                    <a:pt x="1753003" y="800099"/>
                  </a:lnTo>
                  <a:lnTo>
                    <a:pt x="1854823" y="838199"/>
                  </a:lnTo>
                  <a:lnTo>
                    <a:pt x="2037726" y="914399"/>
                  </a:lnTo>
                  <a:lnTo>
                    <a:pt x="2176399" y="965199"/>
                  </a:lnTo>
                  <a:lnTo>
                    <a:pt x="2269512" y="990599"/>
                  </a:lnTo>
                  <a:lnTo>
                    <a:pt x="2551740" y="1104899"/>
                  </a:lnTo>
                  <a:lnTo>
                    <a:pt x="2646691" y="1130299"/>
                  </a:lnTo>
                  <a:lnTo>
                    <a:pt x="2694315" y="1155699"/>
                  </a:lnTo>
                  <a:lnTo>
                    <a:pt x="2789846" y="1181099"/>
                  </a:lnTo>
                  <a:lnTo>
                    <a:pt x="2837746" y="1206499"/>
                  </a:lnTo>
                  <a:lnTo>
                    <a:pt x="2933797" y="1231899"/>
                  </a:lnTo>
                  <a:lnTo>
                    <a:pt x="2981942" y="1257299"/>
                  </a:lnTo>
                  <a:lnTo>
                    <a:pt x="3030162" y="1269999"/>
                  </a:lnTo>
                  <a:lnTo>
                    <a:pt x="3078453" y="1295399"/>
                  </a:lnTo>
                  <a:lnTo>
                    <a:pt x="3175239" y="1320799"/>
                  </a:lnTo>
                  <a:lnTo>
                    <a:pt x="3223726" y="1346199"/>
                  </a:lnTo>
                  <a:lnTo>
                    <a:pt x="3320872" y="1371599"/>
                  </a:lnTo>
                  <a:lnTo>
                    <a:pt x="3369524" y="1396999"/>
                  </a:lnTo>
                  <a:lnTo>
                    <a:pt x="3466971" y="1422399"/>
                  </a:lnTo>
                  <a:lnTo>
                    <a:pt x="3515759" y="1447799"/>
                  </a:lnTo>
                  <a:lnTo>
                    <a:pt x="3564585" y="1460499"/>
                  </a:lnTo>
                  <a:lnTo>
                    <a:pt x="3613447" y="1485899"/>
                  </a:lnTo>
                  <a:lnTo>
                    <a:pt x="3662355" y="1498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341" y="2778901"/>
              <a:ext cx="92143" cy="18881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276767" y="2707045"/>
              <a:ext cx="60325" cy="122555"/>
            </a:xfrm>
            <a:custGeom>
              <a:avLst/>
              <a:gdLst/>
              <a:ahLst/>
              <a:cxnLst/>
              <a:rect l="l" t="t" r="r" b="b"/>
              <a:pathLst>
                <a:path w="60325" h="122555">
                  <a:moveTo>
                    <a:pt x="4175" y="122551"/>
                  </a:moveTo>
                  <a:lnTo>
                    <a:pt x="8042" y="122551"/>
                  </a:lnTo>
                  <a:lnTo>
                    <a:pt x="9550" y="122411"/>
                  </a:lnTo>
                  <a:lnTo>
                    <a:pt x="13996" y="121582"/>
                  </a:lnTo>
                  <a:lnTo>
                    <a:pt x="16924" y="117306"/>
                  </a:lnTo>
                  <a:lnTo>
                    <a:pt x="16094" y="112860"/>
                  </a:lnTo>
                  <a:lnTo>
                    <a:pt x="17405" y="73317"/>
                  </a:lnTo>
                  <a:lnTo>
                    <a:pt x="31073" y="43057"/>
                  </a:lnTo>
                  <a:lnTo>
                    <a:pt x="47171" y="23437"/>
                  </a:lnTo>
                  <a:lnTo>
                    <a:pt x="55777" y="15816"/>
                  </a:lnTo>
                  <a:lnTo>
                    <a:pt x="59393" y="13108"/>
                  </a:lnTo>
                  <a:lnTo>
                    <a:pt x="60133" y="7982"/>
                  </a:lnTo>
                  <a:lnTo>
                    <a:pt x="54718" y="739"/>
                  </a:lnTo>
                  <a:lnTo>
                    <a:pt x="49603" y="0"/>
                  </a:lnTo>
                  <a:lnTo>
                    <a:pt x="45986" y="2697"/>
                  </a:lnTo>
                  <a:lnTo>
                    <a:pt x="35984" y="11502"/>
                  </a:lnTo>
                  <a:lnTo>
                    <a:pt x="17287" y="34266"/>
                  </a:lnTo>
                  <a:lnTo>
                    <a:pt x="1443" y="69538"/>
                  </a:lnTo>
                  <a:lnTo>
                    <a:pt x="0" y="115867"/>
                  </a:lnTo>
                  <a:lnTo>
                    <a:pt x="739" y="119804"/>
                  </a:lnTo>
                  <a:lnTo>
                    <a:pt x="4175" y="122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3298" y="4024402"/>
              <a:ext cx="104141" cy="17395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087946" y="3835479"/>
              <a:ext cx="473709" cy="217170"/>
            </a:xfrm>
            <a:custGeom>
              <a:avLst/>
              <a:gdLst/>
              <a:ahLst/>
              <a:cxnLst/>
              <a:rect l="l" t="t" r="r" b="b"/>
              <a:pathLst>
                <a:path w="473710" h="217170">
                  <a:moveTo>
                    <a:pt x="460665" y="216678"/>
                  </a:moveTo>
                  <a:lnTo>
                    <a:pt x="464891" y="216668"/>
                  </a:lnTo>
                  <a:lnTo>
                    <a:pt x="470046" y="216289"/>
                  </a:lnTo>
                  <a:lnTo>
                    <a:pt x="473413" y="212352"/>
                  </a:lnTo>
                  <a:lnTo>
                    <a:pt x="473063" y="207856"/>
                  </a:lnTo>
                  <a:lnTo>
                    <a:pt x="456539" y="146041"/>
                  </a:lnTo>
                  <a:lnTo>
                    <a:pt x="417413" y="114222"/>
                  </a:lnTo>
                  <a:lnTo>
                    <a:pt x="376030" y="97586"/>
                  </a:lnTo>
                  <a:lnTo>
                    <a:pt x="321361" y="77259"/>
                  </a:lnTo>
                  <a:lnTo>
                    <a:pt x="259762" y="55521"/>
                  </a:lnTo>
                  <a:lnTo>
                    <a:pt x="197587" y="34647"/>
                  </a:lnTo>
                  <a:lnTo>
                    <a:pt x="141190" y="16917"/>
                  </a:lnTo>
                  <a:lnTo>
                    <a:pt x="96927" y="4609"/>
                  </a:lnTo>
                  <a:lnTo>
                    <a:pt x="70573" y="0"/>
                  </a:lnTo>
                  <a:lnTo>
                    <a:pt x="69614" y="69"/>
                  </a:lnTo>
                  <a:lnTo>
                    <a:pt x="24841" y="22881"/>
                  </a:lnTo>
                  <a:lnTo>
                    <a:pt x="0" y="47897"/>
                  </a:lnTo>
                  <a:lnTo>
                    <a:pt x="439" y="53063"/>
                  </a:lnTo>
                  <a:lnTo>
                    <a:pt x="7333" y="58878"/>
                  </a:lnTo>
                  <a:lnTo>
                    <a:pt x="12508" y="58438"/>
                  </a:lnTo>
                  <a:lnTo>
                    <a:pt x="15425" y="54991"/>
                  </a:lnTo>
                  <a:lnTo>
                    <a:pt x="24764" y="45045"/>
                  </a:lnTo>
                  <a:lnTo>
                    <a:pt x="38664" y="32751"/>
                  </a:lnTo>
                  <a:lnTo>
                    <a:pt x="54919" y="21917"/>
                  </a:lnTo>
                  <a:lnTo>
                    <a:pt x="71322" y="16355"/>
                  </a:lnTo>
                  <a:lnTo>
                    <a:pt x="92655" y="20079"/>
                  </a:lnTo>
                  <a:lnTo>
                    <a:pt x="133674" y="31509"/>
                  </a:lnTo>
                  <a:lnTo>
                    <a:pt x="187890" y="48438"/>
                  </a:lnTo>
                  <a:lnTo>
                    <a:pt x="248810" y="68658"/>
                  </a:lnTo>
                  <a:lnTo>
                    <a:pt x="309944" y="89959"/>
                  </a:lnTo>
                  <a:lnTo>
                    <a:pt x="364800" y="110135"/>
                  </a:lnTo>
                  <a:lnTo>
                    <a:pt x="406887" y="126977"/>
                  </a:lnTo>
                  <a:lnTo>
                    <a:pt x="441625" y="152746"/>
                  </a:lnTo>
                  <a:lnTo>
                    <a:pt x="454629" y="193475"/>
                  </a:lnTo>
                  <a:lnTo>
                    <a:pt x="457079" y="213421"/>
                  </a:lnTo>
                  <a:lnTo>
                    <a:pt x="460665" y="21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13628" y="4622045"/>
              <a:ext cx="953769" cy="2600960"/>
            </a:xfrm>
            <a:custGeom>
              <a:avLst/>
              <a:gdLst/>
              <a:ahLst/>
              <a:cxnLst/>
              <a:rect l="l" t="t" r="r" b="b"/>
              <a:pathLst>
                <a:path w="953769" h="2600959">
                  <a:moveTo>
                    <a:pt x="405387" y="2600565"/>
                  </a:moveTo>
                  <a:lnTo>
                    <a:pt x="953660" y="2500033"/>
                  </a:lnTo>
                  <a:lnTo>
                    <a:pt x="557404" y="0"/>
                  </a:lnTo>
                  <a:lnTo>
                    <a:pt x="0" y="43441"/>
                  </a:lnTo>
                  <a:lnTo>
                    <a:pt x="405387" y="2600565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05196" y="4613632"/>
              <a:ext cx="970915" cy="2617470"/>
            </a:xfrm>
            <a:custGeom>
              <a:avLst/>
              <a:gdLst/>
              <a:ahLst/>
              <a:cxnLst/>
              <a:rect l="l" t="t" r="r" b="b"/>
              <a:pathLst>
                <a:path w="970914" h="2617470">
                  <a:moveTo>
                    <a:pt x="412001" y="2617110"/>
                  </a:moveTo>
                  <a:lnTo>
                    <a:pt x="414808" y="2617110"/>
                  </a:lnTo>
                  <a:lnTo>
                    <a:pt x="967947" y="2515699"/>
                  </a:lnTo>
                  <a:lnTo>
                    <a:pt x="970884" y="2511553"/>
                  </a:lnTo>
                  <a:lnTo>
                    <a:pt x="573269" y="2927"/>
                  </a:lnTo>
                  <a:lnTo>
                    <a:pt x="569363" y="0"/>
                  </a:lnTo>
                  <a:lnTo>
                    <a:pt x="565207" y="259"/>
                  </a:lnTo>
                  <a:lnTo>
                    <a:pt x="348439" y="17154"/>
                  </a:lnTo>
                  <a:lnTo>
                    <a:pt x="558942" y="17154"/>
                  </a:lnTo>
                  <a:lnTo>
                    <a:pt x="952761" y="2501822"/>
                  </a:lnTo>
                  <a:lnTo>
                    <a:pt x="420603" y="2599405"/>
                  </a:lnTo>
                  <a:lnTo>
                    <a:pt x="404031" y="2599405"/>
                  </a:lnTo>
                  <a:lnTo>
                    <a:pt x="406097" y="2612434"/>
                  </a:lnTo>
                  <a:lnTo>
                    <a:pt x="407306" y="2614382"/>
                  </a:lnTo>
                  <a:lnTo>
                    <a:pt x="410493" y="2616640"/>
                  </a:lnTo>
                  <a:lnTo>
                    <a:pt x="412001" y="2617110"/>
                  </a:lnTo>
                  <a:close/>
                </a:path>
                <a:path w="970914" h="2617470">
                  <a:moveTo>
                    <a:pt x="404031" y="2599405"/>
                  </a:moveTo>
                  <a:lnTo>
                    <a:pt x="420603" y="2599405"/>
                  </a:lnTo>
                  <a:lnTo>
                    <a:pt x="17912" y="59327"/>
                  </a:lnTo>
                  <a:lnTo>
                    <a:pt x="558942" y="17154"/>
                  </a:lnTo>
                  <a:lnTo>
                    <a:pt x="348439" y="17154"/>
                  </a:lnTo>
                  <a:lnTo>
                    <a:pt x="5534" y="43881"/>
                  </a:lnTo>
                  <a:lnTo>
                    <a:pt x="3426" y="45000"/>
                  </a:lnTo>
                  <a:lnTo>
                    <a:pt x="599" y="48587"/>
                  </a:lnTo>
                  <a:lnTo>
                    <a:pt x="0" y="50895"/>
                  </a:lnTo>
                  <a:lnTo>
                    <a:pt x="404031" y="2599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4393" y="4527259"/>
              <a:ext cx="993140" cy="2829560"/>
            </a:xfrm>
            <a:custGeom>
              <a:avLst/>
              <a:gdLst/>
              <a:ahLst/>
              <a:cxnLst/>
              <a:rect l="l" t="t" r="r" b="b"/>
              <a:pathLst>
                <a:path w="993139" h="2829559">
                  <a:moveTo>
                    <a:pt x="444590" y="2829213"/>
                  </a:moveTo>
                  <a:lnTo>
                    <a:pt x="992963" y="2728691"/>
                  </a:lnTo>
                  <a:lnTo>
                    <a:pt x="560401" y="0"/>
                  </a:lnTo>
                  <a:lnTo>
                    <a:pt x="0" y="24708"/>
                  </a:lnTo>
                  <a:lnTo>
                    <a:pt x="444590" y="282921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5942" y="4518746"/>
              <a:ext cx="1010285" cy="2846070"/>
            </a:xfrm>
            <a:custGeom>
              <a:avLst/>
              <a:gdLst/>
              <a:ahLst/>
              <a:cxnLst/>
              <a:rect l="l" t="t" r="r" b="b"/>
              <a:pathLst>
                <a:path w="1010285" h="2846070">
                  <a:moveTo>
                    <a:pt x="451204" y="2845868"/>
                  </a:moveTo>
                  <a:lnTo>
                    <a:pt x="454021" y="2845868"/>
                  </a:lnTo>
                  <a:lnTo>
                    <a:pt x="1007249" y="2744458"/>
                  </a:lnTo>
                  <a:lnTo>
                    <a:pt x="1010186" y="2740311"/>
                  </a:lnTo>
                  <a:lnTo>
                    <a:pt x="576266" y="3117"/>
                  </a:lnTo>
                  <a:lnTo>
                    <a:pt x="572340" y="0"/>
                  </a:lnTo>
                  <a:lnTo>
                    <a:pt x="568483" y="339"/>
                  </a:lnTo>
                  <a:lnTo>
                    <a:pt x="190512" y="17004"/>
                  </a:lnTo>
                  <a:lnTo>
                    <a:pt x="561909" y="17004"/>
                  </a:lnTo>
                  <a:lnTo>
                    <a:pt x="992074" y="2730580"/>
                  </a:lnTo>
                  <a:lnTo>
                    <a:pt x="459816" y="2828164"/>
                  </a:lnTo>
                  <a:lnTo>
                    <a:pt x="443234" y="2828164"/>
                  </a:lnTo>
                  <a:lnTo>
                    <a:pt x="445299" y="2841192"/>
                  </a:lnTo>
                  <a:lnTo>
                    <a:pt x="446508" y="2843140"/>
                  </a:lnTo>
                  <a:lnTo>
                    <a:pt x="449695" y="2845398"/>
                  </a:lnTo>
                  <a:lnTo>
                    <a:pt x="451204" y="2845868"/>
                  </a:lnTo>
                  <a:close/>
                </a:path>
                <a:path w="1010285" h="2846070">
                  <a:moveTo>
                    <a:pt x="443234" y="2828164"/>
                  </a:moveTo>
                  <a:lnTo>
                    <a:pt x="459816" y="2828164"/>
                  </a:lnTo>
                  <a:lnTo>
                    <a:pt x="17972" y="40993"/>
                  </a:lnTo>
                  <a:lnTo>
                    <a:pt x="561909" y="17004"/>
                  </a:lnTo>
                  <a:lnTo>
                    <a:pt x="190512" y="17004"/>
                  </a:lnTo>
                  <a:lnTo>
                    <a:pt x="8092" y="25048"/>
                  </a:lnTo>
                  <a:lnTo>
                    <a:pt x="5953" y="25048"/>
                  </a:lnTo>
                  <a:lnTo>
                    <a:pt x="3586" y="26237"/>
                  </a:lnTo>
                  <a:lnTo>
                    <a:pt x="629" y="29853"/>
                  </a:lnTo>
                  <a:lnTo>
                    <a:pt x="0" y="32201"/>
                  </a:lnTo>
                  <a:lnTo>
                    <a:pt x="443234" y="2828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0520" y="4083410"/>
              <a:ext cx="1087120" cy="3407410"/>
            </a:xfrm>
            <a:custGeom>
              <a:avLst/>
              <a:gdLst/>
              <a:ahLst/>
              <a:cxnLst/>
              <a:rect l="l" t="t" r="r" b="b"/>
              <a:pathLst>
                <a:path w="1087120" h="3407409">
                  <a:moveTo>
                    <a:pt x="538492" y="3406933"/>
                  </a:moveTo>
                  <a:lnTo>
                    <a:pt x="1086835" y="3306382"/>
                  </a:lnTo>
                  <a:lnTo>
                    <a:pt x="562739" y="0"/>
                  </a:lnTo>
                  <a:lnTo>
                    <a:pt x="0" y="9711"/>
                  </a:lnTo>
                  <a:lnTo>
                    <a:pt x="538492" y="340693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2068" y="4075217"/>
              <a:ext cx="1104265" cy="3423285"/>
            </a:xfrm>
            <a:custGeom>
              <a:avLst/>
              <a:gdLst/>
              <a:ahLst/>
              <a:cxnLst/>
              <a:rect l="l" t="t" r="r" b="b"/>
              <a:pathLst>
                <a:path w="1104265" h="3423284">
                  <a:moveTo>
                    <a:pt x="545115" y="3423268"/>
                  </a:moveTo>
                  <a:lnTo>
                    <a:pt x="547933" y="3423268"/>
                  </a:lnTo>
                  <a:lnTo>
                    <a:pt x="1101131" y="3321818"/>
                  </a:lnTo>
                  <a:lnTo>
                    <a:pt x="1104068" y="3317671"/>
                  </a:lnTo>
                  <a:lnTo>
                    <a:pt x="578634" y="2877"/>
                  </a:lnTo>
                  <a:lnTo>
                    <a:pt x="575177" y="219"/>
                  </a:lnTo>
                  <a:lnTo>
                    <a:pt x="571051" y="0"/>
                  </a:lnTo>
                  <a:lnTo>
                    <a:pt x="8311" y="9711"/>
                  </a:lnTo>
                  <a:lnTo>
                    <a:pt x="6027" y="9711"/>
                  </a:lnTo>
                  <a:lnTo>
                    <a:pt x="3706" y="10820"/>
                  </a:lnTo>
                  <a:lnTo>
                    <a:pt x="659" y="14457"/>
                  </a:lnTo>
                  <a:lnTo>
                    <a:pt x="96" y="16495"/>
                  </a:lnTo>
                  <a:lnTo>
                    <a:pt x="564217" y="16495"/>
                  </a:lnTo>
                  <a:lnTo>
                    <a:pt x="1085945" y="3307960"/>
                  </a:lnTo>
                  <a:lnTo>
                    <a:pt x="553717" y="3405564"/>
                  </a:lnTo>
                  <a:lnTo>
                    <a:pt x="537146" y="3405564"/>
                  </a:lnTo>
                  <a:lnTo>
                    <a:pt x="539211" y="3418593"/>
                  </a:lnTo>
                  <a:lnTo>
                    <a:pt x="540420" y="3420541"/>
                  </a:lnTo>
                  <a:lnTo>
                    <a:pt x="543607" y="3422799"/>
                  </a:lnTo>
                  <a:lnTo>
                    <a:pt x="545115" y="3423268"/>
                  </a:lnTo>
                  <a:close/>
                </a:path>
                <a:path w="1104265" h="3423284">
                  <a:moveTo>
                    <a:pt x="537146" y="3405564"/>
                  </a:moveTo>
                  <a:lnTo>
                    <a:pt x="553717" y="3405564"/>
                  </a:lnTo>
                  <a:lnTo>
                    <a:pt x="18012" y="25927"/>
                  </a:lnTo>
                  <a:lnTo>
                    <a:pt x="564217" y="16495"/>
                  </a:lnTo>
                  <a:lnTo>
                    <a:pt x="96" y="16495"/>
                  </a:lnTo>
                  <a:lnTo>
                    <a:pt x="0" y="16845"/>
                  </a:lnTo>
                  <a:lnTo>
                    <a:pt x="537146" y="34055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21726" y="4954002"/>
              <a:ext cx="875665" cy="2134870"/>
            </a:xfrm>
            <a:custGeom>
              <a:avLst/>
              <a:gdLst/>
              <a:ahLst/>
              <a:cxnLst/>
              <a:rect l="l" t="t" r="r" b="b"/>
              <a:pathLst>
                <a:path w="875664" h="2134870">
                  <a:moveTo>
                    <a:pt x="327221" y="2134736"/>
                  </a:moveTo>
                  <a:lnTo>
                    <a:pt x="875594" y="2034205"/>
                  </a:lnTo>
                  <a:lnTo>
                    <a:pt x="553198" y="0"/>
                  </a:lnTo>
                  <a:lnTo>
                    <a:pt x="0" y="70377"/>
                  </a:lnTo>
                  <a:lnTo>
                    <a:pt x="327221" y="2134736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13294" y="4945410"/>
              <a:ext cx="892810" cy="2152015"/>
            </a:xfrm>
            <a:custGeom>
              <a:avLst/>
              <a:gdLst/>
              <a:ahLst/>
              <a:cxnLst/>
              <a:rect l="l" t="t" r="r" b="b"/>
              <a:pathLst>
                <a:path w="892810" h="2152015">
                  <a:moveTo>
                    <a:pt x="333846" y="2151471"/>
                  </a:moveTo>
                  <a:lnTo>
                    <a:pt x="336632" y="2151471"/>
                  </a:lnTo>
                  <a:lnTo>
                    <a:pt x="889860" y="2050050"/>
                  </a:lnTo>
                  <a:lnTo>
                    <a:pt x="892797" y="2045904"/>
                  </a:lnTo>
                  <a:lnTo>
                    <a:pt x="569013" y="2947"/>
                  </a:lnTo>
                  <a:lnTo>
                    <a:pt x="564957" y="0"/>
                  </a:lnTo>
                  <a:lnTo>
                    <a:pt x="560591" y="469"/>
                  </a:lnTo>
                  <a:lnTo>
                    <a:pt x="424945" y="17724"/>
                  </a:lnTo>
                  <a:lnTo>
                    <a:pt x="554786" y="17724"/>
                  </a:lnTo>
                  <a:lnTo>
                    <a:pt x="874684" y="2036193"/>
                  </a:lnTo>
                  <a:lnTo>
                    <a:pt x="342426" y="2133777"/>
                  </a:lnTo>
                  <a:lnTo>
                    <a:pt x="325848" y="2133777"/>
                  </a:lnTo>
                  <a:lnTo>
                    <a:pt x="327910" y="2146785"/>
                  </a:lnTo>
                  <a:lnTo>
                    <a:pt x="329119" y="2148733"/>
                  </a:lnTo>
                  <a:lnTo>
                    <a:pt x="332306" y="2150991"/>
                  </a:lnTo>
                  <a:lnTo>
                    <a:pt x="333846" y="2151471"/>
                  </a:lnTo>
                  <a:close/>
                </a:path>
                <a:path w="892810" h="2152015">
                  <a:moveTo>
                    <a:pt x="325848" y="2133777"/>
                  </a:moveTo>
                  <a:lnTo>
                    <a:pt x="342426" y="2133777"/>
                  </a:lnTo>
                  <a:lnTo>
                    <a:pt x="17842" y="86034"/>
                  </a:lnTo>
                  <a:lnTo>
                    <a:pt x="554786" y="17724"/>
                  </a:lnTo>
                  <a:lnTo>
                    <a:pt x="424945" y="17724"/>
                  </a:lnTo>
                  <a:lnTo>
                    <a:pt x="5205" y="71117"/>
                  </a:lnTo>
                  <a:lnTo>
                    <a:pt x="3216" y="72276"/>
                  </a:lnTo>
                  <a:lnTo>
                    <a:pt x="559" y="75823"/>
                  </a:lnTo>
                  <a:lnTo>
                    <a:pt x="0" y="78061"/>
                  </a:lnTo>
                  <a:lnTo>
                    <a:pt x="325848" y="213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5393" y="5189839"/>
              <a:ext cx="2613631" cy="400052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673731" y="3466299"/>
              <a:ext cx="2556510" cy="1180465"/>
            </a:xfrm>
            <a:custGeom>
              <a:avLst/>
              <a:gdLst/>
              <a:ahLst/>
              <a:cxnLst/>
              <a:rect l="l" t="t" r="r" b="b"/>
              <a:pathLst>
                <a:path w="2556510" h="1180464">
                  <a:moveTo>
                    <a:pt x="2556179" y="1173505"/>
                  </a:moveTo>
                  <a:lnTo>
                    <a:pt x="2501150" y="801839"/>
                  </a:lnTo>
                  <a:lnTo>
                    <a:pt x="2499410" y="799490"/>
                  </a:lnTo>
                  <a:lnTo>
                    <a:pt x="784606" y="0"/>
                  </a:lnTo>
                  <a:lnTo>
                    <a:pt x="783132" y="203"/>
                  </a:lnTo>
                  <a:lnTo>
                    <a:pt x="4902" y="6908"/>
                  </a:lnTo>
                  <a:lnTo>
                    <a:pt x="1549" y="9677"/>
                  </a:lnTo>
                  <a:lnTo>
                    <a:pt x="139" y="16586"/>
                  </a:lnTo>
                  <a:lnTo>
                    <a:pt x="0" y="17246"/>
                  </a:lnTo>
                  <a:lnTo>
                    <a:pt x="2006" y="21069"/>
                  </a:lnTo>
                  <a:lnTo>
                    <a:pt x="1274381" y="586879"/>
                  </a:lnTo>
                  <a:lnTo>
                    <a:pt x="2230551" y="1029373"/>
                  </a:lnTo>
                  <a:lnTo>
                    <a:pt x="2499550" y="1157605"/>
                  </a:lnTo>
                  <a:lnTo>
                    <a:pt x="2545219" y="1179614"/>
                  </a:lnTo>
                  <a:lnTo>
                    <a:pt x="2546426" y="1179893"/>
                  </a:lnTo>
                  <a:lnTo>
                    <a:pt x="2549347" y="1179893"/>
                  </a:lnTo>
                  <a:lnTo>
                    <a:pt x="2551049" y="1179347"/>
                  </a:lnTo>
                  <a:lnTo>
                    <a:pt x="2554922" y="1176502"/>
                  </a:lnTo>
                  <a:lnTo>
                    <a:pt x="2556179" y="1173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635865" y="7751489"/>
            <a:ext cx="9636125" cy="1326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0" spc="175" b="1">
                <a:solidFill>
                  <a:srgbClr val="171717"/>
                </a:solidFill>
                <a:latin typeface="Arial"/>
                <a:cs typeface="Arial"/>
              </a:rPr>
              <a:t>D</a:t>
            </a:r>
            <a:r>
              <a:rPr dirty="0" sz="8500" spc="210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500" spc="32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500" spc="700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500" spc="-159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500" spc="-390" b="1">
                <a:solidFill>
                  <a:srgbClr val="171717"/>
                </a:solidFill>
                <a:latin typeface="Arial"/>
                <a:cs typeface="Arial"/>
              </a:rPr>
              <a:t>P</a:t>
            </a:r>
            <a:r>
              <a:rPr dirty="0" sz="8500" spc="-28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500" spc="-37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500" spc="-395" b="1">
                <a:solidFill>
                  <a:srgbClr val="171717"/>
                </a:solidFill>
                <a:latin typeface="Arial"/>
                <a:cs typeface="Arial"/>
              </a:rPr>
              <a:t>p</a:t>
            </a:r>
            <a:r>
              <a:rPr dirty="0" sz="8500" spc="-28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500" spc="-400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500" spc="-380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8500" spc="-37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500" spc="-430" b="1">
                <a:solidFill>
                  <a:srgbClr val="171717"/>
                </a:solidFill>
                <a:latin typeface="Arial"/>
                <a:cs typeface="Arial"/>
              </a:rPr>
              <a:t>ss</a:t>
            </a:r>
            <a:r>
              <a:rPr dirty="0" sz="8500" spc="-49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500" spc="-434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500" spc="150" b="1">
                <a:solidFill>
                  <a:srgbClr val="171717"/>
                </a:solidFill>
                <a:latin typeface="Arial"/>
                <a:cs typeface="Arial"/>
              </a:rPr>
              <a:t>g</a:t>
            </a:r>
            <a:endParaRPr sz="85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737581" y="418087"/>
            <a:ext cx="718058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395"/>
              <a:t>Data</a:t>
            </a:r>
            <a:r>
              <a:rPr dirty="0" sz="4250" spc="-225"/>
              <a:t> </a:t>
            </a:r>
            <a:r>
              <a:rPr dirty="0" sz="4250" spc="90"/>
              <a:t>preprocessing</a:t>
            </a:r>
            <a:r>
              <a:rPr dirty="0" sz="4250" spc="-220"/>
              <a:t> </a:t>
            </a:r>
            <a:r>
              <a:rPr dirty="0" sz="4250" spc="45"/>
              <a:t>steps:</a:t>
            </a:r>
            <a:endParaRPr sz="4250"/>
          </a:p>
        </p:txBody>
      </p:sp>
      <p:sp>
        <p:nvSpPr>
          <p:cNvPr id="26" name="object 26" descr=""/>
          <p:cNvSpPr txBox="1"/>
          <p:nvPr/>
        </p:nvSpPr>
        <p:spPr>
          <a:xfrm>
            <a:off x="7737581" y="1070855"/>
            <a:ext cx="7503159" cy="52927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937260" indent="-52514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937260" algn="l"/>
              </a:tabLst>
            </a:pPr>
            <a:r>
              <a:rPr dirty="0" sz="4250">
                <a:solidFill>
                  <a:srgbClr val="171717"/>
                </a:solidFill>
                <a:latin typeface="Lucida Sans Unicode"/>
                <a:cs typeface="Lucida Sans Unicode"/>
              </a:rPr>
              <a:t>Remove</a:t>
            </a:r>
            <a:r>
              <a:rPr dirty="0" sz="4250" spc="-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229">
                <a:solidFill>
                  <a:srgbClr val="171717"/>
                </a:solidFill>
                <a:latin typeface="Lucida Sans Unicode"/>
                <a:cs typeface="Lucida Sans Unicode"/>
              </a:rPr>
              <a:t>missing</a:t>
            </a:r>
            <a:r>
              <a:rPr dirty="0" sz="4250" spc="-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0">
                <a:solidFill>
                  <a:srgbClr val="171717"/>
                </a:solidFill>
                <a:latin typeface="Lucida Sans Unicode"/>
                <a:cs typeface="Lucida Sans Unicode"/>
              </a:rPr>
              <a:t>values</a:t>
            </a:r>
            <a:endParaRPr sz="4250">
              <a:latin typeface="Lucida Sans Unicode"/>
              <a:cs typeface="Lucida Sans Unicode"/>
            </a:endParaRPr>
          </a:p>
          <a:p>
            <a:pPr marL="936625" indent="-52514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936625" algn="l"/>
              </a:tabLst>
            </a:pPr>
            <a:r>
              <a:rPr dirty="0" sz="4250" spc="-150">
                <a:solidFill>
                  <a:srgbClr val="171717"/>
                </a:solidFill>
                <a:latin typeface="Lucida Sans Unicode"/>
                <a:cs typeface="Lucida Sans Unicode"/>
              </a:rPr>
              <a:t>Normalize</a:t>
            </a:r>
            <a:r>
              <a:rPr dirty="0" sz="425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>
                <a:solidFill>
                  <a:srgbClr val="171717"/>
                </a:solidFill>
                <a:latin typeface="Lucida Sans Unicode"/>
                <a:cs typeface="Lucida Sans Unicode"/>
              </a:rPr>
              <a:t>stock</a:t>
            </a:r>
            <a:r>
              <a:rPr dirty="0" sz="4250" spc="-19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0">
                <a:solidFill>
                  <a:srgbClr val="171717"/>
                </a:solidFill>
                <a:latin typeface="Lucida Sans Unicode"/>
                <a:cs typeface="Lucida Sans Unicode"/>
              </a:rPr>
              <a:t>prices</a:t>
            </a:r>
            <a:endParaRPr sz="4250">
              <a:latin typeface="Lucida Sans Unicode"/>
              <a:cs typeface="Lucida Sans Unicode"/>
            </a:endParaRPr>
          </a:p>
          <a:p>
            <a:pPr marL="936625" indent="-52514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936625" algn="l"/>
              </a:tabLst>
            </a:pPr>
            <a:r>
              <a:rPr dirty="0" sz="4250" spc="75">
                <a:solidFill>
                  <a:srgbClr val="171717"/>
                </a:solidFill>
                <a:latin typeface="Lucida Sans Unicode"/>
                <a:cs typeface="Lucida Sans Unicode"/>
              </a:rPr>
              <a:t>Feature</a:t>
            </a:r>
            <a:r>
              <a:rPr dirty="0" sz="4250" spc="-1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0">
                <a:solidFill>
                  <a:srgbClr val="171717"/>
                </a:solidFill>
                <a:latin typeface="Lucida Sans Unicode"/>
                <a:cs typeface="Lucida Sans Unicode"/>
              </a:rPr>
              <a:t>selection</a:t>
            </a:r>
            <a:endParaRPr sz="4250">
              <a:latin typeface="Lucida Sans Unicode"/>
              <a:cs typeface="Lucida Sans Unicode"/>
            </a:endParaRPr>
          </a:p>
          <a:p>
            <a:pPr marL="936625" indent="-52514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936625" algn="l"/>
              </a:tabLst>
            </a:pPr>
            <a:r>
              <a:rPr dirty="0" sz="4250" spc="85">
                <a:solidFill>
                  <a:srgbClr val="171717"/>
                </a:solidFill>
                <a:latin typeface="Lucida Sans Unicode"/>
                <a:cs typeface="Lucida Sans Unicode"/>
              </a:rPr>
              <a:t>Convert</a:t>
            </a:r>
            <a:r>
              <a:rPr dirty="0" sz="425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45">
                <a:solidFill>
                  <a:srgbClr val="171717"/>
                </a:solidFill>
                <a:latin typeface="Lucida Sans Unicode"/>
                <a:cs typeface="Lucida Sans Unicode"/>
              </a:rPr>
              <a:t>time-</a:t>
            </a:r>
            <a:r>
              <a:rPr dirty="0" sz="4250" spc="-10">
                <a:solidFill>
                  <a:srgbClr val="171717"/>
                </a:solidFill>
                <a:latin typeface="Lucida Sans Unicode"/>
                <a:cs typeface="Lucida Sans Unicode"/>
              </a:rPr>
              <a:t>series</a:t>
            </a:r>
            <a:r>
              <a:rPr dirty="0" sz="4250" spc="-2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13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endParaRPr sz="4250">
              <a:latin typeface="Lucida Sans Unicode"/>
              <a:cs typeface="Lucida Sans Unicode"/>
            </a:endParaRPr>
          </a:p>
          <a:p>
            <a:pPr marL="12700" marR="2185670" indent="924560">
              <a:lnSpc>
                <a:spcPts val="5930"/>
              </a:lnSpc>
              <a:spcBef>
                <a:spcPts val="135"/>
              </a:spcBef>
              <a:buAutoNum type="arabicPeriod"/>
              <a:tabLst>
                <a:tab pos="937260" algn="l"/>
              </a:tabLst>
            </a:pPr>
            <a:r>
              <a:rPr dirty="0" sz="4250" spc="-50">
                <a:solidFill>
                  <a:srgbClr val="171717"/>
                </a:solidFill>
                <a:latin typeface="Lucida Sans Unicode"/>
                <a:cs typeface="Lucida Sans Unicode"/>
              </a:rPr>
              <a:t>Split</a:t>
            </a:r>
            <a:r>
              <a:rPr dirty="0" sz="4250" spc="-2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130">
                <a:solidFill>
                  <a:srgbClr val="171717"/>
                </a:solidFill>
                <a:latin typeface="Lucida Sans Unicode"/>
                <a:cs typeface="Lucida Sans Unicode"/>
              </a:rPr>
              <a:t>dataset </a:t>
            </a:r>
            <a:r>
              <a:rPr dirty="0" sz="4250" spc="-175">
                <a:solidFill>
                  <a:srgbClr val="171717"/>
                </a:solidFill>
                <a:latin typeface="Lucida Sans Unicode"/>
                <a:cs typeface="Lucida Sans Unicode"/>
              </a:rPr>
              <a:t>Training</a:t>
            </a:r>
            <a:r>
              <a:rPr dirty="0" sz="4250" spc="-1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14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4250" spc="-1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480">
                <a:solidFill>
                  <a:srgbClr val="171717"/>
                </a:solidFill>
                <a:latin typeface="Lucida Sans Unicode"/>
                <a:cs typeface="Lucida Sans Unicode"/>
              </a:rPr>
              <a:t>→</a:t>
            </a:r>
            <a:r>
              <a:rPr dirty="0" sz="4250" spc="-1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415">
                <a:solidFill>
                  <a:srgbClr val="171717"/>
                </a:solidFill>
                <a:latin typeface="Lucida Sans Unicode"/>
                <a:cs typeface="Lucida Sans Unicode"/>
              </a:rPr>
              <a:t>80% </a:t>
            </a:r>
            <a:r>
              <a:rPr dirty="0" sz="4250" spc="-90">
                <a:solidFill>
                  <a:srgbClr val="171717"/>
                </a:solidFill>
                <a:latin typeface="Lucida Sans Unicode"/>
                <a:cs typeface="Lucida Sans Unicode"/>
              </a:rPr>
              <a:t>Testing</a:t>
            </a:r>
            <a:r>
              <a:rPr dirty="0" sz="4250" spc="-19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14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425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-1480">
                <a:solidFill>
                  <a:srgbClr val="171717"/>
                </a:solidFill>
                <a:latin typeface="Lucida Sans Unicode"/>
                <a:cs typeface="Lucida Sans Unicode"/>
              </a:rPr>
              <a:t>→</a:t>
            </a:r>
            <a:r>
              <a:rPr dirty="0" sz="425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250" spc="415">
                <a:solidFill>
                  <a:srgbClr val="171717"/>
                </a:solidFill>
                <a:latin typeface="Lucida Sans Unicode"/>
                <a:cs typeface="Lucida Sans Unicode"/>
              </a:rPr>
              <a:t>20%</a:t>
            </a:r>
            <a:endParaRPr sz="4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9307" y="6821609"/>
            <a:ext cx="9354820" cy="2654300"/>
          </a:xfrm>
          <a:prstGeom prst="rect">
            <a:avLst/>
          </a:prstGeom>
        </p:spPr>
        <p:txBody>
          <a:bodyPr wrap="square" lIns="0" tIns="274320" rIns="0" bIns="0" rtlCol="0" vert="horz">
            <a:spAutoFit/>
          </a:bodyPr>
          <a:lstStyle/>
          <a:p>
            <a:pPr marL="12700" marR="5080">
              <a:lnSpc>
                <a:spcPts val="9300"/>
              </a:lnSpc>
              <a:spcBef>
                <a:spcPts val="2160"/>
              </a:spcBef>
            </a:pPr>
            <a:r>
              <a:rPr dirty="0" sz="9500" spc="-305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9500" spc="-31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9500" spc="-365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9500" spc="-425" b="1">
                <a:solidFill>
                  <a:srgbClr val="171717"/>
                </a:solidFill>
                <a:latin typeface="Arial"/>
                <a:cs typeface="Arial"/>
              </a:rPr>
              <a:t>h</a:t>
            </a:r>
            <a:r>
              <a:rPr dirty="0" sz="9500" spc="-495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9500" spc="-425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9500" spc="229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9500" spc="-1764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9500" spc="-660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9500" spc="-53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9500" spc="-490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9500" spc="-42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9500" spc="-60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9500" spc="-67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9500" spc="-60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9500" spc="55" b="1">
                <a:solidFill>
                  <a:srgbClr val="171717"/>
                </a:solidFill>
                <a:latin typeface="Arial"/>
                <a:cs typeface="Arial"/>
              </a:rPr>
              <a:t>g</a:t>
            </a:r>
            <a:r>
              <a:rPr dirty="0" sz="9500" spc="-49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9500" spc="-380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9500" spc="-465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9500" spc="-459" b="1">
                <a:solidFill>
                  <a:srgbClr val="171717"/>
                </a:solidFill>
                <a:latin typeface="Arial"/>
                <a:cs typeface="Arial"/>
              </a:rPr>
              <a:t>d</a:t>
            </a:r>
            <a:r>
              <a:rPr dirty="0" sz="9500" spc="-43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9500" spc="-595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9500" spc="155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endParaRPr sz="9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648" y="1008282"/>
            <a:ext cx="11111230" cy="7486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750" spc="70"/>
              <a:t>Algorithms</a:t>
            </a:r>
            <a:r>
              <a:rPr dirty="0" sz="4750" spc="-270"/>
              <a:t> </a:t>
            </a:r>
            <a:r>
              <a:rPr dirty="0" sz="4750"/>
              <a:t>used</a:t>
            </a:r>
            <a:r>
              <a:rPr dirty="0" sz="4750" spc="-270"/>
              <a:t> </a:t>
            </a:r>
            <a:r>
              <a:rPr dirty="0" sz="4750" spc="395"/>
              <a:t>for</a:t>
            </a:r>
            <a:r>
              <a:rPr dirty="0" sz="4750" spc="-270"/>
              <a:t> </a:t>
            </a:r>
            <a:r>
              <a:rPr dirty="0" sz="4750" spc="150"/>
              <a:t>stock</a:t>
            </a:r>
            <a:r>
              <a:rPr dirty="0" sz="4750" spc="-270"/>
              <a:t> </a:t>
            </a:r>
            <a:r>
              <a:rPr dirty="0" sz="4750" spc="50"/>
              <a:t>prediction:</a:t>
            </a:r>
            <a:endParaRPr sz="47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941" y="2225819"/>
            <a:ext cx="150604" cy="1506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941" y="3054145"/>
            <a:ext cx="150604" cy="1506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941" y="3882471"/>
            <a:ext cx="150604" cy="1506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941" y="4710797"/>
            <a:ext cx="150604" cy="15060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877584" y="1731183"/>
            <a:ext cx="7035165" cy="3338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76120">
              <a:lnSpc>
                <a:spcPct val="114399"/>
              </a:lnSpc>
              <a:spcBef>
                <a:spcPts val="100"/>
              </a:spcBef>
            </a:pPr>
            <a:r>
              <a:rPr dirty="0" sz="4750" spc="-75">
                <a:solidFill>
                  <a:srgbClr val="171717"/>
                </a:solidFill>
                <a:latin typeface="Lucida Sans Unicode"/>
                <a:cs typeface="Lucida Sans Unicode"/>
              </a:rPr>
              <a:t>Linear</a:t>
            </a:r>
            <a:r>
              <a:rPr dirty="0" sz="4750" spc="-2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-60">
                <a:solidFill>
                  <a:srgbClr val="171717"/>
                </a:solidFill>
                <a:latin typeface="Lucida Sans Unicode"/>
                <a:cs typeface="Lucida Sans Unicode"/>
              </a:rPr>
              <a:t>Regression </a:t>
            </a:r>
            <a:r>
              <a:rPr dirty="0" sz="4750" spc="-55">
                <a:solidFill>
                  <a:srgbClr val="171717"/>
                </a:solidFill>
                <a:latin typeface="Lucida Sans Unicode"/>
                <a:cs typeface="Lucida Sans Unicode"/>
              </a:rPr>
              <a:t>Random</a:t>
            </a:r>
            <a:r>
              <a:rPr dirty="0" sz="4750" spc="-2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40">
                <a:solidFill>
                  <a:srgbClr val="171717"/>
                </a:solidFill>
                <a:latin typeface="Lucida Sans Unicode"/>
                <a:cs typeface="Lucida Sans Unicode"/>
              </a:rPr>
              <a:t>Forest</a:t>
            </a:r>
            <a:endParaRPr sz="4750">
              <a:latin typeface="Lucida Sans Unicode"/>
              <a:cs typeface="Lucida Sans Unicode"/>
            </a:endParaRPr>
          </a:p>
          <a:p>
            <a:pPr marL="12700" marR="5080">
              <a:lnSpc>
                <a:spcPct val="114399"/>
              </a:lnSpc>
              <a:spcBef>
                <a:spcPts val="5"/>
              </a:spcBef>
            </a:pPr>
            <a:r>
              <a:rPr dirty="0" sz="4750">
                <a:solidFill>
                  <a:srgbClr val="171717"/>
                </a:solidFill>
                <a:latin typeface="Lucida Sans Unicode"/>
                <a:cs typeface="Lucida Sans Unicode"/>
              </a:rPr>
              <a:t>Support</a:t>
            </a:r>
            <a:r>
              <a:rPr dirty="0" sz="4750" spc="-1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120">
                <a:solidFill>
                  <a:srgbClr val="171717"/>
                </a:solidFill>
                <a:latin typeface="Lucida Sans Unicode"/>
                <a:cs typeface="Lucida Sans Unicode"/>
              </a:rPr>
              <a:t>Vector</a:t>
            </a:r>
            <a:r>
              <a:rPr dirty="0" sz="4750" spc="-1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-50">
                <a:solidFill>
                  <a:srgbClr val="171717"/>
                </a:solidFill>
                <a:latin typeface="Lucida Sans Unicode"/>
                <a:cs typeface="Lucida Sans Unicode"/>
              </a:rPr>
              <a:t>Machine </a:t>
            </a:r>
            <a:r>
              <a:rPr dirty="0" sz="4750">
                <a:solidFill>
                  <a:srgbClr val="171717"/>
                </a:solidFill>
                <a:latin typeface="Lucida Sans Unicode"/>
                <a:cs typeface="Lucida Sans Unicode"/>
              </a:rPr>
              <a:t>LSTM</a:t>
            </a:r>
            <a:r>
              <a:rPr dirty="0" sz="4750" spc="-26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-125">
                <a:solidFill>
                  <a:srgbClr val="171717"/>
                </a:solidFill>
                <a:latin typeface="Lucida Sans Unicode"/>
                <a:cs typeface="Lucida Sans Unicode"/>
              </a:rPr>
              <a:t>(Deep</a:t>
            </a:r>
            <a:r>
              <a:rPr dirty="0" sz="4750" spc="-25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750" spc="-40">
                <a:solidFill>
                  <a:srgbClr val="171717"/>
                </a:solidFill>
                <a:latin typeface="Lucida Sans Unicode"/>
                <a:cs typeface="Lucida Sans Unicode"/>
              </a:rPr>
              <a:t>Learning)</a:t>
            </a:r>
            <a:endParaRPr sz="475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913572" y="2625116"/>
            <a:ext cx="7374890" cy="6104890"/>
            <a:chOff x="10913572" y="2625116"/>
            <a:chExt cx="7374890" cy="610489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13572" y="2625116"/>
              <a:ext cx="5694617" cy="610471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522193" y="6797754"/>
              <a:ext cx="603885" cy="1924050"/>
            </a:xfrm>
            <a:custGeom>
              <a:avLst/>
              <a:gdLst/>
              <a:ahLst/>
              <a:cxnLst/>
              <a:rect l="l" t="t" r="r" b="b"/>
              <a:pathLst>
                <a:path w="603884" h="1924050">
                  <a:moveTo>
                    <a:pt x="603863" y="1924020"/>
                  </a:moveTo>
                  <a:lnTo>
                    <a:pt x="0" y="192402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92402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514147" y="6789703"/>
              <a:ext cx="620395" cy="1940560"/>
            </a:xfrm>
            <a:custGeom>
              <a:avLst/>
              <a:gdLst/>
              <a:ahLst/>
              <a:cxnLst/>
              <a:rect l="l" t="t" r="r" b="b"/>
              <a:pathLst>
                <a:path w="620394" h="1940559">
                  <a:moveTo>
                    <a:pt x="616361" y="1940131"/>
                  </a:moveTo>
                  <a:lnTo>
                    <a:pt x="3595" y="1940131"/>
                  </a:lnTo>
                  <a:lnTo>
                    <a:pt x="0" y="193653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61" y="0"/>
                  </a:lnTo>
                  <a:lnTo>
                    <a:pt x="619956" y="3597"/>
                  </a:lnTo>
                  <a:lnTo>
                    <a:pt x="619956" y="16101"/>
                  </a:lnTo>
                  <a:lnTo>
                    <a:pt x="16103" y="16101"/>
                  </a:lnTo>
                  <a:lnTo>
                    <a:pt x="16103" y="1924020"/>
                  </a:lnTo>
                  <a:lnTo>
                    <a:pt x="619956" y="1924020"/>
                  </a:lnTo>
                  <a:lnTo>
                    <a:pt x="619956" y="1936533"/>
                  </a:lnTo>
                  <a:lnTo>
                    <a:pt x="616361" y="1940131"/>
                  </a:lnTo>
                  <a:close/>
                </a:path>
                <a:path w="620394" h="1940559">
                  <a:moveTo>
                    <a:pt x="619956" y="1924020"/>
                  </a:moveTo>
                  <a:lnTo>
                    <a:pt x="603863" y="1924020"/>
                  </a:lnTo>
                  <a:lnTo>
                    <a:pt x="603863" y="16101"/>
                  </a:lnTo>
                  <a:lnTo>
                    <a:pt x="619956" y="16101"/>
                  </a:lnTo>
                  <a:lnTo>
                    <a:pt x="619956" y="192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89897" y="6984064"/>
              <a:ext cx="603885" cy="1737995"/>
            </a:xfrm>
            <a:custGeom>
              <a:avLst/>
              <a:gdLst/>
              <a:ahLst/>
              <a:cxnLst/>
              <a:rect l="l" t="t" r="r" b="b"/>
              <a:pathLst>
                <a:path w="603884" h="1737995">
                  <a:moveTo>
                    <a:pt x="603863" y="1737700"/>
                  </a:moveTo>
                  <a:lnTo>
                    <a:pt x="0" y="173770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73770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81850" y="6976023"/>
              <a:ext cx="620395" cy="1753870"/>
            </a:xfrm>
            <a:custGeom>
              <a:avLst/>
              <a:gdLst/>
              <a:ahLst/>
              <a:cxnLst/>
              <a:rect l="l" t="t" r="r" b="b"/>
              <a:pathLst>
                <a:path w="620394" h="1753870">
                  <a:moveTo>
                    <a:pt x="616370" y="1753811"/>
                  </a:moveTo>
                  <a:lnTo>
                    <a:pt x="3595" y="1753811"/>
                  </a:lnTo>
                  <a:lnTo>
                    <a:pt x="0" y="175021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70" y="0"/>
                  </a:lnTo>
                  <a:lnTo>
                    <a:pt x="619966" y="3597"/>
                  </a:lnTo>
                  <a:lnTo>
                    <a:pt x="619966" y="16101"/>
                  </a:lnTo>
                  <a:lnTo>
                    <a:pt x="16093" y="16101"/>
                  </a:lnTo>
                  <a:lnTo>
                    <a:pt x="16093" y="1737700"/>
                  </a:lnTo>
                  <a:lnTo>
                    <a:pt x="619966" y="1737700"/>
                  </a:lnTo>
                  <a:lnTo>
                    <a:pt x="619966" y="1750213"/>
                  </a:lnTo>
                  <a:lnTo>
                    <a:pt x="616370" y="1753811"/>
                  </a:lnTo>
                  <a:close/>
                </a:path>
                <a:path w="620394" h="1753870">
                  <a:moveTo>
                    <a:pt x="619966" y="1737700"/>
                  </a:moveTo>
                  <a:lnTo>
                    <a:pt x="603863" y="1737700"/>
                  </a:lnTo>
                  <a:lnTo>
                    <a:pt x="603863" y="16101"/>
                  </a:lnTo>
                  <a:lnTo>
                    <a:pt x="619966" y="16101"/>
                  </a:lnTo>
                  <a:lnTo>
                    <a:pt x="619966" y="1737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257601" y="7108877"/>
              <a:ext cx="603885" cy="1612900"/>
            </a:xfrm>
            <a:custGeom>
              <a:avLst/>
              <a:gdLst/>
              <a:ahLst/>
              <a:cxnLst/>
              <a:rect l="l" t="t" r="r" b="b"/>
              <a:pathLst>
                <a:path w="603884" h="1612900">
                  <a:moveTo>
                    <a:pt x="603863" y="1612897"/>
                  </a:moveTo>
                  <a:lnTo>
                    <a:pt x="0" y="1612897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61289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382600" y="6147752"/>
              <a:ext cx="3561079" cy="2582545"/>
            </a:xfrm>
            <a:custGeom>
              <a:avLst/>
              <a:gdLst/>
              <a:ahLst/>
              <a:cxnLst/>
              <a:rect l="l" t="t" r="r" b="b"/>
              <a:pathLst>
                <a:path w="3561080" h="2582545">
                  <a:moveTo>
                    <a:pt x="90043" y="1246022"/>
                  </a:moveTo>
                  <a:lnTo>
                    <a:pt x="86448" y="1242415"/>
                  </a:lnTo>
                  <a:lnTo>
                    <a:pt x="3594" y="1242415"/>
                  </a:lnTo>
                  <a:lnTo>
                    <a:pt x="0" y="1246022"/>
                  </a:lnTo>
                  <a:lnTo>
                    <a:pt x="0" y="2578493"/>
                  </a:lnTo>
                  <a:lnTo>
                    <a:pt x="3594" y="2582087"/>
                  </a:lnTo>
                  <a:lnTo>
                    <a:pt x="86448" y="2582087"/>
                  </a:lnTo>
                  <a:lnTo>
                    <a:pt x="90043" y="2578493"/>
                  </a:lnTo>
                  <a:lnTo>
                    <a:pt x="90043" y="2565984"/>
                  </a:lnTo>
                  <a:lnTo>
                    <a:pt x="90043" y="1258519"/>
                  </a:lnTo>
                  <a:lnTo>
                    <a:pt x="90043" y="1246022"/>
                  </a:lnTo>
                  <a:close/>
                </a:path>
                <a:path w="3561080" h="2582545">
                  <a:moveTo>
                    <a:pt x="957745" y="911288"/>
                  </a:moveTo>
                  <a:lnTo>
                    <a:pt x="954151" y="907694"/>
                  </a:lnTo>
                  <a:lnTo>
                    <a:pt x="871308" y="907694"/>
                  </a:lnTo>
                  <a:lnTo>
                    <a:pt x="867714" y="911288"/>
                  </a:lnTo>
                  <a:lnTo>
                    <a:pt x="867714" y="2578493"/>
                  </a:lnTo>
                  <a:lnTo>
                    <a:pt x="871308" y="2582087"/>
                  </a:lnTo>
                  <a:lnTo>
                    <a:pt x="954151" y="2582087"/>
                  </a:lnTo>
                  <a:lnTo>
                    <a:pt x="957745" y="2578493"/>
                  </a:lnTo>
                  <a:lnTo>
                    <a:pt x="957745" y="2565984"/>
                  </a:lnTo>
                  <a:lnTo>
                    <a:pt x="957745" y="923798"/>
                  </a:lnTo>
                  <a:lnTo>
                    <a:pt x="957745" y="911288"/>
                  </a:lnTo>
                  <a:close/>
                </a:path>
                <a:path w="3561080" h="2582545">
                  <a:moveTo>
                    <a:pt x="1825459" y="645553"/>
                  </a:moveTo>
                  <a:lnTo>
                    <a:pt x="1821865" y="641959"/>
                  </a:lnTo>
                  <a:lnTo>
                    <a:pt x="1738998" y="641959"/>
                  </a:lnTo>
                  <a:lnTo>
                    <a:pt x="1735404" y="645553"/>
                  </a:lnTo>
                  <a:lnTo>
                    <a:pt x="1735404" y="2578493"/>
                  </a:lnTo>
                  <a:lnTo>
                    <a:pt x="1738998" y="2582087"/>
                  </a:lnTo>
                  <a:lnTo>
                    <a:pt x="1821865" y="2582087"/>
                  </a:lnTo>
                  <a:lnTo>
                    <a:pt x="1825459" y="2578493"/>
                  </a:lnTo>
                  <a:lnTo>
                    <a:pt x="1825459" y="2565984"/>
                  </a:lnTo>
                  <a:lnTo>
                    <a:pt x="1825459" y="658063"/>
                  </a:lnTo>
                  <a:lnTo>
                    <a:pt x="1825459" y="645553"/>
                  </a:lnTo>
                  <a:close/>
                </a:path>
                <a:path w="3561080" h="2582545">
                  <a:moveTo>
                    <a:pt x="2693149" y="831875"/>
                  </a:moveTo>
                  <a:lnTo>
                    <a:pt x="2689555" y="828281"/>
                  </a:lnTo>
                  <a:lnTo>
                    <a:pt x="2606713" y="828281"/>
                  </a:lnTo>
                  <a:lnTo>
                    <a:pt x="2603119" y="831875"/>
                  </a:lnTo>
                  <a:lnTo>
                    <a:pt x="2603119" y="2578493"/>
                  </a:lnTo>
                  <a:lnTo>
                    <a:pt x="2606713" y="2582087"/>
                  </a:lnTo>
                  <a:lnTo>
                    <a:pt x="2689555" y="2582087"/>
                  </a:lnTo>
                  <a:lnTo>
                    <a:pt x="2693149" y="2578493"/>
                  </a:lnTo>
                  <a:lnTo>
                    <a:pt x="2693149" y="2565984"/>
                  </a:lnTo>
                  <a:lnTo>
                    <a:pt x="2693149" y="844384"/>
                  </a:lnTo>
                  <a:lnTo>
                    <a:pt x="2693149" y="831875"/>
                  </a:lnTo>
                  <a:close/>
                </a:path>
                <a:path w="3561080" h="2582545">
                  <a:moveTo>
                    <a:pt x="3020860" y="7937"/>
                  </a:moveTo>
                  <a:lnTo>
                    <a:pt x="3020085" y="4978"/>
                  </a:lnTo>
                  <a:lnTo>
                    <a:pt x="3015970" y="787"/>
                  </a:lnTo>
                  <a:lnTo>
                    <a:pt x="3015780" y="787"/>
                  </a:lnTo>
                  <a:lnTo>
                    <a:pt x="3013100" y="0"/>
                  </a:lnTo>
                  <a:lnTo>
                    <a:pt x="3010281" y="787"/>
                  </a:lnTo>
                  <a:lnTo>
                    <a:pt x="2103767" y="238328"/>
                  </a:lnTo>
                  <a:lnTo>
                    <a:pt x="2101329" y="241363"/>
                  </a:lnTo>
                  <a:lnTo>
                    <a:pt x="2101075" y="248450"/>
                  </a:lnTo>
                  <a:lnTo>
                    <a:pt x="2103247" y="251675"/>
                  </a:lnTo>
                  <a:lnTo>
                    <a:pt x="2856166" y="512660"/>
                  </a:lnTo>
                  <a:lnTo>
                    <a:pt x="2857042" y="512800"/>
                  </a:lnTo>
                  <a:lnTo>
                    <a:pt x="2861272" y="512800"/>
                  </a:lnTo>
                  <a:lnTo>
                    <a:pt x="2882481" y="458127"/>
                  </a:lnTo>
                  <a:lnTo>
                    <a:pt x="2899105" y="408711"/>
                  </a:lnTo>
                  <a:lnTo>
                    <a:pt x="2915424" y="359143"/>
                  </a:lnTo>
                  <a:lnTo>
                    <a:pt x="2931414" y="309473"/>
                  </a:lnTo>
                  <a:lnTo>
                    <a:pt x="2947073" y="259727"/>
                  </a:lnTo>
                  <a:lnTo>
                    <a:pt x="2962389" y="209918"/>
                  </a:lnTo>
                  <a:lnTo>
                    <a:pt x="2977362" y="160096"/>
                  </a:lnTo>
                  <a:lnTo>
                    <a:pt x="2991980" y="110261"/>
                  </a:lnTo>
                  <a:lnTo>
                    <a:pt x="3006229" y="60464"/>
                  </a:lnTo>
                  <a:lnTo>
                    <a:pt x="3017532" y="19913"/>
                  </a:lnTo>
                  <a:lnTo>
                    <a:pt x="3020098" y="10718"/>
                  </a:lnTo>
                  <a:lnTo>
                    <a:pt x="3020860" y="7937"/>
                  </a:lnTo>
                  <a:close/>
                </a:path>
                <a:path w="3561080" h="2582545">
                  <a:moveTo>
                    <a:pt x="3560876" y="956678"/>
                  </a:moveTo>
                  <a:lnTo>
                    <a:pt x="3557282" y="953084"/>
                  </a:lnTo>
                  <a:lnTo>
                    <a:pt x="3483318" y="953084"/>
                  </a:lnTo>
                  <a:lnTo>
                    <a:pt x="3474415" y="953084"/>
                  </a:lnTo>
                  <a:lnTo>
                    <a:pt x="3470821" y="953084"/>
                  </a:lnTo>
                  <a:lnTo>
                    <a:pt x="3470821" y="969187"/>
                  </a:lnTo>
                  <a:lnTo>
                    <a:pt x="3470821" y="2565984"/>
                  </a:lnTo>
                  <a:lnTo>
                    <a:pt x="2883065" y="2565984"/>
                  </a:lnTo>
                  <a:lnTo>
                    <a:pt x="2883065" y="969187"/>
                  </a:lnTo>
                  <a:lnTo>
                    <a:pt x="3470821" y="969187"/>
                  </a:lnTo>
                  <a:lnTo>
                    <a:pt x="3470821" y="953084"/>
                  </a:lnTo>
                  <a:lnTo>
                    <a:pt x="2870555" y="953084"/>
                  </a:lnTo>
                  <a:lnTo>
                    <a:pt x="2866961" y="956678"/>
                  </a:lnTo>
                  <a:lnTo>
                    <a:pt x="2866961" y="2578493"/>
                  </a:lnTo>
                  <a:lnTo>
                    <a:pt x="2870555" y="2582087"/>
                  </a:lnTo>
                  <a:lnTo>
                    <a:pt x="3474415" y="2582087"/>
                  </a:lnTo>
                  <a:lnTo>
                    <a:pt x="3483318" y="2582087"/>
                  </a:lnTo>
                  <a:lnTo>
                    <a:pt x="3557282" y="2582087"/>
                  </a:lnTo>
                  <a:lnTo>
                    <a:pt x="3560876" y="2578493"/>
                  </a:lnTo>
                  <a:lnTo>
                    <a:pt x="3560876" y="2565984"/>
                  </a:lnTo>
                  <a:lnTo>
                    <a:pt x="3560876" y="969187"/>
                  </a:lnTo>
                  <a:lnTo>
                    <a:pt x="3560876" y="95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6835" y="3314460"/>
              <a:ext cx="2931160" cy="3355975"/>
            </a:xfrm>
            <a:custGeom>
              <a:avLst/>
              <a:gdLst/>
              <a:ahLst/>
              <a:cxnLst/>
              <a:rect l="l" t="t" r="r" b="b"/>
              <a:pathLst>
                <a:path w="2931159" h="3355975">
                  <a:moveTo>
                    <a:pt x="2931163" y="3355689"/>
                  </a:moveTo>
                  <a:lnTo>
                    <a:pt x="134956" y="3078567"/>
                  </a:lnTo>
                  <a:lnTo>
                    <a:pt x="91508" y="3067544"/>
                  </a:lnTo>
                  <a:lnTo>
                    <a:pt x="54362" y="3044997"/>
                  </a:lnTo>
                  <a:lnTo>
                    <a:pt x="25445" y="3013056"/>
                  </a:lnTo>
                  <a:lnTo>
                    <a:pt x="6682" y="2973849"/>
                  </a:lnTo>
                  <a:lnTo>
                    <a:pt x="0" y="2929503"/>
                  </a:lnTo>
                  <a:lnTo>
                    <a:pt x="0" y="873513"/>
                  </a:lnTo>
                  <a:lnTo>
                    <a:pt x="8247" y="824440"/>
                  </a:lnTo>
                  <a:lnTo>
                    <a:pt x="31350" y="781791"/>
                  </a:lnTo>
                  <a:lnTo>
                    <a:pt x="66845" y="748744"/>
                  </a:lnTo>
                  <a:lnTo>
                    <a:pt x="112270" y="728480"/>
                  </a:lnTo>
                  <a:lnTo>
                    <a:pt x="2931163" y="0"/>
                  </a:lnTo>
                  <a:lnTo>
                    <a:pt x="2931163" y="3355689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348779" y="3306140"/>
              <a:ext cx="2939415" cy="3372485"/>
            </a:xfrm>
            <a:custGeom>
              <a:avLst/>
              <a:gdLst/>
              <a:ahLst/>
              <a:cxnLst/>
              <a:rect l="l" t="t" r="r" b="b"/>
              <a:pathLst>
                <a:path w="2939415" h="3372484">
                  <a:moveTo>
                    <a:pt x="2939219" y="3372112"/>
                  </a:moveTo>
                  <a:lnTo>
                    <a:pt x="142216" y="3094919"/>
                  </a:lnTo>
                  <a:lnTo>
                    <a:pt x="96289" y="3083314"/>
                  </a:lnTo>
                  <a:lnTo>
                    <a:pt x="57127" y="3059616"/>
                  </a:lnTo>
                  <a:lnTo>
                    <a:pt x="26707" y="3026012"/>
                  </a:lnTo>
                  <a:lnTo>
                    <a:pt x="7006" y="2984686"/>
                  </a:lnTo>
                  <a:lnTo>
                    <a:pt x="0" y="2937814"/>
                  </a:lnTo>
                  <a:lnTo>
                    <a:pt x="1" y="881824"/>
                  </a:lnTo>
                  <a:lnTo>
                    <a:pt x="8689" y="830122"/>
                  </a:lnTo>
                  <a:lnTo>
                    <a:pt x="33031" y="785182"/>
                  </a:lnTo>
                  <a:lnTo>
                    <a:pt x="70438" y="750360"/>
                  </a:lnTo>
                  <a:lnTo>
                    <a:pt x="118322" y="729005"/>
                  </a:lnTo>
                  <a:lnTo>
                    <a:pt x="2939219" y="0"/>
                  </a:lnTo>
                  <a:lnTo>
                    <a:pt x="2939219" y="16628"/>
                  </a:lnTo>
                  <a:lnTo>
                    <a:pt x="122341" y="744595"/>
                  </a:lnTo>
                  <a:lnTo>
                    <a:pt x="79353" y="763768"/>
                  </a:lnTo>
                  <a:lnTo>
                    <a:pt x="45762" y="795036"/>
                  </a:lnTo>
                  <a:lnTo>
                    <a:pt x="23899" y="835392"/>
                  </a:lnTo>
                  <a:lnTo>
                    <a:pt x="16093" y="881824"/>
                  </a:lnTo>
                  <a:lnTo>
                    <a:pt x="16093" y="2937814"/>
                  </a:lnTo>
                  <a:lnTo>
                    <a:pt x="25808" y="2989717"/>
                  </a:lnTo>
                  <a:lnTo>
                    <a:pt x="52641" y="3033080"/>
                  </a:lnTo>
                  <a:lnTo>
                    <a:pt x="93127" y="3064076"/>
                  </a:lnTo>
                  <a:lnTo>
                    <a:pt x="143799" y="3078876"/>
                  </a:lnTo>
                  <a:lnTo>
                    <a:pt x="2939219" y="3355898"/>
                  </a:lnTo>
                  <a:lnTo>
                    <a:pt x="2939219" y="3372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882075" y="4419853"/>
              <a:ext cx="406400" cy="621665"/>
            </a:xfrm>
            <a:custGeom>
              <a:avLst/>
              <a:gdLst/>
              <a:ahLst/>
              <a:cxnLst/>
              <a:rect l="l" t="t" r="r" b="b"/>
              <a:pathLst>
                <a:path w="406400" h="621664">
                  <a:moveTo>
                    <a:pt x="100627" y="621139"/>
                  </a:moveTo>
                  <a:lnTo>
                    <a:pt x="61553" y="613703"/>
                  </a:lnTo>
                  <a:lnTo>
                    <a:pt x="29560" y="592489"/>
                  </a:lnTo>
                  <a:lnTo>
                    <a:pt x="7946" y="560755"/>
                  </a:lnTo>
                  <a:lnTo>
                    <a:pt x="9" y="521757"/>
                  </a:lnTo>
                  <a:lnTo>
                    <a:pt x="0" y="153835"/>
                  </a:lnTo>
                  <a:lnTo>
                    <a:pt x="6181" y="119280"/>
                  </a:lnTo>
                  <a:lnTo>
                    <a:pt x="23355" y="89806"/>
                  </a:lnTo>
                  <a:lnTo>
                    <a:pt x="49461" y="67860"/>
                  </a:lnTo>
                  <a:lnTo>
                    <a:pt x="82441" y="55887"/>
                  </a:lnTo>
                  <a:lnTo>
                    <a:pt x="405924" y="0"/>
                  </a:lnTo>
                  <a:lnTo>
                    <a:pt x="405924" y="617199"/>
                  </a:lnTo>
                  <a:lnTo>
                    <a:pt x="100627" y="62113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48001" y="3997261"/>
              <a:ext cx="2940050" cy="1052195"/>
            </a:xfrm>
            <a:custGeom>
              <a:avLst/>
              <a:gdLst/>
              <a:ahLst/>
              <a:cxnLst/>
              <a:rect l="l" t="t" r="r" b="b"/>
              <a:pathLst>
                <a:path w="2940050" h="1052195">
                  <a:moveTo>
                    <a:pt x="2939986" y="414426"/>
                  </a:moveTo>
                  <a:lnTo>
                    <a:pt x="2787078" y="440842"/>
                  </a:lnTo>
                  <a:lnTo>
                    <a:pt x="2783421" y="440842"/>
                  </a:lnTo>
                  <a:lnTo>
                    <a:pt x="2782646" y="441617"/>
                  </a:lnTo>
                  <a:lnTo>
                    <a:pt x="2779826" y="442112"/>
                  </a:lnTo>
                  <a:lnTo>
                    <a:pt x="2779826" y="458457"/>
                  </a:lnTo>
                  <a:lnTo>
                    <a:pt x="2779826" y="729170"/>
                  </a:lnTo>
                  <a:lnTo>
                    <a:pt x="2764180" y="786930"/>
                  </a:lnTo>
                  <a:lnTo>
                    <a:pt x="2721610" y="828979"/>
                  </a:lnTo>
                  <a:lnTo>
                    <a:pt x="2542121" y="930554"/>
                  </a:lnTo>
                  <a:lnTo>
                    <a:pt x="2542121" y="576427"/>
                  </a:lnTo>
                  <a:lnTo>
                    <a:pt x="2563545" y="517563"/>
                  </a:lnTo>
                  <a:lnTo>
                    <a:pt x="2617889" y="486435"/>
                  </a:lnTo>
                  <a:lnTo>
                    <a:pt x="2779826" y="458457"/>
                  </a:lnTo>
                  <a:lnTo>
                    <a:pt x="2779826" y="442112"/>
                  </a:lnTo>
                  <a:lnTo>
                    <a:pt x="2615146" y="470547"/>
                  </a:lnTo>
                  <a:lnTo>
                    <a:pt x="2551214" y="507174"/>
                  </a:lnTo>
                  <a:lnTo>
                    <a:pt x="2526017" y="576427"/>
                  </a:lnTo>
                  <a:lnTo>
                    <a:pt x="2526017" y="940371"/>
                  </a:lnTo>
                  <a:lnTo>
                    <a:pt x="2524887" y="944448"/>
                  </a:lnTo>
                  <a:lnTo>
                    <a:pt x="2526258" y="946886"/>
                  </a:lnTo>
                  <a:lnTo>
                    <a:pt x="2528112" y="965669"/>
                  </a:lnTo>
                  <a:lnTo>
                    <a:pt x="2534272" y="985824"/>
                  </a:lnTo>
                  <a:lnTo>
                    <a:pt x="2557919" y="1020762"/>
                  </a:lnTo>
                  <a:lnTo>
                    <a:pt x="2592616" y="1043825"/>
                  </a:lnTo>
                  <a:lnTo>
                    <a:pt x="2633154" y="1051788"/>
                  </a:lnTo>
                  <a:lnTo>
                    <a:pt x="2634805" y="1051788"/>
                  </a:lnTo>
                  <a:lnTo>
                    <a:pt x="2939986" y="1047851"/>
                  </a:lnTo>
                  <a:lnTo>
                    <a:pt x="2939986" y="1035685"/>
                  </a:lnTo>
                  <a:lnTo>
                    <a:pt x="2939986" y="1031748"/>
                  </a:lnTo>
                  <a:lnTo>
                    <a:pt x="2634602" y="1035685"/>
                  </a:lnTo>
                  <a:lnTo>
                    <a:pt x="2616479" y="1033957"/>
                  </a:lnTo>
                  <a:lnTo>
                    <a:pt x="2599283" y="1028979"/>
                  </a:lnTo>
                  <a:lnTo>
                    <a:pt x="2557653" y="995375"/>
                  </a:lnTo>
                  <a:lnTo>
                    <a:pt x="2542552" y="948817"/>
                  </a:lnTo>
                  <a:lnTo>
                    <a:pt x="2729522" y="843013"/>
                  </a:lnTo>
                  <a:lnTo>
                    <a:pt x="2757170" y="822071"/>
                  </a:lnTo>
                  <a:lnTo>
                    <a:pt x="2778074" y="795045"/>
                  </a:lnTo>
                  <a:lnTo>
                    <a:pt x="2791295" y="763549"/>
                  </a:lnTo>
                  <a:lnTo>
                    <a:pt x="2795917" y="729170"/>
                  </a:lnTo>
                  <a:lnTo>
                    <a:pt x="2795917" y="455676"/>
                  </a:lnTo>
                  <a:lnTo>
                    <a:pt x="2939986" y="430784"/>
                  </a:lnTo>
                  <a:lnTo>
                    <a:pt x="2939986" y="414426"/>
                  </a:lnTo>
                  <a:close/>
                </a:path>
                <a:path w="2940050" h="1052195">
                  <a:moveTo>
                    <a:pt x="2939986" y="0"/>
                  </a:moveTo>
                  <a:lnTo>
                    <a:pt x="2743" y="644702"/>
                  </a:lnTo>
                  <a:lnTo>
                    <a:pt x="0" y="649008"/>
                  </a:lnTo>
                  <a:lnTo>
                    <a:pt x="1790" y="657110"/>
                  </a:lnTo>
                  <a:lnTo>
                    <a:pt x="5118" y="659676"/>
                  </a:lnTo>
                  <a:lnTo>
                    <a:pt x="9385" y="659676"/>
                  </a:lnTo>
                  <a:lnTo>
                    <a:pt x="2939986" y="16484"/>
                  </a:lnTo>
                  <a:lnTo>
                    <a:pt x="2939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51126" y="2084126"/>
            <a:ext cx="5015865" cy="78263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3350" spc="12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350" spc="-1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35">
                <a:solidFill>
                  <a:srgbClr val="171717"/>
                </a:solidFill>
                <a:latin typeface="Lucida Sans Unicode"/>
                <a:cs typeface="Lucida Sans Unicode"/>
              </a:rPr>
              <a:t>Sources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65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3350" spc="-1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12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350" spc="-1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100">
                <a:solidFill>
                  <a:srgbClr val="171717"/>
                </a:solidFill>
                <a:latin typeface="Lucida Sans Unicode"/>
                <a:cs typeface="Lucida Sans Unicode"/>
              </a:rPr>
              <a:t>Factory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65">
                <a:solidFill>
                  <a:srgbClr val="171717"/>
                </a:solidFill>
                <a:latin typeface="Lucida Sans Unicode"/>
                <a:cs typeface="Lucida Sans Unicode"/>
              </a:rPr>
              <a:t>Azure</a:t>
            </a:r>
            <a:r>
              <a:rPr dirty="0" sz="335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95">
                <a:solidFill>
                  <a:srgbClr val="171717"/>
                </a:solidFill>
                <a:latin typeface="Lucida Sans Unicode"/>
                <a:cs typeface="Lucida Sans Unicode"/>
              </a:rPr>
              <a:t>Storage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12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3350" spc="-1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171717"/>
                </a:solidFill>
                <a:latin typeface="Lucida Sans Unicode"/>
                <a:cs typeface="Lucida Sans Unicode"/>
              </a:rPr>
              <a:t>Preprocessing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25">
                <a:solidFill>
                  <a:srgbClr val="171717"/>
                </a:solidFill>
                <a:latin typeface="Lucida Sans Unicode"/>
                <a:cs typeface="Lucida Sans Unicode"/>
              </a:rPr>
              <a:t>Machine</a:t>
            </a:r>
            <a:r>
              <a:rPr dirty="0" sz="3350" spc="-1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65">
                <a:solidFill>
                  <a:srgbClr val="171717"/>
                </a:solidFill>
                <a:latin typeface="Lucida Sans Unicode"/>
                <a:cs typeface="Lucida Sans Unicode"/>
              </a:rPr>
              <a:t>Learning</a:t>
            </a:r>
            <a:r>
              <a:rPr dirty="0" sz="3350" spc="-1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171717"/>
                </a:solidFill>
                <a:latin typeface="Lucida Sans Unicode"/>
                <a:cs typeface="Lucida Sans Unicode"/>
              </a:rPr>
              <a:t>Model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>
                <a:solidFill>
                  <a:srgbClr val="171717"/>
                </a:solidFill>
                <a:latin typeface="Lucida Sans Unicode"/>
                <a:cs typeface="Lucida Sans Unicode"/>
              </a:rPr>
              <a:t>Prediction</a:t>
            </a:r>
            <a:r>
              <a:rPr dirty="0" sz="335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171717"/>
                </a:solidFill>
                <a:latin typeface="Lucida Sans Unicode"/>
                <a:cs typeface="Lucida Sans Unicode"/>
              </a:rPr>
              <a:t>Results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-50">
                <a:solidFill>
                  <a:srgbClr val="171717"/>
                </a:solidFill>
                <a:latin typeface="Lucida Sans Unicode"/>
                <a:cs typeface="Lucida Sans Unicode"/>
              </a:rPr>
              <a:t>↓</a:t>
            </a:r>
            <a:endParaRPr sz="3350">
              <a:latin typeface="Lucida Sans Unicode"/>
              <a:cs typeface="Lucida Sans Unicode"/>
            </a:endParaRPr>
          </a:p>
          <a:p>
            <a:pPr marL="129539">
              <a:lnSpc>
                <a:spcPct val="100000"/>
              </a:lnSpc>
              <a:spcBef>
                <a:spcPts val="705"/>
              </a:spcBef>
            </a:pPr>
            <a:r>
              <a:rPr dirty="0" sz="3350" spc="110">
                <a:solidFill>
                  <a:srgbClr val="171717"/>
                </a:solidFill>
                <a:latin typeface="Lucida Sans Unicode"/>
                <a:cs typeface="Lucida Sans Unicode"/>
              </a:rPr>
              <a:t>Power</a:t>
            </a:r>
            <a:r>
              <a:rPr dirty="0" sz="3350" spc="-1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>
                <a:solidFill>
                  <a:srgbClr val="171717"/>
                </a:solidFill>
                <a:latin typeface="Lucida Sans Unicode"/>
                <a:cs typeface="Lucida Sans Unicode"/>
              </a:rPr>
              <a:t>BI</a:t>
            </a:r>
            <a:r>
              <a:rPr dirty="0" sz="3350" spc="-1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-10">
                <a:solidFill>
                  <a:srgbClr val="171717"/>
                </a:solidFill>
                <a:latin typeface="Lucida Sans Unicode"/>
                <a:cs typeface="Lucida Sans Unicode"/>
              </a:rPr>
              <a:t>Dashboard</a:t>
            </a:r>
            <a:endParaRPr sz="33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81643" y="613208"/>
            <a:ext cx="10054590" cy="13144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450" spc="-300"/>
              <a:t>S</a:t>
            </a:r>
            <a:r>
              <a:rPr dirty="0" sz="8450" spc="-280"/>
              <a:t>y</a:t>
            </a:r>
            <a:r>
              <a:rPr dirty="0" sz="8450" spc="-325"/>
              <a:t>s</a:t>
            </a:r>
            <a:r>
              <a:rPr dirty="0" sz="8450" spc="-120"/>
              <a:t>t</a:t>
            </a:r>
            <a:r>
              <a:rPr dirty="0" sz="8450" spc="-265"/>
              <a:t>e</a:t>
            </a:r>
            <a:r>
              <a:rPr dirty="0" sz="8450" spc="254"/>
              <a:t>m</a:t>
            </a:r>
            <a:r>
              <a:rPr dirty="0" sz="8450" spc="-1540"/>
              <a:t> </a:t>
            </a:r>
            <a:r>
              <a:rPr dirty="0" sz="8450" spc="-145"/>
              <a:t>A</a:t>
            </a:r>
            <a:r>
              <a:rPr dirty="0" sz="8450" spc="-25"/>
              <a:t>r</a:t>
            </a:r>
            <a:r>
              <a:rPr dirty="0" sz="8450" spc="-125"/>
              <a:t>c</a:t>
            </a:r>
            <a:r>
              <a:rPr dirty="0" sz="8450" spc="-180"/>
              <a:t>h</a:t>
            </a:r>
            <a:r>
              <a:rPr dirty="0" sz="8450" spc="-235"/>
              <a:t>i</a:t>
            </a:r>
            <a:r>
              <a:rPr dirty="0" sz="8450" spc="30"/>
              <a:t>t</a:t>
            </a:r>
            <a:r>
              <a:rPr dirty="0" sz="8450" spc="-114"/>
              <a:t>e</a:t>
            </a:r>
            <a:r>
              <a:rPr dirty="0" sz="8450" spc="-125"/>
              <a:t>c</a:t>
            </a:r>
            <a:r>
              <a:rPr dirty="0" sz="8450" spc="30"/>
              <a:t>t</a:t>
            </a:r>
            <a:r>
              <a:rPr dirty="0" sz="8450" spc="-180"/>
              <a:t>u</a:t>
            </a:r>
            <a:r>
              <a:rPr dirty="0" sz="8450" spc="-25"/>
              <a:t>r</a:t>
            </a:r>
            <a:r>
              <a:rPr dirty="0" sz="8450" spc="405"/>
              <a:t>e</a:t>
            </a:r>
            <a:endParaRPr sz="8450"/>
          </a:p>
        </p:txBody>
      </p:sp>
      <p:grpSp>
        <p:nvGrpSpPr>
          <p:cNvPr id="4" name="object 4" descr=""/>
          <p:cNvGrpSpPr/>
          <p:nvPr/>
        </p:nvGrpSpPr>
        <p:grpSpPr>
          <a:xfrm>
            <a:off x="794" y="2701956"/>
            <a:ext cx="7118350" cy="7169150"/>
            <a:chOff x="794" y="2701956"/>
            <a:chExt cx="7118350" cy="7169150"/>
          </a:xfrm>
        </p:grpSpPr>
        <p:sp>
          <p:nvSpPr>
            <p:cNvPr id="5" name="object 5" descr=""/>
            <p:cNvSpPr/>
            <p:nvPr/>
          </p:nvSpPr>
          <p:spPr>
            <a:xfrm>
              <a:off x="2609176" y="2701962"/>
              <a:ext cx="4509770" cy="5594350"/>
            </a:xfrm>
            <a:custGeom>
              <a:avLst/>
              <a:gdLst/>
              <a:ahLst/>
              <a:cxnLst/>
              <a:rect l="l" t="t" r="r" b="b"/>
              <a:pathLst>
                <a:path w="4509770" h="5594350">
                  <a:moveTo>
                    <a:pt x="4509770" y="186042"/>
                  </a:moveTo>
                  <a:lnTo>
                    <a:pt x="4505388" y="145745"/>
                  </a:lnTo>
                  <a:lnTo>
                    <a:pt x="4492599" y="107823"/>
                  </a:lnTo>
                  <a:lnTo>
                    <a:pt x="4472000" y="73520"/>
                  </a:lnTo>
                  <a:lnTo>
                    <a:pt x="4444162" y="44081"/>
                  </a:lnTo>
                  <a:lnTo>
                    <a:pt x="4410634" y="21323"/>
                  </a:lnTo>
                  <a:lnTo>
                    <a:pt x="4389298" y="12814"/>
                  </a:lnTo>
                  <a:lnTo>
                    <a:pt x="4373486" y="6502"/>
                  </a:lnTo>
                  <a:lnTo>
                    <a:pt x="4334027" y="0"/>
                  </a:lnTo>
                  <a:lnTo>
                    <a:pt x="4293565" y="2184"/>
                  </a:lnTo>
                  <a:lnTo>
                    <a:pt x="156197" y="678256"/>
                  </a:lnTo>
                  <a:lnTo>
                    <a:pt x="113195" y="690638"/>
                  </a:lnTo>
                  <a:lnTo>
                    <a:pt x="75476" y="712114"/>
                  </a:lnTo>
                  <a:lnTo>
                    <a:pt x="44157" y="741337"/>
                  </a:lnTo>
                  <a:lnTo>
                    <a:pt x="20383" y="776960"/>
                  </a:lnTo>
                  <a:lnTo>
                    <a:pt x="5283" y="817676"/>
                  </a:lnTo>
                  <a:lnTo>
                    <a:pt x="0" y="862114"/>
                  </a:lnTo>
                  <a:lnTo>
                    <a:pt x="0" y="4731817"/>
                  </a:lnTo>
                  <a:lnTo>
                    <a:pt x="5283" y="4776267"/>
                  </a:lnTo>
                  <a:lnTo>
                    <a:pt x="20383" y="4816983"/>
                  </a:lnTo>
                  <a:lnTo>
                    <a:pt x="44157" y="4852606"/>
                  </a:lnTo>
                  <a:lnTo>
                    <a:pt x="75476" y="4881816"/>
                  </a:lnTo>
                  <a:lnTo>
                    <a:pt x="113195" y="4903292"/>
                  </a:lnTo>
                  <a:lnTo>
                    <a:pt x="156197" y="4915662"/>
                  </a:lnTo>
                  <a:lnTo>
                    <a:pt x="4293565" y="5591734"/>
                  </a:lnTo>
                  <a:lnTo>
                    <a:pt x="4323702" y="5594185"/>
                  </a:lnTo>
                  <a:lnTo>
                    <a:pt x="4356239" y="5591314"/>
                  </a:lnTo>
                  <a:lnTo>
                    <a:pt x="4387634" y="5582831"/>
                  </a:lnTo>
                  <a:lnTo>
                    <a:pt x="4391914" y="5580812"/>
                  </a:lnTo>
                  <a:lnTo>
                    <a:pt x="4417174" y="5568937"/>
                  </a:lnTo>
                  <a:lnTo>
                    <a:pt x="4472000" y="5520398"/>
                  </a:lnTo>
                  <a:lnTo>
                    <a:pt x="4492599" y="5486095"/>
                  </a:lnTo>
                  <a:lnTo>
                    <a:pt x="4505388" y="5448173"/>
                  </a:lnTo>
                  <a:lnTo>
                    <a:pt x="4509770" y="5407888"/>
                  </a:lnTo>
                  <a:lnTo>
                    <a:pt x="4509770" y="186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09538" y="2944686"/>
              <a:ext cx="4109085" cy="5108575"/>
            </a:xfrm>
            <a:custGeom>
              <a:avLst/>
              <a:gdLst/>
              <a:ahLst/>
              <a:cxnLst/>
              <a:rect l="l" t="t" r="r" b="b"/>
              <a:pathLst>
                <a:path w="4109084" h="5108575">
                  <a:moveTo>
                    <a:pt x="4002259" y="5108462"/>
                  </a:moveTo>
                  <a:lnTo>
                    <a:pt x="79144" y="4518041"/>
                  </a:lnTo>
                  <a:lnTo>
                    <a:pt x="22511" y="4486741"/>
                  </a:lnTo>
                  <a:lnTo>
                    <a:pt x="0" y="4426054"/>
                  </a:lnTo>
                  <a:lnTo>
                    <a:pt x="0" y="682408"/>
                  </a:lnTo>
                  <a:lnTo>
                    <a:pt x="22511" y="621721"/>
                  </a:lnTo>
                  <a:lnTo>
                    <a:pt x="79144" y="590421"/>
                  </a:lnTo>
                  <a:lnTo>
                    <a:pt x="4002259" y="0"/>
                  </a:lnTo>
                  <a:lnTo>
                    <a:pt x="4042668" y="2804"/>
                  </a:lnTo>
                  <a:lnTo>
                    <a:pt x="4076748" y="21489"/>
                  </a:lnTo>
                  <a:lnTo>
                    <a:pt x="4100287" y="52425"/>
                  </a:lnTo>
                  <a:lnTo>
                    <a:pt x="4109069" y="91986"/>
                  </a:lnTo>
                  <a:lnTo>
                    <a:pt x="4109069" y="5016476"/>
                  </a:lnTo>
                  <a:lnTo>
                    <a:pt x="4100288" y="5056036"/>
                  </a:lnTo>
                  <a:lnTo>
                    <a:pt x="4076751" y="5086973"/>
                  </a:lnTo>
                  <a:lnTo>
                    <a:pt x="4042671" y="5105658"/>
                  </a:lnTo>
                  <a:lnTo>
                    <a:pt x="4002259" y="5108462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02610" y="2937318"/>
              <a:ext cx="4123054" cy="5123815"/>
            </a:xfrm>
            <a:custGeom>
              <a:avLst/>
              <a:gdLst/>
              <a:ahLst/>
              <a:cxnLst/>
              <a:rect l="l" t="t" r="r" b="b"/>
              <a:pathLst>
                <a:path w="4123054" h="5123815">
                  <a:moveTo>
                    <a:pt x="4122915" y="461403"/>
                  </a:moveTo>
                  <a:lnTo>
                    <a:pt x="4122534" y="458330"/>
                  </a:lnTo>
                  <a:lnTo>
                    <a:pt x="4122534" y="99364"/>
                  </a:lnTo>
                  <a:lnTo>
                    <a:pt x="4120223" y="77990"/>
                  </a:lnTo>
                  <a:lnTo>
                    <a:pt x="4113479" y="57848"/>
                  </a:lnTo>
                  <a:lnTo>
                    <a:pt x="4109453" y="51092"/>
                  </a:lnTo>
                  <a:lnTo>
                    <a:pt x="4109453" y="99364"/>
                  </a:lnTo>
                  <a:lnTo>
                    <a:pt x="4109453" y="452843"/>
                  </a:lnTo>
                  <a:lnTo>
                    <a:pt x="4109453" y="5023853"/>
                  </a:lnTo>
                  <a:lnTo>
                    <a:pt x="4107446" y="5042420"/>
                  </a:lnTo>
                  <a:lnTo>
                    <a:pt x="4079405" y="5089398"/>
                  </a:lnTo>
                  <a:lnTo>
                    <a:pt x="4028808" y="5110137"/>
                  </a:lnTo>
                  <a:lnTo>
                    <a:pt x="4010152" y="5109375"/>
                  </a:lnTo>
                  <a:lnTo>
                    <a:pt x="3711613" y="5064455"/>
                  </a:lnTo>
                  <a:lnTo>
                    <a:pt x="3711613" y="4621352"/>
                  </a:lnTo>
                  <a:lnTo>
                    <a:pt x="4109453" y="4670323"/>
                  </a:lnTo>
                  <a:lnTo>
                    <a:pt x="4109453" y="4657191"/>
                  </a:lnTo>
                  <a:lnTo>
                    <a:pt x="3711613" y="4608207"/>
                  </a:lnTo>
                  <a:lnTo>
                    <a:pt x="3711613" y="4165079"/>
                  </a:lnTo>
                  <a:lnTo>
                    <a:pt x="4109453" y="4203166"/>
                  </a:lnTo>
                  <a:lnTo>
                    <a:pt x="4109453" y="4190047"/>
                  </a:lnTo>
                  <a:lnTo>
                    <a:pt x="3711613" y="4151947"/>
                  </a:lnTo>
                  <a:lnTo>
                    <a:pt x="3711613" y="3708819"/>
                  </a:lnTo>
                  <a:lnTo>
                    <a:pt x="4109453" y="3736022"/>
                  </a:lnTo>
                  <a:lnTo>
                    <a:pt x="4109453" y="3722928"/>
                  </a:lnTo>
                  <a:lnTo>
                    <a:pt x="3711613" y="3695725"/>
                  </a:lnTo>
                  <a:lnTo>
                    <a:pt x="3711613" y="3252559"/>
                  </a:lnTo>
                  <a:lnTo>
                    <a:pt x="4109453" y="3268878"/>
                  </a:lnTo>
                  <a:lnTo>
                    <a:pt x="4109453" y="3255784"/>
                  </a:lnTo>
                  <a:lnTo>
                    <a:pt x="3711613" y="3239465"/>
                  </a:lnTo>
                  <a:lnTo>
                    <a:pt x="3711613" y="2796286"/>
                  </a:lnTo>
                  <a:lnTo>
                    <a:pt x="4109453" y="2801721"/>
                  </a:lnTo>
                  <a:lnTo>
                    <a:pt x="4109453" y="2788628"/>
                  </a:lnTo>
                  <a:lnTo>
                    <a:pt x="3711613" y="2783192"/>
                  </a:lnTo>
                  <a:lnTo>
                    <a:pt x="3711613" y="2340025"/>
                  </a:lnTo>
                  <a:lnTo>
                    <a:pt x="4109453" y="2334577"/>
                  </a:lnTo>
                  <a:lnTo>
                    <a:pt x="4109453" y="2321547"/>
                  </a:lnTo>
                  <a:lnTo>
                    <a:pt x="3711613" y="2326995"/>
                  </a:lnTo>
                  <a:lnTo>
                    <a:pt x="3711613" y="1883765"/>
                  </a:lnTo>
                  <a:lnTo>
                    <a:pt x="4109453" y="1867433"/>
                  </a:lnTo>
                  <a:lnTo>
                    <a:pt x="4109453" y="1854339"/>
                  </a:lnTo>
                  <a:lnTo>
                    <a:pt x="3711613" y="1870671"/>
                  </a:lnTo>
                  <a:lnTo>
                    <a:pt x="3711613" y="1427518"/>
                  </a:lnTo>
                  <a:lnTo>
                    <a:pt x="4109453" y="1400302"/>
                  </a:lnTo>
                  <a:lnTo>
                    <a:pt x="4109453" y="1387170"/>
                  </a:lnTo>
                  <a:lnTo>
                    <a:pt x="3711613" y="1414399"/>
                  </a:lnTo>
                  <a:lnTo>
                    <a:pt x="3711613" y="971270"/>
                  </a:lnTo>
                  <a:lnTo>
                    <a:pt x="4109453" y="933170"/>
                  </a:lnTo>
                  <a:lnTo>
                    <a:pt x="4109453" y="920013"/>
                  </a:lnTo>
                  <a:lnTo>
                    <a:pt x="3711613" y="958126"/>
                  </a:lnTo>
                  <a:lnTo>
                    <a:pt x="3711613" y="514997"/>
                  </a:lnTo>
                  <a:lnTo>
                    <a:pt x="4109453" y="466013"/>
                  </a:lnTo>
                  <a:lnTo>
                    <a:pt x="4109453" y="452843"/>
                  </a:lnTo>
                  <a:lnTo>
                    <a:pt x="3711613" y="501840"/>
                  </a:lnTo>
                  <a:lnTo>
                    <a:pt x="3711613" y="58775"/>
                  </a:lnTo>
                  <a:lnTo>
                    <a:pt x="4014457" y="13195"/>
                  </a:lnTo>
                  <a:lnTo>
                    <a:pt x="4018762" y="12877"/>
                  </a:lnTo>
                  <a:lnTo>
                    <a:pt x="4023055" y="12877"/>
                  </a:lnTo>
                  <a:lnTo>
                    <a:pt x="4066819" y="24803"/>
                  </a:lnTo>
                  <a:lnTo>
                    <a:pt x="4101592" y="63296"/>
                  </a:lnTo>
                  <a:lnTo>
                    <a:pt x="4109453" y="99364"/>
                  </a:lnTo>
                  <a:lnTo>
                    <a:pt x="4109453" y="51092"/>
                  </a:lnTo>
                  <a:lnTo>
                    <a:pt x="4102620" y="39598"/>
                  </a:lnTo>
                  <a:lnTo>
                    <a:pt x="4087939" y="23901"/>
                  </a:lnTo>
                  <a:lnTo>
                    <a:pt x="4071937" y="12877"/>
                  </a:lnTo>
                  <a:lnTo>
                    <a:pt x="4070235" y="11696"/>
                  </a:lnTo>
                  <a:lnTo>
                    <a:pt x="4050576" y="3657"/>
                  </a:lnTo>
                  <a:lnTo>
                    <a:pt x="4029672" y="0"/>
                  </a:lnTo>
                  <a:lnTo>
                    <a:pt x="4008221" y="914"/>
                  </a:lnTo>
                  <a:lnTo>
                    <a:pt x="3704666" y="46596"/>
                  </a:lnTo>
                  <a:lnTo>
                    <a:pt x="3701478" y="46596"/>
                  </a:lnTo>
                  <a:lnTo>
                    <a:pt x="3700907" y="47167"/>
                  </a:lnTo>
                  <a:lnTo>
                    <a:pt x="3698557" y="47523"/>
                  </a:lnTo>
                  <a:lnTo>
                    <a:pt x="3698557" y="60744"/>
                  </a:lnTo>
                  <a:lnTo>
                    <a:pt x="3698557" y="5062486"/>
                  </a:lnTo>
                  <a:lnTo>
                    <a:pt x="3300704" y="5002619"/>
                  </a:lnTo>
                  <a:lnTo>
                    <a:pt x="3300704" y="4570755"/>
                  </a:lnTo>
                  <a:lnTo>
                    <a:pt x="3698557" y="4619739"/>
                  </a:lnTo>
                  <a:lnTo>
                    <a:pt x="3698557" y="4606607"/>
                  </a:lnTo>
                  <a:lnTo>
                    <a:pt x="3300704" y="4557623"/>
                  </a:lnTo>
                  <a:lnTo>
                    <a:pt x="3300704" y="4125734"/>
                  </a:lnTo>
                  <a:lnTo>
                    <a:pt x="3698557" y="4163822"/>
                  </a:lnTo>
                  <a:lnTo>
                    <a:pt x="3698557" y="4150703"/>
                  </a:lnTo>
                  <a:lnTo>
                    <a:pt x="3300704" y="4112603"/>
                  </a:lnTo>
                  <a:lnTo>
                    <a:pt x="3300704" y="3680714"/>
                  </a:lnTo>
                  <a:lnTo>
                    <a:pt x="3698557" y="3707917"/>
                  </a:lnTo>
                  <a:lnTo>
                    <a:pt x="3698557" y="3694836"/>
                  </a:lnTo>
                  <a:lnTo>
                    <a:pt x="3300704" y="3667633"/>
                  </a:lnTo>
                  <a:lnTo>
                    <a:pt x="3300704" y="3235706"/>
                  </a:lnTo>
                  <a:lnTo>
                    <a:pt x="3698557" y="3252025"/>
                  </a:lnTo>
                  <a:lnTo>
                    <a:pt x="3698557" y="3238931"/>
                  </a:lnTo>
                  <a:lnTo>
                    <a:pt x="3300704" y="3222612"/>
                  </a:lnTo>
                  <a:lnTo>
                    <a:pt x="3300704" y="2790672"/>
                  </a:lnTo>
                  <a:lnTo>
                    <a:pt x="3698557" y="2796108"/>
                  </a:lnTo>
                  <a:lnTo>
                    <a:pt x="3698557" y="2783014"/>
                  </a:lnTo>
                  <a:lnTo>
                    <a:pt x="3300704" y="2777579"/>
                  </a:lnTo>
                  <a:lnTo>
                    <a:pt x="3300704" y="2345652"/>
                  </a:lnTo>
                  <a:lnTo>
                    <a:pt x="3698557" y="2340203"/>
                  </a:lnTo>
                  <a:lnTo>
                    <a:pt x="3698557" y="2327173"/>
                  </a:lnTo>
                  <a:lnTo>
                    <a:pt x="3300704" y="2332621"/>
                  </a:lnTo>
                  <a:lnTo>
                    <a:pt x="3300704" y="1900631"/>
                  </a:lnTo>
                  <a:lnTo>
                    <a:pt x="3698557" y="1884299"/>
                  </a:lnTo>
                  <a:lnTo>
                    <a:pt x="3698557" y="1871205"/>
                  </a:lnTo>
                  <a:lnTo>
                    <a:pt x="3300704" y="1887537"/>
                  </a:lnTo>
                  <a:lnTo>
                    <a:pt x="3300704" y="1455635"/>
                  </a:lnTo>
                  <a:lnTo>
                    <a:pt x="3698557" y="1428419"/>
                  </a:lnTo>
                  <a:lnTo>
                    <a:pt x="3698557" y="1415288"/>
                  </a:lnTo>
                  <a:lnTo>
                    <a:pt x="3300704" y="1442516"/>
                  </a:lnTo>
                  <a:lnTo>
                    <a:pt x="3300704" y="1010627"/>
                  </a:lnTo>
                  <a:lnTo>
                    <a:pt x="3698557" y="972527"/>
                  </a:lnTo>
                  <a:lnTo>
                    <a:pt x="3698557" y="959370"/>
                  </a:lnTo>
                  <a:lnTo>
                    <a:pt x="3300704" y="997483"/>
                  </a:lnTo>
                  <a:lnTo>
                    <a:pt x="3300704" y="565607"/>
                  </a:lnTo>
                  <a:lnTo>
                    <a:pt x="3698557" y="516610"/>
                  </a:lnTo>
                  <a:lnTo>
                    <a:pt x="3698557" y="503440"/>
                  </a:lnTo>
                  <a:lnTo>
                    <a:pt x="3300704" y="552437"/>
                  </a:lnTo>
                  <a:lnTo>
                    <a:pt x="3300704" y="120624"/>
                  </a:lnTo>
                  <a:lnTo>
                    <a:pt x="3698557" y="60744"/>
                  </a:lnTo>
                  <a:lnTo>
                    <a:pt x="3698557" y="47523"/>
                  </a:lnTo>
                  <a:lnTo>
                    <a:pt x="3293719" y="108445"/>
                  </a:lnTo>
                  <a:lnTo>
                    <a:pt x="3290557" y="108445"/>
                  </a:lnTo>
                  <a:lnTo>
                    <a:pt x="3289985" y="109016"/>
                  </a:lnTo>
                  <a:lnTo>
                    <a:pt x="3287636" y="109372"/>
                  </a:lnTo>
                  <a:lnTo>
                    <a:pt x="3287636" y="122593"/>
                  </a:lnTo>
                  <a:lnTo>
                    <a:pt x="3287636" y="554050"/>
                  </a:lnTo>
                  <a:lnTo>
                    <a:pt x="3287636" y="5000650"/>
                  </a:lnTo>
                  <a:lnTo>
                    <a:pt x="2889796" y="4940782"/>
                  </a:lnTo>
                  <a:lnTo>
                    <a:pt x="2889796" y="4520171"/>
                  </a:lnTo>
                  <a:lnTo>
                    <a:pt x="3287636" y="4569155"/>
                  </a:lnTo>
                  <a:lnTo>
                    <a:pt x="3287636" y="4556010"/>
                  </a:lnTo>
                  <a:lnTo>
                    <a:pt x="2889796" y="4507027"/>
                  </a:lnTo>
                  <a:lnTo>
                    <a:pt x="2889796" y="4086390"/>
                  </a:lnTo>
                  <a:lnTo>
                    <a:pt x="3287636" y="4124477"/>
                  </a:lnTo>
                  <a:lnTo>
                    <a:pt x="3287636" y="4111358"/>
                  </a:lnTo>
                  <a:lnTo>
                    <a:pt x="2889796" y="4073258"/>
                  </a:lnTo>
                  <a:lnTo>
                    <a:pt x="2889796" y="3652609"/>
                  </a:lnTo>
                  <a:lnTo>
                    <a:pt x="3287636" y="3679812"/>
                  </a:lnTo>
                  <a:lnTo>
                    <a:pt x="3287636" y="3666731"/>
                  </a:lnTo>
                  <a:lnTo>
                    <a:pt x="2889796" y="3639528"/>
                  </a:lnTo>
                  <a:lnTo>
                    <a:pt x="2889796" y="3218840"/>
                  </a:lnTo>
                  <a:lnTo>
                    <a:pt x="3287636" y="3235160"/>
                  </a:lnTo>
                  <a:lnTo>
                    <a:pt x="3287636" y="3222066"/>
                  </a:lnTo>
                  <a:lnTo>
                    <a:pt x="2889796" y="3205746"/>
                  </a:lnTo>
                  <a:lnTo>
                    <a:pt x="2889796" y="2785059"/>
                  </a:lnTo>
                  <a:lnTo>
                    <a:pt x="3287636" y="2790494"/>
                  </a:lnTo>
                  <a:lnTo>
                    <a:pt x="3287636" y="2777401"/>
                  </a:lnTo>
                  <a:lnTo>
                    <a:pt x="2889796" y="2771965"/>
                  </a:lnTo>
                  <a:lnTo>
                    <a:pt x="2889796" y="2351278"/>
                  </a:lnTo>
                  <a:lnTo>
                    <a:pt x="3287636" y="2345829"/>
                  </a:lnTo>
                  <a:lnTo>
                    <a:pt x="3287636" y="2332799"/>
                  </a:lnTo>
                  <a:lnTo>
                    <a:pt x="2889796" y="2338235"/>
                  </a:lnTo>
                  <a:lnTo>
                    <a:pt x="2889796" y="1917496"/>
                  </a:lnTo>
                  <a:lnTo>
                    <a:pt x="3287636" y="1901164"/>
                  </a:lnTo>
                  <a:lnTo>
                    <a:pt x="3287636" y="1888083"/>
                  </a:lnTo>
                  <a:lnTo>
                    <a:pt x="2889796" y="1904415"/>
                  </a:lnTo>
                  <a:lnTo>
                    <a:pt x="2889796" y="1483753"/>
                  </a:lnTo>
                  <a:lnTo>
                    <a:pt x="3287636" y="1456537"/>
                  </a:lnTo>
                  <a:lnTo>
                    <a:pt x="3287636" y="1443405"/>
                  </a:lnTo>
                  <a:lnTo>
                    <a:pt x="2889796" y="1470634"/>
                  </a:lnTo>
                  <a:lnTo>
                    <a:pt x="2889796" y="1049985"/>
                  </a:lnTo>
                  <a:lnTo>
                    <a:pt x="3287636" y="1011885"/>
                  </a:lnTo>
                  <a:lnTo>
                    <a:pt x="3287636" y="998728"/>
                  </a:lnTo>
                  <a:lnTo>
                    <a:pt x="2889796" y="1036840"/>
                  </a:lnTo>
                  <a:lnTo>
                    <a:pt x="2889796" y="616191"/>
                  </a:lnTo>
                  <a:lnTo>
                    <a:pt x="3287636" y="567207"/>
                  </a:lnTo>
                  <a:lnTo>
                    <a:pt x="3287636" y="554050"/>
                  </a:lnTo>
                  <a:lnTo>
                    <a:pt x="2889796" y="603046"/>
                  </a:lnTo>
                  <a:lnTo>
                    <a:pt x="2889796" y="182473"/>
                  </a:lnTo>
                  <a:lnTo>
                    <a:pt x="3287636" y="122593"/>
                  </a:lnTo>
                  <a:lnTo>
                    <a:pt x="3287636" y="109372"/>
                  </a:lnTo>
                  <a:lnTo>
                    <a:pt x="2882887" y="170281"/>
                  </a:lnTo>
                  <a:lnTo>
                    <a:pt x="2879648" y="170281"/>
                  </a:lnTo>
                  <a:lnTo>
                    <a:pt x="2879064" y="170865"/>
                  </a:lnTo>
                  <a:lnTo>
                    <a:pt x="2876727" y="171221"/>
                  </a:lnTo>
                  <a:lnTo>
                    <a:pt x="2876727" y="184442"/>
                  </a:lnTo>
                  <a:lnTo>
                    <a:pt x="2876727" y="604647"/>
                  </a:lnTo>
                  <a:lnTo>
                    <a:pt x="2876727" y="4938814"/>
                  </a:lnTo>
                  <a:lnTo>
                    <a:pt x="2478887" y="4878946"/>
                  </a:lnTo>
                  <a:lnTo>
                    <a:pt x="2478887" y="4469587"/>
                  </a:lnTo>
                  <a:lnTo>
                    <a:pt x="2876727" y="4518571"/>
                  </a:lnTo>
                  <a:lnTo>
                    <a:pt x="2876727" y="4505414"/>
                  </a:lnTo>
                  <a:lnTo>
                    <a:pt x="2478887" y="4456430"/>
                  </a:lnTo>
                  <a:lnTo>
                    <a:pt x="2478887" y="4047045"/>
                  </a:lnTo>
                  <a:lnTo>
                    <a:pt x="2876727" y="4085132"/>
                  </a:lnTo>
                  <a:lnTo>
                    <a:pt x="2876727" y="4072013"/>
                  </a:lnTo>
                  <a:lnTo>
                    <a:pt x="2478887" y="4033913"/>
                  </a:lnTo>
                  <a:lnTo>
                    <a:pt x="2478887" y="3624503"/>
                  </a:lnTo>
                  <a:lnTo>
                    <a:pt x="2876727" y="3651707"/>
                  </a:lnTo>
                  <a:lnTo>
                    <a:pt x="2876727" y="3638626"/>
                  </a:lnTo>
                  <a:lnTo>
                    <a:pt x="2478887" y="3611422"/>
                  </a:lnTo>
                  <a:lnTo>
                    <a:pt x="2478887" y="3201974"/>
                  </a:lnTo>
                  <a:lnTo>
                    <a:pt x="2876727" y="3218294"/>
                  </a:lnTo>
                  <a:lnTo>
                    <a:pt x="2876727" y="3205200"/>
                  </a:lnTo>
                  <a:lnTo>
                    <a:pt x="2478887" y="3188881"/>
                  </a:lnTo>
                  <a:lnTo>
                    <a:pt x="2478887" y="2779445"/>
                  </a:lnTo>
                  <a:lnTo>
                    <a:pt x="2876727" y="2784881"/>
                  </a:lnTo>
                  <a:lnTo>
                    <a:pt x="2876727" y="2771787"/>
                  </a:lnTo>
                  <a:lnTo>
                    <a:pt x="2478887" y="2766352"/>
                  </a:lnTo>
                  <a:lnTo>
                    <a:pt x="2478887" y="2356904"/>
                  </a:lnTo>
                  <a:lnTo>
                    <a:pt x="2876727" y="2351455"/>
                  </a:lnTo>
                  <a:lnTo>
                    <a:pt x="2876727" y="2338425"/>
                  </a:lnTo>
                  <a:lnTo>
                    <a:pt x="2478887" y="2343861"/>
                  </a:lnTo>
                  <a:lnTo>
                    <a:pt x="2478887" y="1934362"/>
                  </a:lnTo>
                  <a:lnTo>
                    <a:pt x="2876727" y="1918030"/>
                  </a:lnTo>
                  <a:lnTo>
                    <a:pt x="2876727" y="1904949"/>
                  </a:lnTo>
                  <a:lnTo>
                    <a:pt x="2478887" y="1921281"/>
                  </a:lnTo>
                  <a:lnTo>
                    <a:pt x="2478887" y="1511858"/>
                  </a:lnTo>
                  <a:lnTo>
                    <a:pt x="2876727" y="1484642"/>
                  </a:lnTo>
                  <a:lnTo>
                    <a:pt x="2876727" y="1471523"/>
                  </a:lnTo>
                  <a:lnTo>
                    <a:pt x="2478887" y="1498739"/>
                  </a:lnTo>
                  <a:lnTo>
                    <a:pt x="2478887" y="1089342"/>
                  </a:lnTo>
                  <a:lnTo>
                    <a:pt x="2876727" y="1051242"/>
                  </a:lnTo>
                  <a:lnTo>
                    <a:pt x="2876727" y="1038085"/>
                  </a:lnTo>
                  <a:lnTo>
                    <a:pt x="2478887" y="1076185"/>
                  </a:lnTo>
                  <a:lnTo>
                    <a:pt x="2478887" y="666788"/>
                  </a:lnTo>
                  <a:lnTo>
                    <a:pt x="2876727" y="617804"/>
                  </a:lnTo>
                  <a:lnTo>
                    <a:pt x="2876727" y="604647"/>
                  </a:lnTo>
                  <a:lnTo>
                    <a:pt x="2478887" y="653643"/>
                  </a:lnTo>
                  <a:lnTo>
                    <a:pt x="2478887" y="244322"/>
                  </a:lnTo>
                  <a:lnTo>
                    <a:pt x="2876727" y="184442"/>
                  </a:lnTo>
                  <a:lnTo>
                    <a:pt x="2876727" y="171221"/>
                  </a:lnTo>
                  <a:lnTo>
                    <a:pt x="2472042" y="232117"/>
                  </a:lnTo>
                  <a:lnTo>
                    <a:pt x="2468740" y="232117"/>
                  </a:lnTo>
                  <a:lnTo>
                    <a:pt x="2468156" y="232714"/>
                  </a:lnTo>
                  <a:lnTo>
                    <a:pt x="2465832" y="233070"/>
                  </a:lnTo>
                  <a:lnTo>
                    <a:pt x="2465832" y="246278"/>
                  </a:lnTo>
                  <a:lnTo>
                    <a:pt x="2465832" y="655243"/>
                  </a:lnTo>
                  <a:lnTo>
                    <a:pt x="2465832" y="4876978"/>
                  </a:lnTo>
                  <a:lnTo>
                    <a:pt x="2067991" y="4817110"/>
                  </a:lnTo>
                  <a:lnTo>
                    <a:pt x="2067991" y="4419003"/>
                  </a:lnTo>
                  <a:lnTo>
                    <a:pt x="2465832" y="4467987"/>
                  </a:lnTo>
                  <a:lnTo>
                    <a:pt x="2465832" y="4454830"/>
                  </a:lnTo>
                  <a:lnTo>
                    <a:pt x="2067991" y="4405846"/>
                  </a:lnTo>
                  <a:lnTo>
                    <a:pt x="2067991" y="4007701"/>
                  </a:lnTo>
                  <a:lnTo>
                    <a:pt x="2465832" y="4045788"/>
                  </a:lnTo>
                  <a:lnTo>
                    <a:pt x="2465832" y="4032669"/>
                  </a:lnTo>
                  <a:lnTo>
                    <a:pt x="2067991" y="3994569"/>
                  </a:lnTo>
                  <a:lnTo>
                    <a:pt x="2067991" y="3596386"/>
                  </a:lnTo>
                  <a:lnTo>
                    <a:pt x="2465832" y="3623602"/>
                  </a:lnTo>
                  <a:lnTo>
                    <a:pt x="2465832" y="3610533"/>
                  </a:lnTo>
                  <a:lnTo>
                    <a:pt x="2067991" y="3583330"/>
                  </a:lnTo>
                  <a:lnTo>
                    <a:pt x="2067991" y="3185122"/>
                  </a:lnTo>
                  <a:lnTo>
                    <a:pt x="2465832" y="3201441"/>
                  </a:lnTo>
                  <a:lnTo>
                    <a:pt x="2465832" y="3188335"/>
                  </a:lnTo>
                  <a:lnTo>
                    <a:pt x="2067991" y="3172015"/>
                  </a:lnTo>
                  <a:lnTo>
                    <a:pt x="2067991" y="2773832"/>
                  </a:lnTo>
                  <a:lnTo>
                    <a:pt x="2465832" y="2779268"/>
                  </a:lnTo>
                  <a:lnTo>
                    <a:pt x="2465832" y="2766174"/>
                  </a:lnTo>
                  <a:lnTo>
                    <a:pt x="2067991" y="2760738"/>
                  </a:lnTo>
                  <a:lnTo>
                    <a:pt x="2067991" y="2362530"/>
                  </a:lnTo>
                  <a:lnTo>
                    <a:pt x="2465832" y="2357082"/>
                  </a:lnTo>
                  <a:lnTo>
                    <a:pt x="2465832" y="2344039"/>
                  </a:lnTo>
                  <a:lnTo>
                    <a:pt x="2067991" y="2349474"/>
                  </a:lnTo>
                  <a:lnTo>
                    <a:pt x="2067991" y="1951228"/>
                  </a:lnTo>
                  <a:lnTo>
                    <a:pt x="2465832" y="1934895"/>
                  </a:lnTo>
                  <a:lnTo>
                    <a:pt x="2465832" y="1921814"/>
                  </a:lnTo>
                  <a:lnTo>
                    <a:pt x="2067991" y="1938147"/>
                  </a:lnTo>
                  <a:lnTo>
                    <a:pt x="2067991" y="1539963"/>
                  </a:lnTo>
                  <a:lnTo>
                    <a:pt x="2465832" y="1512747"/>
                  </a:lnTo>
                  <a:lnTo>
                    <a:pt x="2465832" y="1499641"/>
                  </a:lnTo>
                  <a:lnTo>
                    <a:pt x="2067991" y="1526857"/>
                  </a:lnTo>
                  <a:lnTo>
                    <a:pt x="2067991" y="1128687"/>
                  </a:lnTo>
                  <a:lnTo>
                    <a:pt x="2465832" y="1090587"/>
                  </a:lnTo>
                  <a:lnTo>
                    <a:pt x="2465832" y="1077442"/>
                  </a:lnTo>
                  <a:lnTo>
                    <a:pt x="2067991" y="1115542"/>
                  </a:lnTo>
                  <a:lnTo>
                    <a:pt x="2067991" y="717384"/>
                  </a:lnTo>
                  <a:lnTo>
                    <a:pt x="2465832" y="668401"/>
                  </a:lnTo>
                  <a:lnTo>
                    <a:pt x="2465832" y="655243"/>
                  </a:lnTo>
                  <a:lnTo>
                    <a:pt x="2067991" y="704240"/>
                  </a:lnTo>
                  <a:lnTo>
                    <a:pt x="2067991" y="306158"/>
                  </a:lnTo>
                  <a:lnTo>
                    <a:pt x="2465832" y="246278"/>
                  </a:lnTo>
                  <a:lnTo>
                    <a:pt x="2465832" y="233070"/>
                  </a:lnTo>
                  <a:lnTo>
                    <a:pt x="2061108" y="293966"/>
                  </a:lnTo>
                  <a:lnTo>
                    <a:pt x="2057844" y="293966"/>
                  </a:lnTo>
                  <a:lnTo>
                    <a:pt x="2057260" y="294551"/>
                  </a:lnTo>
                  <a:lnTo>
                    <a:pt x="2054923" y="294906"/>
                  </a:lnTo>
                  <a:lnTo>
                    <a:pt x="2054923" y="308114"/>
                  </a:lnTo>
                  <a:lnTo>
                    <a:pt x="2054923" y="705840"/>
                  </a:lnTo>
                  <a:lnTo>
                    <a:pt x="2054923" y="4815141"/>
                  </a:lnTo>
                  <a:lnTo>
                    <a:pt x="1657083" y="4755273"/>
                  </a:lnTo>
                  <a:lnTo>
                    <a:pt x="1657083" y="4368419"/>
                  </a:lnTo>
                  <a:lnTo>
                    <a:pt x="2054923" y="4417403"/>
                  </a:lnTo>
                  <a:lnTo>
                    <a:pt x="2054923" y="4404233"/>
                  </a:lnTo>
                  <a:lnTo>
                    <a:pt x="1657083" y="4355249"/>
                  </a:lnTo>
                  <a:lnTo>
                    <a:pt x="1657083" y="3968356"/>
                  </a:lnTo>
                  <a:lnTo>
                    <a:pt x="2054923" y="4006443"/>
                  </a:lnTo>
                  <a:lnTo>
                    <a:pt x="2054923" y="3993324"/>
                  </a:lnTo>
                  <a:lnTo>
                    <a:pt x="1657083" y="3955224"/>
                  </a:lnTo>
                  <a:lnTo>
                    <a:pt x="1657083" y="3568281"/>
                  </a:lnTo>
                  <a:lnTo>
                    <a:pt x="2054923" y="3595497"/>
                  </a:lnTo>
                  <a:lnTo>
                    <a:pt x="2054923" y="3582428"/>
                  </a:lnTo>
                  <a:lnTo>
                    <a:pt x="1657083" y="3555225"/>
                  </a:lnTo>
                  <a:lnTo>
                    <a:pt x="1657083" y="3168243"/>
                  </a:lnTo>
                  <a:lnTo>
                    <a:pt x="2054923" y="3184575"/>
                  </a:lnTo>
                  <a:lnTo>
                    <a:pt x="2054923" y="3171469"/>
                  </a:lnTo>
                  <a:lnTo>
                    <a:pt x="1657083" y="3155137"/>
                  </a:lnTo>
                  <a:lnTo>
                    <a:pt x="1657083" y="2768219"/>
                  </a:lnTo>
                  <a:lnTo>
                    <a:pt x="2054923" y="2773654"/>
                  </a:lnTo>
                  <a:lnTo>
                    <a:pt x="2054923" y="2760548"/>
                  </a:lnTo>
                  <a:lnTo>
                    <a:pt x="1657083" y="2755112"/>
                  </a:lnTo>
                  <a:lnTo>
                    <a:pt x="1657083" y="2368156"/>
                  </a:lnTo>
                  <a:lnTo>
                    <a:pt x="2054923" y="2362708"/>
                  </a:lnTo>
                  <a:lnTo>
                    <a:pt x="2054923" y="2349652"/>
                  </a:lnTo>
                  <a:lnTo>
                    <a:pt x="1657083" y="2355088"/>
                  </a:lnTo>
                  <a:lnTo>
                    <a:pt x="1657083" y="1968093"/>
                  </a:lnTo>
                  <a:lnTo>
                    <a:pt x="2054923" y="1951761"/>
                  </a:lnTo>
                  <a:lnTo>
                    <a:pt x="2054923" y="1938680"/>
                  </a:lnTo>
                  <a:lnTo>
                    <a:pt x="1657083" y="1955012"/>
                  </a:lnTo>
                  <a:lnTo>
                    <a:pt x="1657083" y="1568069"/>
                  </a:lnTo>
                  <a:lnTo>
                    <a:pt x="2054923" y="1540852"/>
                  </a:lnTo>
                  <a:lnTo>
                    <a:pt x="2054923" y="1527759"/>
                  </a:lnTo>
                  <a:lnTo>
                    <a:pt x="1657083" y="1554975"/>
                  </a:lnTo>
                  <a:lnTo>
                    <a:pt x="1657083" y="1168031"/>
                  </a:lnTo>
                  <a:lnTo>
                    <a:pt x="2054923" y="1129931"/>
                  </a:lnTo>
                  <a:lnTo>
                    <a:pt x="2054923" y="1116799"/>
                  </a:lnTo>
                  <a:lnTo>
                    <a:pt x="1657083" y="1154899"/>
                  </a:lnTo>
                  <a:lnTo>
                    <a:pt x="1657083" y="767981"/>
                  </a:lnTo>
                  <a:lnTo>
                    <a:pt x="2054923" y="718997"/>
                  </a:lnTo>
                  <a:lnTo>
                    <a:pt x="2054923" y="705840"/>
                  </a:lnTo>
                  <a:lnTo>
                    <a:pt x="1657083" y="754837"/>
                  </a:lnTo>
                  <a:lnTo>
                    <a:pt x="1657083" y="367995"/>
                  </a:lnTo>
                  <a:lnTo>
                    <a:pt x="2054923" y="308114"/>
                  </a:lnTo>
                  <a:lnTo>
                    <a:pt x="2054923" y="294906"/>
                  </a:lnTo>
                  <a:lnTo>
                    <a:pt x="1650212" y="355803"/>
                  </a:lnTo>
                  <a:lnTo>
                    <a:pt x="1646936" y="355803"/>
                  </a:lnTo>
                  <a:lnTo>
                    <a:pt x="1646351" y="356387"/>
                  </a:lnTo>
                  <a:lnTo>
                    <a:pt x="1644015" y="356743"/>
                  </a:lnTo>
                  <a:lnTo>
                    <a:pt x="1644015" y="369951"/>
                  </a:lnTo>
                  <a:lnTo>
                    <a:pt x="1644015" y="756437"/>
                  </a:lnTo>
                  <a:lnTo>
                    <a:pt x="1644015" y="4753305"/>
                  </a:lnTo>
                  <a:lnTo>
                    <a:pt x="1246174" y="4693424"/>
                  </a:lnTo>
                  <a:lnTo>
                    <a:pt x="1246174" y="4317822"/>
                  </a:lnTo>
                  <a:lnTo>
                    <a:pt x="1644015" y="4366806"/>
                  </a:lnTo>
                  <a:lnTo>
                    <a:pt x="1644015" y="4353636"/>
                  </a:lnTo>
                  <a:lnTo>
                    <a:pt x="1246174" y="4304652"/>
                  </a:lnTo>
                  <a:lnTo>
                    <a:pt x="1246174" y="3928999"/>
                  </a:lnTo>
                  <a:lnTo>
                    <a:pt x="1644015" y="3967099"/>
                  </a:lnTo>
                  <a:lnTo>
                    <a:pt x="1644015" y="3953967"/>
                  </a:lnTo>
                  <a:lnTo>
                    <a:pt x="1246174" y="3915867"/>
                  </a:lnTo>
                  <a:lnTo>
                    <a:pt x="1246174" y="3540175"/>
                  </a:lnTo>
                  <a:lnTo>
                    <a:pt x="1644015" y="3567392"/>
                  </a:lnTo>
                  <a:lnTo>
                    <a:pt x="1644015" y="3554323"/>
                  </a:lnTo>
                  <a:lnTo>
                    <a:pt x="1246174" y="3527120"/>
                  </a:lnTo>
                  <a:lnTo>
                    <a:pt x="1246174" y="3151378"/>
                  </a:lnTo>
                  <a:lnTo>
                    <a:pt x="1644015" y="3167710"/>
                  </a:lnTo>
                  <a:lnTo>
                    <a:pt x="1644015" y="3154603"/>
                  </a:lnTo>
                  <a:lnTo>
                    <a:pt x="1246174" y="3138271"/>
                  </a:lnTo>
                  <a:lnTo>
                    <a:pt x="1246174" y="2762593"/>
                  </a:lnTo>
                  <a:lnTo>
                    <a:pt x="1644015" y="2768028"/>
                  </a:lnTo>
                  <a:lnTo>
                    <a:pt x="1644015" y="2754922"/>
                  </a:lnTo>
                  <a:lnTo>
                    <a:pt x="1246174" y="2749486"/>
                  </a:lnTo>
                  <a:lnTo>
                    <a:pt x="1246174" y="2373769"/>
                  </a:lnTo>
                  <a:lnTo>
                    <a:pt x="1644015" y="2368334"/>
                  </a:lnTo>
                  <a:lnTo>
                    <a:pt x="1644015" y="2355265"/>
                  </a:lnTo>
                  <a:lnTo>
                    <a:pt x="1246174" y="2360701"/>
                  </a:lnTo>
                  <a:lnTo>
                    <a:pt x="1246174" y="1984959"/>
                  </a:lnTo>
                  <a:lnTo>
                    <a:pt x="1644015" y="1968627"/>
                  </a:lnTo>
                  <a:lnTo>
                    <a:pt x="1644015" y="1955546"/>
                  </a:lnTo>
                  <a:lnTo>
                    <a:pt x="1246174" y="1971878"/>
                  </a:lnTo>
                  <a:lnTo>
                    <a:pt x="1246174" y="1596174"/>
                  </a:lnTo>
                  <a:lnTo>
                    <a:pt x="1644015" y="1568958"/>
                  </a:lnTo>
                  <a:lnTo>
                    <a:pt x="1644015" y="1555877"/>
                  </a:lnTo>
                  <a:lnTo>
                    <a:pt x="1246174" y="1583093"/>
                  </a:lnTo>
                  <a:lnTo>
                    <a:pt x="1246174" y="1207376"/>
                  </a:lnTo>
                  <a:lnTo>
                    <a:pt x="1644015" y="1169276"/>
                  </a:lnTo>
                  <a:lnTo>
                    <a:pt x="1644015" y="1156157"/>
                  </a:lnTo>
                  <a:lnTo>
                    <a:pt x="1246174" y="1194257"/>
                  </a:lnTo>
                  <a:lnTo>
                    <a:pt x="1246174" y="818578"/>
                  </a:lnTo>
                  <a:lnTo>
                    <a:pt x="1644015" y="769594"/>
                  </a:lnTo>
                  <a:lnTo>
                    <a:pt x="1644015" y="756437"/>
                  </a:lnTo>
                  <a:lnTo>
                    <a:pt x="1246174" y="805434"/>
                  </a:lnTo>
                  <a:lnTo>
                    <a:pt x="1246174" y="429831"/>
                  </a:lnTo>
                  <a:lnTo>
                    <a:pt x="1644015" y="369951"/>
                  </a:lnTo>
                  <a:lnTo>
                    <a:pt x="1644015" y="356743"/>
                  </a:lnTo>
                  <a:lnTo>
                    <a:pt x="1239304" y="417639"/>
                  </a:lnTo>
                  <a:lnTo>
                    <a:pt x="1236027" y="417639"/>
                  </a:lnTo>
                  <a:lnTo>
                    <a:pt x="1235443" y="418223"/>
                  </a:lnTo>
                  <a:lnTo>
                    <a:pt x="1233106" y="418579"/>
                  </a:lnTo>
                  <a:lnTo>
                    <a:pt x="1233106" y="431787"/>
                  </a:lnTo>
                  <a:lnTo>
                    <a:pt x="1233106" y="807034"/>
                  </a:lnTo>
                  <a:lnTo>
                    <a:pt x="1233106" y="4691456"/>
                  </a:lnTo>
                  <a:lnTo>
                    <a:pt x="835266" y="4631575"/>
                  </a:lnTo>
                  <a:lnTo>
                    <a:pt x="835266" y="4267225"/>
                  </a:lnTo>
                  <a:lnTo>
                    <a:pt x="1233106" y="4316209"/>
                  </a:lnTo>
                  <a:lnTo>
                    <a:pt x="1233106" y="4303039"/>
                  </a:lnTo>
                  <a:lnTo>
                    <a:pt x="835266" y="4254055"/>
                  </a:lnTo>
                  <a:lnTo>
                    <a:pt x="835266" y="3889654"/>
                  </a:lnTo>
                  <a:lnTo>
                    <a:pt x="1233106" y="3927754"/>
                  </a:lnTo>
                  <a:lnTo>
                    <a:pt x="1233106" y="3914610"/>
                  </a:lnTo>
                  <a:lnTo>
                    <a:pt x="835266" y="3876510"/>
                  </a:lnTo>
                  <a:lnTo>
                    <a:pt x="835266" y="3512070"/>
                  </a:lnTo>
                  <a:lnTo>
                    <a:pt x="1233106" y="3539286"/>
                  </a:lnTo>
                  <a:lnTo>
                    <a:pt x="1233106" y="3526218"/>
                  </a:lnTo>
                  <a:lnTo>
                    <a:pt x="835266" y="3499002"/>
                  </a:lnTo>
                  <a:lnTo>
                    <a:pt x="835266" y="3134512"/>
                  </a:lnTo>
                  <a:lnTo>
                    <a:pt x="1233106" y="3150844"/>
                  </a:lnTo>
                  <a:lnTo>
                    <a:pt x="1233106" y="3137738"/>
                  </a:lnTo>
                  <a:lnTo>
                    <a:pt x="835266" y="3121406"/>
                  </a:lnTo>
                  <a:lnTo>
                    <a:pt x="835266" y="2756966"/>
                  </a:lnTo>
                  <a:lnTo>
                    <a:pt x="1233106" y="2762402"/>
                  </a:lnTo>
                  <a:lnTo>
                    <a:pt x="1233106" y="2749296"/>
                  </a:lnTo>
                  <a:lnTo>
                    <a:pt x="835266" y="2743860"/>
                  </a:lnTo>
                  <a:lnTo>
                    <a:pt x="835266" y="2379395"/>
                  </a:lnTo>
                  <a:lnTo>
                    <a:pt x="1233106" y="2373960"/>
                  </a:lnTo>
                  <a:lnTo>
                    <a:pt x="1233106" y="2360879"/>
                  </a:lnTo>
                  <a:lnTo>
                    <a:pt x="835266" y="2366314"/>
                  </a:lnTo>
                  <a:lnTo>
                    <a:pt x="835266" y="2001824"/>
                  </a:lnTo>
                  <a:lnTo>
                    <a:pt x="1233106" y="1985492"/>
                  </a:lnTo>
                  <a:lnTo>
                    <a:pt x="1233106" y="1972411"/>
                  </a:lnTo>
                  <a:lnTo>
                    <a:pt x="835266" y="1988743"/>
                  </a:lnTo>
                  <a:lnTo>
                    <a:pt x="835266" y="1624279"/>
                  </a:lnTo>
                  <a:lnTo>
                    <a:pt x="1233106" y="1597063"/>
                  </a:lnTo>
                  <a:lnTo>
                    <a:pt x="1233106" y="1583982"/>
                  </a:lnTo>
                  <a:lnTo>
                    <a:pt x="835266" y="1611198"/>
                  </a:lnTo>
                  <a:lnTo>
                    <a:pt x="835266" y="1246720"/>
                  </a:lnTo>
                  <a:lnTo>
                    <a:pt x="1233106" y="1208620"/>
                  </a:lnTo>
                  <a:lnTo>
                    <a:pt x="1233106" y="1195514"/>
                  </a:lnTo>
                  <a:lnTo>
                    <a:pt x="835266" y="1233614"/>
                  </a:lnTo>
                  <a:lnTo>
                    <a:pt x="835266" y="869175"/>
                  </a:lnTo>
                  <a:lnTo>
                    <a:pt x="1233106" y="820191"/>
                  </a:lnTo>
                  <a:lnTo>
                    <a:pt x="1233106" y="807034"/>
                  </a:lnTo>
                  <a:lnTo>
                    <a:pt x="835266" y="856030"/>
                  </a:lnTo>
                  <a:lnTo>
                    <a:pt x="835266" y="491667"/>
                  </a:lnTo>
                  <a:lnTo>
                    <a:pt x="1233106" y="431787"/>
                  </a:lnTo>
                  <a:lnTo>
                    <a:pt x="1233106" y="418579"/>
                  </a:lnTo>
                  <a:lnTo>
                    <a:pt x="828306" y="479488"/>
                  </a:lnTo>
                  <a:lnTo>
                    <a:pt x="825119" y="479488"/>
                  </a:lnTo>
                  <a:lnTo>
                    <a:pt x="824547" y="480060"/>
                  </a:lnTo>
                  <a:lnTo>
                    <a:pt x="822198" y="480415"/>
                  </a:lnTo>
                  <a:lnTo>
                    <a:pt x="822198" y="493623"/>
                  </a:lnTo>
                  <a:lnTo>
                    <a:pt x="822198" y="857631"/>
                  </a:lnTo>
                  <a:lnTo>
                    <a:pt x="822198" y="4629607"/>
                  </a:lnTo>
                  <a:lnTo>
                    <a:pt x="424357" y="4569726"/>
                  </a:lnTo>
                  <a:lnTo>
                    <a:pt x="424357" y="4216628"/>
                  </a:lnTo>
                  <a:lnTo>
                    <a:pt x="822198" y="4265612"/>
                  </a:lnTo>
                  <a:lnTo>
                    <a:pt x="822198" y="4252442"/>
                  </a:lnTo>
                  <a:lnTo>
                    <a:pt x="424357" y="4203446"/>
                  </a:lnTo>
                  <a:lnTo>
                    <a:pt x="424357" y="3850309"/>
                  </a:lnTo>
                  <a:lnTo>
                    <a:pt x="822198" y="3888409"/>
                  </a:lnTo>
                  <a:lnTo>
                    <a:pt x="822198" y="3875252"/>
                  </a:lnTo>
                  <a:lnTo>
                    <a:pt x="424357" y="3837152"/>
                  </a:lnTo>
                  <a:lnTo>
                    <a:pt x="424357" y="3483965"/>
                  </a:lnTo>
                  <a:lnTo>
                    <a:pt x="822198" y="3511181"/>
                  </a:lnTo>
                  <a:lnTo>
                    <a:pt x="822198" y="3498113"/>
                  </a:lnTo>
                  <a:lnTo>
                    <a:pt x="424357" y="3470897"/>
                  </a:lnTo>
                  <a:lnTo>
                    <a:pt x="424357" y="3117646"/>
                  </a:lnTo>
                  <a:lnTo>
                    <a:pt x="822198" y="3133979"/>
                  </a:lnTo>
                  <a:lnTo>
                    <a:pt x="822198" y="3120872"/>
                  </a:lnTo>
                  <a:lnTo>
                    <a:pt x="424357" y="3104540"/>
                  </a:lnTo>
                  <a:lnTo>
                    <a:pt x="424357" y="2751340"/>
                  </a:lnTo>
                  <a:lnTo>
                    <a:pt x="822198" y="2756776"/>
                  </a:lnTo>
                  <a:lnTo>
                    <a:pt x="822198" y="2743670"/>
                  </a:lnTo>
                  <a:lnTo>
                    <a:pt x="424357" y="2738234"/>
                  </a:lnTo>
                  <a:lnTo>
                    <a:pt x="424357" y="2385009"/>
                  </a:lnTo>
                  <a:lnTo>
                    <a:pt x="822198" y="2379573"/>
                  </a:lnTo>
                  <a:lnTo>
                    <a:pt x="822198" y="2366492"/>
                  </a:lnTo>
                  <a:lnTo>
                    <a:pt x="424357" y="2371928"/>
                  </a:lnTo>
                  <a:lnTo>
                    <a:pt x="424357" y="2018690"/>
                  </a:lnTo>
                  <a:lnTo>
                    <a:pt x="822198" y="2002358"/>
                  </a:lnTo>
                  <a:lnTo>
                    <a:pt x="822198" y="1989277"/>
                  </a:lnTo>
                  <a:lnTo>
                    <a:pt x="424357" y="2005609"/>
                  </a:lnTo>
                  <a:lnTo>
                    <a:pt x="424357" y="1652384"/>
                  </a:lnTo>
                  <a:lnTo>
                    <a:pt x="822198" y="1625168"/>
                  </a:lnTo>
                  <a:lnTo>
                    <a:pt x="822198" y="1612087"/>
                  </a:lnTo>
                  <a:lnTo>
                    <a:pt x="424357" y="1639303"/>
                  </a:lnTo>
                  <a:lnTo>
                    <a:pt x="424357" y="1286065"/>
                  </a:lnTo>
                  <a:lnTo>
                    <a:pt x="822198" y="1247965"/>
                  </a:lnTo>
                  <a:lnTo>
                    <a:pt x="822198" y="1234859"/>
                  </a:lnTo>
                  <a:lnTo>
                    <a:pt x="424357" y="1272959"/>
                  </a:lnTo>
                  <a:lnTo>
                    <a:pt x="424357" y="919759"/>
                  </a:lnTo>
                  <a:lnTo>
                    <a:pt x="822198" y="870775"/>
                  </a:lnTo>
                  <a:lnTo>
                    <a:pt x="822198" y="857631"/>
                  </a:lnTo>
                  <a:lnTo>
                    <a:pt x="424357" y="906627"/>
                  </a:lnTo>
                  <a:lnTo>
                    <a:pt x="424357" y="553504"/>
                  </a:lnTo>
                  <a:lnTo>
                    <a:pt x="822198" y="493623"/>
                  </a:lnTo>
                  <a:lnTo>
                    <a:pt x="822198" y="480415"/>
                  </a:lnTo>
                  <a:lnTo>
                    <a:pt x="417385" y="541324"/>
                  </a:lnTo>
                  <a:lnTo>
                    <a:pt x="414210" y="541324"/>
                  </a:lnTo>
                  <a:lnTo>
                    <a:pt x="413639" y="541896"/>
                  </a:lnTo>
                  <a:lnTo>
                    <a:pt x="411289" y="542251"/>
                  </a:lnTo>
                  <a:lnTo>
                    <a:pt x="411289" y="555459"/>
                  </a:lnTo>
                  <a:lnTo>
                    <a:pt x="411289" y="908227"/>
                  </a:lnTo>
                  <a:lnTo>
                    <a:pt x="411289" y="4567758"/>
                  </a:lnTo>
                  <a:lnTo>
                    <a:pt x="87045" y="4518952"/>
                  </a:lnTo>
                  <a:lnTo>
                    <a:pt x="57556" y="4508944"/>
                  </a:lnTo>
                  <a:lnTo>
                    <a:pt x="34251" y="4489958"/>
                  </a:lnTo>
                  <a:lnTo>
                    <a:pt x="18961" y="4464088"/>
                  </a:lnTo>
                  <a:lnTo>
                    <a:pt x="13449" y="4433430"/>
                  </a:lnTo>
                  <a:lnTo>
                    <a:pt x="13449" y="4166019"/>
                  </a:lnTo>
                  <a:lnTo>
                    <a:pt x="411289" y="4215015"/>
                  </a:lnTo>
                  <a:lnTo>
                    <a:pt x="411289" y="4201845"/>
                  </a:lnTo>
                  <a:lnTo>
                    <a:pt x="13449" y="4152836"/>
                  </a:lnTo>
                  <a:lnTo>
                    <a:pt x="13449" y="3810939"/>
                  </a:lnTo>
                  <a:lnTo>
                    <a:pt x="411289" y="3849052"/>
                  </a:lnTo>
                  <a:lnTo>
                    <a:pt x="411289" y="3835895"/>
                  </a:lnTo>
                  <a:lnTo>
                    <a:pt x="13449" y="3797782"/>
                  </a:lnTo>
                  <a:lnTo>
                    <a:pt x="13449" y="3455835"/>
                  </a:lnTo>
                  <a:lnTo>
                    <a:pt x="411289" y="3483064"/>
                  </a:lnTo>
                  <a:lnTo>
                    <a:pt x="411289" y="3470008"/>
                  </a:lnTo>
                  <a:lnTo>
                    <a:pt x="13449" y="3442779"/>
                  </a:lnTo>
                  <a:lnTo>
                    <a:pt x="13449" y="3100768"/>
                  </a:lnTo>
                  <a:lnTo>
                    <a:pt x="411289" y="3117113"/>
                  </a:lnTo>
                  <a:lnTo>
                    <a:pt x="411289" y="3104007"/>
                  </a:lnTo>
                  <a:lnTo>
                    <a:pt x="13449" y="3087662"/>
                  </a:lnTo>
                  <a:lnTo>
                    <a:pt x="13449" y="2745702"/>
                  </a:lnTo>
                  <a:lnTo>
                    <a:pt x="411289" y="2751150"/>
                  </a:lnTo>
                  <a:lnTo>
                    <a:pt x="411289" y="2738043"/>
                  </a:lnTo>
                  <a:lnTo>
                    <a:pt x="13449" y="2732595"/>
                  </a:lnTo>
                  <a:lnTo>
                    <a:pt x="13449" y="2390610"/>
                  </a:lnTo>
                  <a:lnTo>
                    <a:pt x="411289" y="2385187"/>
                  </a:lnTo>
                  <a:lnTo>
                    <a:pt x="411289" y="2372106"/>
                  </a:lnTo>
                  <a:lnTo>
                    <a:pt x="13449" y="2377529"/>
                  </a:lnTo>
                  <a:lnTo>
                    <a:pt x="13449" y="2035543"/>
                  </a:lnTo>
                  <a:lnTo>
                    <a:pt x="411289" y="2019223"/>
                  </a:lnTo>
                  <a:lnTo>
                    <a:pt x="411289" y="2006142"/>
                  </a:lnTo>
                  <a:lnTo>
                    <a:pt x="13449" y="2022462"/>
                  </a:lnTo>
                  <a:lnTo>
                    <a:pt x="13449" y="1680476"/>
                  </a:lnTo>
                  <a:lnTo>
                    <a:pt x="411289" y="1653273"/>
                  </a:lnTo>
                  <a:lnTo>
                    <a:pt x="411289" y="1640192"/>
                  </a:lnTo>
                  <a:lnTo>
                    <a:pt x="13449" y="1667395"/>
                  </a:lnTo>
                  <a:lnTo>
                    <a:pt x="13449" y="1325397"/>
                  </a:lnTo>
                  <a:lnTo>
                    <a:pt x="411289" y="1287310"/>
                  </a:lnTo>
                  <a:lnTo>
                    <a:pt x="411289" y="1274203"/>
                  </a:lnTo>
                  <a:lnTo>
                    <a:pt x="13449" y="1312291"/>
                  </a:lnTo>
                  <a:lnTo>
                    <a:pt x="13449" y="970330"/>
                  </a:lnTo>
                  <a:lnTo>
                    <a:pt x="411289" y="921359"/>
                  </a:lnTo>
                  <a:lnTo>
                    <a:pt x="411289" y="908227"/>
                  </a:lnTo>
                  <a:lnTo>
                    <a:pt x="13449" y="957211"/>
                  </a:lnTo>
                  <a:lnTo>
                    <a:pt x="13449" y="689775"/>
                  </a:lnTo>
                  <a:lnTo>
                    <a:pt x="34264" y="633247"/>
                  </a:lnTo>
                  <a:lnTo>
                    <a:pt x="87045" y="604253"/>
                  </a:lnTo>
                  <a:lnTo>
                    <a:pt x="411289" y="555459"/>
                  </a:lnTo>
                  <a:lnTo>
                    <a:pt x="411289" y="542251"/>
                  </a:lnTo>
                  <a:lnTo>
                    <a:pt x="85102" y="591324"/>
                  </a:lnTo>
                  <a:lnTo>
                    <a:pt x="24333" y="624700"/>
                  </a:lnTo>
                  <a:lnTo>
                    <a:pt x="393" y="689775"/>
                  </a:lnTo>
                  <a:lnTo>
                    <a:pt x="393" y="961313"/>
                  </a:lnTo>
                  <a:lnTo>
                    <a:pt x="0" y="961809"/>
                  </a:lnTo>
                  <a:lnTo>
                    <a:pt x="393" y="965060"/>
                  </a:lnTo>
                  <a:lnTo>
                    <a:pt x="393" y="1316113"/>
                  </a:lnTo>
                  <a:lnTo>
                    <a:pt x="63" y="1316507"/>
                  </a:lnTo>
                  <a:lnTo>
                    <a:pt x="393" y="1319936"/>
                  </a:lnTo>
                  <a:lnTo>
                    <a:pt x="393" y="1670964"/>
                  </a:lnTo>
                  <a:lnTo>
                    <a:pt x="152" y="1671231"/>
                  </a:lnTo>
                  <a:lnTo>
                    <a:pt x="393" y="1674761"/>
                  </a:lnTo>
                  <a:lnTo>
                    <a:pt x="393" y="2025764"/>
                  </a:lnTo>
                  <a:lnTo>
                    <a:pt x="241" y="2025916"/>
                  </a:lnTo>
                  <a:lnTo>
                    <a:pt x="393" y="2029637"/>
                  </a:lnTo>
                  <a:lnTo>
                    <a:pt x="393" y="2380577"/>
                  </a:lnTo>
                  <a:lnTo>
                    <a:pt x="393" y="2384742"/>
                  </a:lnTo>
                  <a:lnTo>
                    <a:pt x="393" y="2738564"/>
                  </a:lnTo>
                  <a:lnTo>
                    <a:pt x="330" y="2742577"/>
                  </a:lnTo>
                  <a:lnTo>
                    <a:pt x="393" y="3093847"/>
                  </a:lnTo>
                  <a:lnTo>
                    <a:pt x="254" y="3097288"/>
                  </a:lnTo>
                  <a:lnTo>
                    <a:pt x="393" y="3097441"/>
                  </a:lnTo>
                  <a:lnTo>
                    <a:pt x="393" y="3448481"/>
                  </a:lnTo>
                  <a:lnTo>
                    <a:pt x="152" y="3451987"/>
                  </a:lnTo>
                  <a:lnTo>
                    <a:pt x="393" y="3452266"/>
                  </a:lnTo>
                  <a:lnTo>
                    <a:pt x="393" y="3803383"/>
                  </a:lnTo>
                  <a:lnTo>
                    <a:pt x="76" y="3806710"/>
                  </a:lnTo>
                  <a:lnTo>
                    <a:pt x="393" y="3807104"/>
                  </a:lnTo>
                  <a:lnTo>
                    <a:pt x="393" y="4158196"/>
                  </a:lnTo>
                  <a:lnTo>
                    <a:pt x="0" y="4161409"/>
                  </a:lnTo>
                  <a:lnTo>
                    <a:pt x="393" y="4161917"/>
                  </a:lnTo>
                  <a:lnTo>
                    <a:pt x="393" y="4433430"/>
                  </a:lnTo>
                  <a:lnTo>
                    <a:pt x="6718" y="4468723"/>
                  </a:lnTo>
                  <a:lnTo>
                    <a:pt x="24333" y="4498518"/>
                  </a:lnTo>
                  <a:lnTo>
                    <a:pt x="51155" y="4520374"/>
                  </a:lnTo>
                  <a:lnTo>
                    <a:pt x="85102" y="4531893"/>
                  </a:lnTo>
                  <a:lnTo>
                    <a:pt x="413664" y="4581360"/>
                  </a:lnTo>
                  <a:lnTo>
                    <a:pt x="414210" y="4581893"/>
                  </a:lnTo>
                  <a:lnTo>
                    <a:pt x="417245" y="4581893"/>
                  </a:lnTo>
                  <a:lnTo>
                    <a:pt x="824585" y="4643209"/>
                  </a:lnTo>
                  <a:lnTo>
                    <a:pt x="825119" y="4643729"/>
                  </a:lnTo>
                  <a:lnTo>
                    <a:pt x="828103" y="4643729"/>
                  </a:lnTo>
                  <a:lnTo>
                    <a:pt x="1235481" y="4705045"/>
                  </a:lnTo>
                  <a:lnTo>
                    <a:pt x="1236027" y="4705578"/>
                  </a:lnTo>
                  <a:lnTo>
                    <a:pt x="1239088" y="4705578"/>
                  </a:lnTo>
                  <a:lnTo>
                    <a:pt x="1646402" y="4766881"/>
                  </a:lnTo>
                  <a:lnTo>
                    <a:pt x="1646936" y="4767402"/>
                  </a:lnTo>
                  <a:lnTo>
                    <a:pt x="1649895" y="4767402"/>
                  </a:lnTo>
                  <a:lnTo>
                    <a:pt x="2057298" y="4828718"/>
                  </a:lnTo>
                  <a:lnTo>
                    <a:pt x="2057844" y="4829251"/>
                  </a:lnTo>
                  <a:lnTo>
                    <a:pt x="2060879" y="4829251"/>
                  </a:lnTo>
                  <a:lnTo>
                    <a:pt x="2468207" y="4890554"/>
                  </a:lnTo>
                  <a:lnTo>
                    <a:pt x="2468740" y="4891087"/>
                  </a:lnTo>
                  <a:lnTo>
                    <a:pt x="2471763" y="4891087"/>
                  </a:lnTo>
                  <a:lnTo>
                    <a:pt x="2879090" y="4952390"/>
                  </a:lnTo>
                  <a:lnTo>
                    <a:pt x="2879648" y="4952936"/>
                  </a:lnTo>
                  <a:lnTo>
                    <a:pt x="2882747" y="4952936"/>
                  </a:lnTo>
                  <a:lnTo>
                    <a:pt x="3289998" y="5014226"/>
                  </a:lnTo>
                  <a:lnTo>
                    <a:pt x="3290557" y="5014773"/>
                  </a:lnTo>
                  <a:lnTo>
                    <a:pt x="3293643" y="5014773"/>
                  </a:lnTo>
                  <a:lnTo>
                    <a:pt x="3700894" y="5076063"/>
                  </a:lnTo>
                  <a:lnTo>
                    <a:pt x="3701465" y="5076622"/>
                  </a:lnTo>
                  <a:lnTo>
                    <a:pt x="3704640" y="5076622"/>
                  </a:lnTo>
                  <a:lnTo>
                    <a:pt x="4013162" y="5123053"/>
                  </a:lnTo>
                  <a:lnTo>
                    <a:pt x="4018115" y="5123408"/>
                  </a:lnTo>
                  <a:lnTo>
                    <a:pt x="4023068" y="5123408"/>
                  </a:lnTo>
                  <a:lnTo>
                    <a:pt x="4072521" y="5110137"/>
                  </a:lnTo>
                  <a:lnTo>
                    <a:pt x="4102620" y="5083619"/>
                  </a:lnTo>
                  <a:lnTo>
                    <a:pt x="4120223" y="5045227"/>
                  </a:lnTo>
                  <a:lnTo>
                    <a:pt x="4122534" y="5023853"/>
                  </a:lnTo>
                  <a:lnTo>
                    <a:pt x="4122534" y="4664938"/>
                  </a:lnTo>
                  <a:lnTo>
                    <a:pt x="4122915" y="4661801"/>
                  </a:lnTo>
                  <a:lnTo>
                    <a:pt x="4122534" y="4661319"/>
                  </a:lnTo>
                  <a:lnTo>
                    <a:pt x="4122534" y="4197502"/>
                  </a:lnTo>
                  <a:lnTo>
                    <a:pt x="4122839" y="4194276"/>
                  </a:lnTo>
                  <a:lnTo>
                    <a:pt x="4122534" y="4193908"/>
                  </a:lnTo>
                  <a:lnTo>
                    <a:pt x="4122534" y="3730117"/>
                  </a:lnTo>
                  <a:lnTo>
                    <a:pt x="4122763" y="3726764"/>
                  </a:lnTo>
                  <a:lnTo>
                    <a:pt x="4122534" y="3726510"/>
                  </a:lnTo>
                  <a:lnTo>
                    <a:pt x="4122534" y="3262668"/>
                  </a:lnTo>
                  <a:lnTo>
                    <a:pt x="4122674" y="3259251"/>
                  </a:lnTo>
                  <a:lnTo>
                    <a:pt x="4122534" y="3259112"/>
                  </a:lnTo>
                  <a:lnTo>
                    <a:pt x="4122534" y="2795346"/>
                  </a:lnTo>
                  <a:lnTo>
                    <a:pt x="4122585" y="2791739"/>
                  </a:lnTo>
                  <a:lnTo>
                    <a:pt x="4122534" y="2331516"/>
                  </a:lnTo>
                  <a:lnTo>
                    <a:pt x="4122534" y="2328392"/>
                  </a:lnTo>
                  <a:lnTo>
                    <a:pt x="4122534" y="1864106"/>
                  </a:lnTo>
                  <a:lnTo>
                    <a:pt x="4122661" y="1863966"/>
                  </a:lnTo>
                  <a:lnTo>
                    <a:pt x="4122534" y="1860829"/>
                  </a:lnTo>
                  <a:lnTo>
                    <a:pt x="4122534" y="1396707"/>
                  </a:lnTo>
                  <a:lnTo>
                    <a:pt x="4122763" y="1396441"/>
                  </a:lnTo>
                  <a:lnTo>
                    <a:pt x="4122534" y="1393126"/>
                  </a:lnTo>
                  <a:lnTo>
                    <a:pt x="4122534" y="929309"/>
                  </a:lnTo>
                  <a:lnTo>
                    <a:pt x="4122839" y="928928"/>
                  </a:lnTo>
                  <a:lnTo>
                    <a:pt x="4122534" y="925741"/>
                  </a:lnTo>
                  <a:lnTo>
                    <a:pt x="4122534" y="461899"/>
                  </a:lnTo>
                  <a:lnTo>
                    <a:pt x="4122915" y="461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68396" y="5561891"/>
              <a:ext cx="526415" cy="2052320"/>
            </a:xfrm>
            <a:custGeom>
              <a:avLst/>
              <a:gdLst/>
              <a:ahLst/>
              <a:cxnLst/>
              <a:rect l="l" t="t" r="r" b="b"/>
              <a:pathLst>
                <a:path w="526414" h="2052320">
                  <a:moveTo>
                    <a:pt x="525910" y="2052189"/>
                  </a:moveTo>
                  <a:lnTo>
                    <a:pt x="0" y="1973036"/>
                  </a:lnTo>
                  <a:lnTo>
                    <a:pt x="0" y="0"/>
                  </a:lnTo>
                  <a:lnTo>
                    <a:pt x="525910" y="2450"/>
                  </a:lnTo>
                  <a:lnTo>
                    <a:pt x="525910" y="2052189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61854" y="5555346"/>
              <a:ext cx="539115" cy="2065655"/>
            </a:xfrm>
            <a:custGeom>
              <a:avLst/>
              <a:gdLst/>
              <a:ahLst/>
              <a:cxnLst/>
              <a:rect l="l" t="t" r="r" b="b"/>
              <a:pathLst>
                <a:path w="539114" h="2065654">
                  <a:moveTo>
                    <a:pt x="534206" y="2065190"/>
                  </a:moveTo>
                  <a:lnTo>
                    <a:pt x="531478" y="2065190"/>
                  </a:lnTo>
                  <a:lnTo>
                    <a:pt x="2369" y="1985567"/>
                  </a:lnTo>
                  <a:lnTo>
                    <a:pt x="0" y="1982805"/>
                  </a:lnTo>
                  <a:lnTo>
                    <a:pt x="0" y="4796"/>
                  </a:lnTo>
                  <a:lnTo>
                    <a:pt x="694" y="3128"/>
                  </a:lnTo>
                  <a:lnTo>
                    <a:pt x="3159" y="686"/>
                  </a:lnTo>
                  <a:lnTo>
                    <a:pt x="4810" y="0"/>
                  </a:lnTo>
                  <a:lnTo>
                    <a:pt x="536057" y="2450"/>
                  </a:lnTo>
                  <a:lnTo>
                    <a:pt x="538985" y="5387"/>
                  </a:lnTo>
                  <a:lnTo>
                    <a:pt x="538985" y="13097"/>
                  </a:lnTo>
                  <a:lnTo>
                    <a:pt x="13075" y="13097"/>
                  </a:lnTo>
                  <a:lnTo>
                    <a:pt x="13075" y="1973938"/>
                  </a:lnTo>
                  <a:lnTo>
                    <a:pt x="525910" y="2051127"/>
                  </a:lnTo>
                  <a:lnTo>
                    <a:pt x="538985" y="2051127"/>
                  </a:lnTo>
                  <a:lnTo>
                    <a:pt x="538985" y="2060624"/>
                  </a:lnTo>
                  <a:lnTo>
                    <a:pt x="538155" y="2062444"/>
                  </a:lnTo>
                  <a:lnTo>
                    <a:pt x="535515" y="2064719"/>
                  </a:lnTo>
                  <a:lnTo>
                    <a:pt x="534206" y="2065190"/>
                  </a:lnTo>
                  <a:close/>
                </a:path>
                <a:path w="539114" h="2065654">
                  <a:moveTo>
                    <a:pt x="538985" y="2051127"/>
                  </a:moveTo>
                  <a:lnTo>
                    <a:pt x="525910" y="2051127"/>
                  </a:lnTo>
                  <a:lnTo>
                    <a:pt x="525910" y="15500"/>
                  </a:lnTo>
                  <a:lnTo>
                    <a:pt x="13075" y="13097"/>
                  </a:lnTo>
                  <a:lnTo>
                    <a:pt x="538985" y="13097"/>
                  </a:lnTo>
                  <a:lnTo>
                    <a:pt x="538985" y="2051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90208" y="5105175"/>
              <a:ext cx="526415" cy="2632710"/>
            </a:xfrm>
            <a:custGeom>
              <a:avLst/>
              <a:gdLst/>
              <a:ahLst/>
              <a:cxnLst/>
              <a:rect l="l" t="t" r="r" b="b"/>
              <a:pathLst>
                <a:path w="526414" h="2632709">
                  <a:moveTo>
                    <a:pt x="525910" y="2632585"/>
                  </a:moveTo>
                  <a:lnTo>
                    <a:pt x="0" y="2553433"/>
                  </a:lnTo>
                  <a:lnTo>
                    <a:pt x="0" y="13919"/>
                  </a:lnTo>
                  <a:lnTo>
                    <a:pt x="525910" y="0"/>
                  </a:lnTo>
                  <a:lnTo>
                    <a:pt x="525910" y="2632585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83675" y="5098590"/>
              <a:ext cx="539115" cy="2646045"/>
            </a:xfrm>
            <a:custGeom>
              <a:avLst/>
              <a:gdLst/>
              <a:ahLst/>
              <a:cxnLst/>
              <a:rect l="l" t="t" r="r" b="b"/>
              <a:pathLst>
                <a:path w="539114" h="2646045">
                  <a:moveTo>
                    <a:pt x="534206" y="2645619"/>
                  </a:moveTo>
                  <a:lnTo>
                    <a:pt x="531478" y="2645619"/>
                  </a:lnTo>
                  <a:lnTo>
                    <a:pt x="2369" y="2566003"/>
                  </a:lnTo>
                  <a:lnTo>
                    <a:pt x="0" y="2563242"/>
                  </a:lnTo>
                  <a:lnTo>
                    <a:pt x="0" y="16944"/>
                  </a:lnTo>
                  <a:lnTo>
                    <a:pt x="2824" y="14055"/>
                  </a:lnTo>
                  <a:lnTo>
                    <a:pt x="533783" y="0"/>
                  </a:lnTo>
                  <a:lnTo>
                    <a:pt x="534079" y="0"/>
                  </a:lnTo>
                  <a:lnTo>
                    <a:pt x="535746" y="662"/>
                  </a:lnTo>
                  <a:lnTo>
                    <a:pt x="538267" y="3128"/>
                  </a:lnTo>
                  <a:lnTo>
                    <a:pt x="538985" y="4812"/>
                  </a:lnTo>
                  <a:lnTo>
                    <a:pt x="538985" y="13297"/>
                  </a:lnTo>
                  <a:lnTo>
                    <a:pt x="525910" y="13297"/>
                  </a:lnTo>
                  <a:lnTo>
                    <a:pt x="13075" y="26873"/>
                  </a:lnTo>
                  <a:lnTo>
                    <a:pt x="13075" y="2554383"/>
                  </a:lnTo>
                  <a:lnTo>
                    <a:pt x="525910" y="2631556"/>
                  </a:lnTo>
                  <a:lnTo>
                    <a:pt x="538985" y="2631556"/>
                  </a:lnTo>
                  <a:lnTo>
                    <a:pt x="538985" y="2641053"/>
                  </a:lnTo>
                  <a:lnTo>
                    <a:pt x="538155" y="2642873"/>
                  </a:lnTo>
                  <a:lnTo>
                    <a:pt x="535515" y="2645148"/>
                  </a:lnTo>
                  <a:lnTo>
                    <a:pt x="534206" y="2645619"/>
                  </a:lnTo>
                  <a:close/>
                </a:path>
                <a:path w="539114" h="2646045">
                  <a:moveTo>
                    <a:pt x="538985" y="2631556"/>
                  </a:moveTo>
                  <a:lnTo>
                    <a:pt x="525910" y="2631556"/>
                  </a:lnTo>
                  <a:lnTo>
                    <a:pt x="525910" y="13297"/>
                  </a:lnTo>
                  <a:lnTo>
                    <a:pt x="538985" y="13297"/>
                  </a:lnTo>
                  <a:lnTo>
                    <a:pt x="538985" y="2631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12020" y="4647613"/>
              <a:ext cx="526415" cy="3214370"/>
            </a:xfrm>
            <a:custGeom>
              <a:avLst/>
              <a:gdLst/>
              <a:ahLst/>
              <a:cxnLst/>
              <a:rect l="l" t="t" r="r" b="b"/>
              <a:pathLst>
                <a:path w="526414" h="3214370">
                  <a:moveTo>
                    <a:pt x="525910" y="3213828"/>
                  </a:moveTo>
                  <a:lnTo>
                    <a:pt x="0" y="3134676"/>
                  </a:lnTo>
                  <a:lnTo>
                    <a:pt x="0" y="28517"/>
                  </a:lnTo>
                  <a:lnTo>
                    <a:pt x="525910" y="0"/>
                  </a:lnTo>
                  <a:lnTo>
                    <a:pt x="525910" y="3213828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05479" y="4640973"/>
              <a:ext cx="539115" cy="3227070"/>
            </a:xfrm>
            <a:custGeom>
              <a:avLst/>
              <a:gdLst/>
              <a:ahLst/>
              <a:cxnLst/>
              <a:rect l="l" t="t" r="r" b="b"/>
              <a:pathLst>
                <a:path w="539114" h="3227070">
                  <a:moveTo>
                    <a:pt x="534177" y="3226918"/>
                  </a:moveTo>
                  <a:lnTo>
                    <a:pt x="531478" y="3226918"/>
                  </a:lnTo>
                  <a:lnTo>
                    <a:pt x="2369" y="3147302"/>
                  </a:lnTo>
                  <a:lnTo>
                    <a:pt x="0" y="3144540"/>
                  </a:lnTo>
                  <a:lnTo>
                    <a:pt x="0" y="31686"/>
                  </a:lnTo>
                  <a:lnTo>
                    <a:pt x="2712" y="28813"/>
                  </a:lnTo>
                  <a:lnTo>
                    <a:pt x="534006" y="0"/>
                  </a:lnTo>
                  <a:lnTo>
                    <a:pt x="533840" y="0"/>
                  </a:lnTo>
                  <a:lnTo>
                    <a:pt x="535643" y="638"/>
                  </a:lnTo>
                  <a:lnTo>
                    <a:pt x="538235" y="3112"/>
                  </a:lnTo>
                  <a:lnTo>
                    <a:pt x="538977" y="4828"/>
                  </a:lnTo>
                  <a:lnTo>
                    <a:pt x="538977" y="13536"/>
                  </a:lnTo>
                  <a:lnTo>
                    <a:pt x="525910" y="13536"/>
                  </a:lnTo>
                  <a:lnTo>
                    <a:pt x="13067" y="41352"/>
                  </a:lnTo>
                  <a:lnTo>
                    <a:pt x="13067" y="3135681"/>
                  </a:lnTo>
                  <a:lnTo>
                    <a:pt x="525910" y="3212855"/>
                  </a:lnTo>
                  <a:lnTo>
                    <a:pt x="538977" y="3212855"/>
                  </a:lnTo>
                  <a:lnTo>
                    <a:pt x="538977" y="3222344"/>
                  </a:lnTo>
                  <a:lnTo>
                    <a:pt x="538147" y="3224164"/>
                  </a:lnTo>
                  <a:lnTo>
                    <a:pt x="535507" y="3226439"/>
                  </a:lnTo>
                  <a:lnTo>
                    <a:pt x="534177" y="3226918"/>
                  </a:lnTo>
                  <a:close/>
                </a:path>
                <a:path w="539114" h="3227070">
                  <a:moveTo>
                    <a:pt x="538977" y="3212855"/>
                  </a:moveTo>
                  <a:lnTo>
                    <a:pt x="525910" y="3212855"/>
                  </a:lnTo>
                  <a:lnTo>
                    <a:pt x="525910" y="13536"/>
                  </a:lnTo>
                  <a:lnTo>
                    <a:pt x="538977" y="13536"/>
                  </a:lnTo>
                  <a:lnTo>
                    <a:pt x="538977" y="3212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33833" y="4130924"/>
              <a:ext cx="526415" cy="3854450"/>
            </a:xfrm>
            <a:custGeom>
              <a:avLst/>
              <a:gdLst/>
              <a:ahLst/>
              <a:cxnLst/>
              <a:rect l="l" t="t" r="r" b="b"/>
              <a:pathLst>
                <a:path w="526414" h="3854450">
                  <a:moveTo>
                    <a:pt x="525918" y="3854197"/>
                  </a:moveTo>
                  <a:lnTo>
                    <a:pt x="0" y="3775045"/>
                  </a:lnTo>
                  <a:lnTo>
                    <a:pt x="0" y="43546"/>
                  </a:lnTo>
                  <a:lnTo>
                    <a:pt x="525918" y="0"/>
                  </a:lnTo>
                  <a:lnTo>
                    <a:pt x="525918" y="3854197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827291" y="4124308"/>
              <a:ext cx="539115" cy="3867785"/>
            </a:xfrm>
            <a:custGeom>
              <a:avLst/>
              <a:gdLst/>
              <a:ahLst/>
              <a:cxnLst/>
              <a:rect l="l" t="t" r="r" b="b"/>
              <a:pathLst>
                <a:path w="539114" h="3867784">
                  <a:moveTo>
                    <a:pt x="534235" y="3867271"/>
                  </a:moveTo>
                  <a:lnTo>
                    <a:pt x="531486" y="3867271"/>
                  </a:lnTo>
                  <a:lnTo>
                    <a:pt x="2369" y="3787656"/>
                  </a:lnTo>
                  <a:lnTo>
                    <a:pt x="0" y="3784894"/>
                  </a:lnTo>
                  <a:lnTo>
                    <a:pt x="0" y="46771"/>
                  </a:lnTo>
                  <a:lnTo>
                    <a:pt x="2608" y="43937"/>
                  </a:lnTo>
                  <a:lnTo>
                    <a:pt x="533170" y="0"/>
                  </a:lnTo>
                  <a:lnTo>
                    <a:pt x="533751" y="0"/>
                  </a:lnTo>
                  <a:lnTo>
                    <a:pt x="535547" y="574"/>
                  </a:lnTo>
                  <a:lnTo>
                    <a:pt x="538227" y="3040"/>
                  </a:lnTo>
                  <a:lnTo>
                    <a:pt x="538992" y="4788"/>
                  </a:lnTo>
                  <a:lnTo>
                    <a:pt x="538992" y="13712"/>
                  </a:lnTo>
                  <a:lnTo>
                    <a:pt x="525917" y="13712"/>
                  </a:lnTo>
                  <a:lnTo>
                    <a:pt x="13074" y="56181"/>
                  </a:lnTo>
                  <a:lnTo>
                    <a:pt x="13074" y="3776027"/>
                  </a:lnTo>
                  <a:lnTo>
                    <a:pt x="525917" y="3853208"/>
                  </a:lnTo>
                  <a:lnTo>
                    <a:pt x="538992" y="3853208"/>
                  </a:lnTo>
                  <a:lnTo>
                    <a:pt x="538992" y="3862714"/>
                  </a:lnTo>
                  <a:lnTo>
                    <a:pt x="538163" y="3864534"/>
                  </a:lnTo>
                  <a:lnTo>
                    <a:pt x="535522" y="3866808"/>
                  </a:lnTo>
                  <a:lnTo>
                    <a:pt x="534235" y="3867271"/>
                  </a:lnTo>
                  <a:close/>
                </a:path>
                <a:path w="539114" h="3867784">
                  <a:moveTo>
                    <a:pt x="538992" y="3853208"/>
                  </a:moveTo>
                  <a:lnTo>
                    <a:pt x="525917" y="3853208"/>
                  </a:lnTo>
                  <a:lnTo>
                    <a:pt x="525917" y="13712"/>
                  </a:lnTo>
                  <a:lnTo>
                    <a:pt x="538992" y="13712"/>
                  </a:lnTo>
                  <a:lnTo>
                    <a:pt x="538992" y="3853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" y="3018993"/>
              <a:ext cx="4654262" cy="6851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5319" y="1809186"/>
            <a:ext cx="9162056" cy="84777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6259" y="534013"/>
            <a:ext cx="10553065" cy="1302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350" spc="-285"/>
              <a:t>S</a:t>
            </a:r>
            <a:r>
              <a:rPr dirty="0" sz="8350" spc="-110"/>
              <a:t>t</a:t>
            </a:r>
            <a:r>
              <a:rPr dirty="0" sz="8350" spc="-285"/>
              <a:t>o</a:t>
            </a:r>
            <a:r>
              <a:rPr dirty="0" sz="8350" spc="-260"/>
              <a:t>c</a:t>
            </a:r>
            <a:r>
              <a:rPr dirty="0" sz="8350" spc="260"/>
              <a:t>k</a:t>
            </a:r>
            <a:r>
              <a:rPr dirty="0" sz="8350" spc="-1535"/>
              <a:t> </a:t>
            </a:r>
            <a:r>
              <a:rPr dirty="0" sz="8350" spc="220"/>
              <a:t>M</a:t>
            </a:r>
            <a:r>
              <a:rPr dirty="0" sz="8350" spc="210"/>
              <a:t>a</a:t>
            </a:r>
            <a:r>
              <a:rPr dirty="0" sz="8350" spc="270"/>
              <a:t>r</a:t>
            </a:r>
            <a:r>
              <a:rPr dirty="0" sz="8350" spc="135"/>
              <a:t>k</a:t>
            </a:r>
            <a:r>
              <a:rPr dirty="0" sz="8350" spc="180"/>
              <a:t>e</a:t>
            </a:r>
            <a:r>
              <a:rPr dirty="0" sz="8350" spc="690"/>
              <a:t>t</a:t>
            </a:r>
            <a:r>
              <a:rPr dirty="0" sz="8350" spc="-1530"/>
              <a:t> </a:t>
            </a:r>
            <a:r>
              <a:rPr dirty="0" sz="8350" spc="-575"/>
              <a:t>A</a:t>
            </a:r>
            <a:r>
              <a:rPr dirty="0" sz="8350" spc="-615"/>
              <a:t>n</a:t>
            </a:r>
            <a:r>
              <a:rPr dirty="0" sz="8350" spc="-520"/>
              <a:t>a</a:t>
            </a:r>
            <a:r>
              <a:rPr dirty="0" sz="8350" spc="-700"/>
              <a:t>l</a:t>
            </a:r>
            <a:r>
              <a:rPr dirty="0" sz="8350" spc="-565"/>
              <a:t>y</a:t>
            </a:r>
            <a:r>
              <a:rPr dirty="0" sz="8350" spc="-610"/>
              <a:t>s</a:t>
            </a:r>
            <a:r>
              <a:rPr dirty="0" sz="8350" spc="-675"/>
              <a:t>i</a:t>
            </a:r>
            <a:r>
              <a:rPr dirty="0" sz="8350" spc="-40"/>
              <a:t>s</a:t>
            </a:r>
            <a:endParaRPr sz="8350"/>
          </a:p>
        </p:txBody>
      </p:sp>
      <p:sp>
        <p:nvSpPr>
          <p:cNvPr id="4" name="object 4" descr=""/>
          <p:cNvSpPr txBox="1"/>
          <p:nvPr/>
        </p:nvSpPr>
        <p:spPr>
          <a:xfrm>
            <a:off x="297446" y="2190433"/>
            <a:ext cx="11675745" cy="657860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ctr" marR="113664">
              <a:lnSpc>
                <a:spcPct val="100000"/>
              </a:lnSpc>
              <a:spcBef>
                <a:spcPts val="1025"/>
              </a:spcBef>
            </a:pPr>
            <a:r>
              <a:rPr dirty="0" sz="4600" spc="-86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395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600" spc="-37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 spc="-415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-70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600" spc="-8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450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60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395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56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10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endParaRPr sz="46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4600" spc="-340">
                <a:solidFill>
                  <a:srgbClr val="171717"/>
                </a:solidFill>
                <a:latin typeface="Lucida Sans Unicode"/>
                <a:cs typeface="Lucida Sans Unicode"/>
              </a:rPr>
              <a:t>Identify</a:t>
            </a:r>
            <a:r>
              <a:rPr dirty="0" sz="4600" spc="-7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285">
                <a:solidFill>
                  <a:srgbClr val="171717"/>
                </a:solidFill>
                <a:latin typeface="Lucida Sans Unicode"/>
                <a:cs typeface="Lucida Sans Unicode"/>
              </a:rPr>
              <a:t>upward</a:t>
            </a:r>
            <a:r>
              <a:rPr dirty="0" sz="4600" spc="-7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265">
                <a:solidFill>
                  <a:srgbClr val="171717"/>
                </a:solidFill>
                <a:latin typeface="Lucida Sans Unicode"/>
                <a:cs typeface="Lucida Sans Unicode"/>
              </a:rPr>
              <a:t>and</a:t>
            </a:r>
            <a:r>
              <a:rPr dirty="0" sz="4600" spc="-7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285">
                <a:solidFill>
                  <a:srgbClr val="171717"/>
                </a:solidFill>
                <a:latin typeface="Lucida Sans Unicode"/>
                <a:cs typeface="Lucida Sans Unicode"/>
              </a:rPr>
              <a:t>downward</a:t>
            </a:r>
            <a:r>
              <a:rPr dirty="0" sz="4600" spc="-7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330">
                <a:solidFill>
                  <a:srgbClr val="171717"/>
                </a:solidFill>
                <a:latin typeface="Lucida Sans Unicode"/>
                <a:cs typeface="Lucida Sans Unicode"/>
              </a:rPr>
              <a:t>m</a:t>
            </a:r>
            <a:r>
              <a:rPr dirty="0" sz="4600" spc="-28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285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600" spc="-655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7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175">
                <a:solidFill>
                  <a:srgbClr val="171717"/>
                </a:solidFill>
                <a:latin typeface="Lucida Sans Unicode"/>
                <a:cs typeface="Lucida Sans Unicode"/>
              </a:rPr>
              <a:t>p</a:t>
            </a:r>
            <a:r>
              <a:rPr dirty="0" sz="4600" spc="-44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11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114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16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 spc="-145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600" spc="-204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14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1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770">
                <a:solidFill>
                  <a:srgbClr val="171717"/>
                </a:solidFill>
                <a:latin typeface="Lucida Sans Unicode"/>
                <a:cs typeface="Lucida Sans Unicode"/>
              </a:rPr>
              <a:t>V</a:t>
            </a:r>
            <a:r>
              <a:rPr dirty="0" sz="4600" spc="-459">
                <a:solidFill>
                  <a:srgbClr val="171717"/>
                </a:solidFill>
                <a:latin typeface="Lucida Sans Unicode"/>
                <a:cs typeface="Lucida Sans Unicode"/>
              </a:rPr>
              <a:t>o</a:t>
            </a:r>
            <a:r>
              <a:rPr dirty="0" sz="4600" spc="-64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490">
                <a:solidFill>
                  <a:srgbClr val="171717"/>
                </a:solidFill>
                <a:latin typeface="Lucida Sans Unicode"/>
                <a:cs typeface="Lucida Sans Unicode"/>
              </a:rPr>
              <a:t>u</a:t>
            </a:r>
            <a:r>
              <a:rPr dirty="0" sz="4600" spc="-475">
                <a:solidFill>
                  <a:srgbClr val="171717"/>
                </a:solidFill>
                <a:latin typeface="Lucida Sans Unicode"/>
                <a:cs typeface="Lucida Sans Unicode"/>
              </a:rPr>
              <a:t>m</a:t>
            </a:r>
            <a:r>
              <a:rPr dirty="0" sz="4600" spc="-14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 spc="-7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450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60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395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56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10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endParaRPr sz="4600">
              <a:latin typeface="Lucida Sans Unicode"/>
              <a:cs typeface="Lucida Sans Unicode"/>
            </a:endParaRPr>
          </a:p>
          <a:p>
            <a:pPr algn="ctr" marL="1302385" marR="1295400">
              <a:lnSpc>
                <a:spcPct val="116799"/>
              </a:lnSpc>
              <a:spcBef>
                <a:spcPts val="5"/>
              </a:spcBef>
            </a:pPr>
            <a:r>
              <a:rPr dirty="0" sz="4600" spc="-300">
                <a:solidFill>
                  <a:srgbClr val="171717"/>
                </a:solidFill>
                <a:latin typeface="Lucida Sans Unicode"/>
                <a:cs typeface="Lucida Sans Unicode"/>
              </a:rPr>
              <a:t>Understand</a:t>
            </a:r>
            <a:r>
              <a:rPr dirty="0" sz="4600" spc="-7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340">
                <a:solidFill>
                  <a:srgbClr val="171717"/>
                </a:solidFill>
                <a:latin typeface="Lucida Sans Unicode"/>
                <a:cs typeface="Lucida Sans Unicode"/>
              </a:rPr>
              <a:t>investor</a:t>
            </a:r>
            <a:r>
              <a:rPr dirty="0" sz="4600" spc="-7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275">
                <a:solidFill>
                  <a:srgbClr val="171717"/>
                </a:solidFill>
                <a:latin typeface="Lucida Sans Unicode"/>
                <a:cs typeface="Lucida Sans Unicode"/>
              </a:rPr>
              <a:t>interest</a:t>
            </a:r>
            <a:r>
              <a:rPr dirty="0" sz="4600" spc="-7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530">
                <a:solidFill>
                  <a:srgbClr val="171717"/>
                </a:solidFill>
                <a:latin typeface="Lucida Sans Unicode"/>
                <a:cs typeface="Lucida Sans Unicode"/>
              </a:rPr>
              <a:t>in</a:t>
            </a:r>
            <a:r>
              <a:rPr dirty="0" sz="4600" spc="-7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3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275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335">
                <a:solidFill>
                  <a:srgbClr val="171717"/>
                </a:solidFill>
                <a:latin typeface="Lucida Sans Unicode"/>
                <a:cs typeface="Lucida Sans Unicode"/>
              </a:rPr>
              <a:t>o</a:t>
            </a:r>
            <a:r>
              <a:rPr dirty="0" sz="4600" spc="-295">
                <a:solidFill>
                  <a:srgbClr val="171717"/>
                </a:solidFill>
                <a:latin typeface="Lucida Sans Unicode"/>
                <a:cs typeface="Lucida Sans Unicode"/>
              </a:rPr>
              <a:t>c</a:t>
            </a:r>
            <a:r>
              <a:rPr dirty="0" sz="4600" spc="-560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600" spc="-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32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660">
                <a:solidFill>
                  <a:srgbClr val="171717"/>
                </a:solidFill>
                <a:latin typeface="Lucida Sans Unicode"/>
                <a:cs typeface="Lucida Sans Unicode"/>
              </a:rPr>
              <a:t>V</a:t>
            </a:r>
            <a:r>
              <a:rPr dirty="0" sz="4600" spc="-350">
                <a:solidFill>
                  <a:srgbClr val="171717"/>
                </a:solidFill>
                <a:latin typeface="Lucida Sans Unicode"/>
                <a:cs typeface="Lucida Sans Unicode"/>
              </a:rPr>
              <a:t>o</a:t>
            </a:r>
            <a:r>
              <a:rPr dirty="0" sz="4600" spc="-53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61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29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49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53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49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29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35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600" spc="-7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450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60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395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56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10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endParaRPr sz="4600">
              <a:latin typeface="Lucida Sans Unicode"/>
              <a:cs typeface="Lucida Sans Unicode"/>
            </a:endParaRPr>
          </a:p>
          <a:p>
            <a:pPr marL="2801620" marR="2794000" indent="577215">
              <a:lnSpc>
                <a:spcPct val="116799"/>
              </a:lnSpc>
            </a:pPr>
            <a:r>
              <a:rPr dirty="0" sz="4600" spc="-260">
                <a:solidFill>
                  <a:srgbClr val="171717"/>
                </a:solidFill>
                <a:latin typeface="Lucida Sans Unicode"/>
                <a:cs typeface="Lucida Sans Unicode"/>
              </a:rPr>
              <a:t>Measure</a:t>
            </a:r>
            <a:r>
              <a:rPr dirty="0" sz="4600" spc="-7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330">
                <a:solidFill>
                  <a:srgbClr val="171717"/>
                </a:solidFill>
                <a:latin typeface="Lucida Sans Unicode"/>
                <a:cs typeface="Lucida Sans Unicode"/>
              </a:rPr>
              <a:t>m</a:t>
            </a:r>
            <a:r>
              <a:rPr dirty="0" sz="4600" spc="-28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285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600" spc="-655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600" spc="-7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80">
                <a:solidFill>
                  <a:srgbClr val="171717"/>
                </a:solidFill>
                <a:latin typeface="Lucida Sans Unicode"/>
                <a:cs typeface="Lucida Sans Unicode"/>
              </a:rPr>
              <a:t>risk </a:t>
            </a:r>
            <a:r>
              <a:rPr dirty="0" sz="4600" spc="-405">
                <a:solidFill>
                  <a:srgbClr val="171717"/>
                </a:solidFill>
                <a:latin typeface="Lucida Sans Unicode"/>
                <a:cs typeface="Lucida Sans Unicode"/>
              </a:rPr>
              <a:t>Moving</a:t>
            </a:r>
            <a:r>
              <a:rPr dirty="0" sz="4600" spc="-7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66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355">
                <a:solidFill>
                  <a:srgbClr val="171717"/>
                </a:solidFill>
                <a:latin typeface="Lucida Sans Unicode"/>
                <a:cs typeface="Lucida Sans Unicode"/>
              </a:rPr>
              <a:t>v</a:t>
            </a:r>
            <a:r>
              <a:rPr dirty="0" sz="4600" spc="-260">
                <a:solidFill>
                  <a:srgbClr val="171717"/>
                </a:solidFill>
                <a:latin typeface="Lucida Sans Unicode"/>
                <a:cs typeface="Lucida Sans Unicode"/>
              </a:rPr>
              <a:t>er</a:t>
            </a:r>
            <a:r>
              <a:rPr dirty="0" sz="4600" spc="-45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275">
                <a:solidFill>
                  <a:srgbClr val="171717"/>
                </a:solidFill>
                <a:latin typeface="Lucida Sans Unicode"/>
                <a:cs typeface="Lucida Sans Unicode"/>
              </a:rPr>
              <a:t>g</a:t>
            </a:r>
            <a:r>
              <a:rPr dirty="0" sz="4600" spc="4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600" spc="-75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450">
                <a:solidFill>
                  <a:srgbClr val="171717"/>
                </a:solidFill>
                <a:latin typeface="Lucida Sans Unicode"/>
                <a:cs typeface="Lucida Sans Unicode"/>
              </a:rPr>
              <a:t>n</a:t>
            </a:r>
            <a:r>
              <a:rPr dirty="0" sz="4600" spc="-38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600" spc="-60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600" spc="-395">
                <a:solidFill>
                  <a:srgbClr val="171717"/>
                </a:solidFill>
                <a:latin typeface="Lucida Sans Unicode"/>
                <a:cs typeface="Lucida Sans Unicode"/>
              </a:rPr>
              <a:t>y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565">
                <a:solidFill>
                  <a:srgbClr val="171717"/>
                </a:solidFill>
                <a:latin typeface="Lucida Sans Unicode"/>
                <a:cs typeface="Lucida Sans Unicode"/>
              </a:rPr>
              <a:t>i</a:t>
            </a:r>
            <a:r>
              <a:rPr dirty="0" sz="4600" spc="-10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600" spc="-42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340">
                <a:solidFill>
                  <a:srgbClr val="171717"/>
                </a:solidFill>
                <a:latin typeface="Lucida Sans Unicode"/>
                <a:cs typeface="Lucida Sans Unicode"/>
              </a:rPr>
              <a:t>Identify</a:t>
            </a:r>
            <a:r>
              <a:rPr dirty="0" sz="4600" spc="-7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630">
                <a:solidFill>
                  <a:srgbClr val="171717"/>
                </a:solidFill>
                <a:latin typeface="Lucida Sans Unicode"/>
                <a:cs typeface="Lucida Sans Unicode"/>
              </a:rPr>
              <a:t>long-</a:t>
            </a:r>
            <a:r>
              <a:rPr dirty="0" sz="4600" spc="-170">
                <a:solidFill>
                  <a:srgbClr val="171717"/>
                </a:solidFill>
                <a:latin typeface="Lucida Sans Unicode"/>
                <a:cs typeface="Lucida Sans Unicode"/>
              </a:rPr>
              <a:t>term</a:t>
            </a:r>
            <a:r>
              <a:rPr dirty="0" sz="4600" spc="-7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600" spc="-190">
                <a:solidFill>
                  <a:srgbClr val="171717"/>
                </a:solidFill>
                <a:latin typeface="Lucida Sans Unicode"/>
                <a:cs typeface="Lucida Sans Unicode"/>
              </a:rPr>
              <a:t>trends</a:t>
            </a:r>
            <a:endParaRPr sz="4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468282"/>
            <a:ext cx="7453630" cy="7722234"/>
            <a:chOff x="0" y="1468282"/>
            <a:chExt cx="7453630" cy="772223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8282"/>
              <a:ext cx="7453381" cy="758186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3461749"/>
              <a:ext cx="5528945" cy="4399915"/>
            </a:xfrm>
            <a:custGeom>
              <a:avLst/>
              <a:gdLst/>
              <a:ahLst/>
              <a:cxnLst/>
              <a:rect l="l" t="t" r="r" b="b"/>
              <a:pathLst>
                <a:path w="5528945" h="4399915">
                  <a:moveTo>
                    <a:pt x="373515" y="4399525"/>
                  </a:moveTo>
                  <a:lnTo>
                    <a:pt x="422845" y="4398648"/>
                  </a:lnTo>
                  <a:lnTo>
                    <a:pt x="5406376" y="3419372"/>
                  </a:lnTo>
                  <a:lnTo>
                    <a:pt x="5450873" y="3403782"/>
                  </a:lnTo>
                  <a:lnTo>
                    <a:pt x="5487221" y="3376288"/>
                  </a:lnTo>
                  <a:lnTo>
                    <a:pt x="5513518" y="3339560"/>
                  </a:lnTo>
                  <a:lnTo>
                    <a:pt x="5527862" y="3296271"/>
                  </a:lnTo>
                  <a:lnTo>
                    <a:pt x="5528351" y="3249092"/>
                  </a:lnTo>
                  <a:lnTo>
                    <a:pt x="5061091" y="94476"/>
                  </a:lnTo>
                  <a:lnTo>
                    <a:pt x="5048020" y="56274"/>
                  </a:lnTo>
                  <a:lnTo>
                    <a:pt x="5023067" y="26118"/>
                  </a:lnTo>
                  <a:lnTo>
                    <a:pt x="4989213" y="6521"/>
                  </a:lnTo>
                  <a:lnTo>
                    <a:pt x="4949437" y="0"/>
                  </a:lnTo>
                  <a:lnTo>
                    <a:pt x="0" y="43021"/>
                  </a:lnTo>
                  <a:lnTo>
                    <a:pt x="0" y="2594885"/>
                  </a:lnTo>
                  <a:lnTo>
                    <a:pt x="246681" y="4272250"/>
                  </a:lnTo>
                  <a:lnTo>
                    <a:pt x="261670" y="4319316"/>
                  </a:lnTo>
                  <a:lnTo>
                    <a:pt x="289855" y="4357674"/>
                  </a:lnTo>
                  <a:lnTo>
                    <a:pt x="328161" y="4385139"/>
                  </a:lnTo>
                  <a:lnTo>
                    <a:pt x="373515" y="4399525"/>
                  </a:lnTo>
                  <a:close/>
                </a:path>
              </a:pathLst>
            </a:custGeom>
            <a:solidFill>
              <a:srgbClr val="6AC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3453576"/>
              <a:ext cx="5536565" cy="4417695"/>
            </a:xfrm>
            <a:custGeom>
              <a:avLst/>
              <a:gdLst/>
              <a:ahLst/>
              <a:cxnLst/>
              <a:rect l="l" t="t" r="r" b="b"/>
              <a:pathLst>
                <a:path w="5536565" h="4417695">
                  <a:moveTo>
                    <a:pt x="395241" y="4417561"/>
                  </a:moveTo>
                  <a:lnTo>
                    <a:pt x="5407944" y="3435587"/>
                  </a:lnTo>
                  <a:lnTo>
                    <a:pt x="5454960" y="3419181"/>
                  </a:lnTo>
                  <a:lnTo>
                    <a:pt x="5493284" y="3390288"/>
                  </a:lnTo>
                  <a:lnTo>
                    <a:pt x="5520949" y="3351648"/>
                  </a:lnTo>
                  <a:lnTo>
                    <a:pt x="5535991" y="3306000"/>
                  </a:lnTo>
                  <a:lnTo>
                    <a:pt x="5536421" y="3258464"/>
                  </a:lnTo>
                  <a:lnTo>
                    <a:pt x="5536443" y="3256086"/>
                  </a:lnTo>
                  <a:lnTo>
                    <a:pt x="5069183" y="101460"/>
                  </a:lnTo>
                  <a:lnTo>
                    <a:pt x="5055167" y="60494"/>
                  </a:lnTo>
                  <a:lnTo>
                    <a:pt x="5028383" y="28070"/>
                  </a:lnTo>
                  <a:lnTo>
                    <a:pt x="4992018" y="6976"/>
                  </a:lnTo>
                  <a:lnTo>
                    <a:pt x="4949257" y="0"/>
                  </a:lnTo>
                  <a:lnTo>
                    <a:pt x="4951614" y="16325"/>
                  </a:lnTo>
                  <a:lnTo>
                    <a:pt x="4987744" y="22943"/>
                  </a:lnTo>
                  <a:lnTo>
                    <a:pt x="5018470" y="41249"/>
                  </a:lnTo>
                  <a:lnTo>
                    <a:pt x="5041109" y="68977"/>
                  </a:lnTo>
                  <a:lnTo>
                    <a:pt x="5052979" y="103848"/>
                  </a:lnTo>
                  <a:lnTo>
                    <a:pt x="5520238" y="3258464"/>
                  </a:lnTo>
                  <a:lnTo>
                    <a:pt x="5519831" y="3303235"/>
                  </a:lnTo>
                  <a:lnTo>
                    <a:pt x="5506333" y="3344181"/>
                  </a:lnTo>
                  <a:lnTo>
                    <a:pt x="5481503" y="3378843"/>
                  </a:lnTo>
                  <a:lnTo>
                    <a:pt x="5447101" y="3404766"/>
                  </a:lnTo>
                  <a:lnTo>
                    <a:pt x="5404887" y="3419492"/>
                  </a:lnTo>
                  <a:lnTo>
                    <a:pt x="421246" y="4398788"/>
                  </a:lnTo>
                  <a:lnTo>
                    <a:pt x="392574" y="4401151"/>
                  </a:lnTo>
                  <a:lnTo>
                    <a:pt x="325606" y="4401151"/>
                  </a:lnTo>
                  <a:lnTo>
                    <a:pt x="347101" y="4409997"/>
                  </a:lnTo>
                  <a:lnTo>
                    <a:pt x="370826" y="4415657"/>
                  </a:lnTo>
                  <a:lnTo>
                    <a:pt x="395241" y="4417561"/>
                  </a:lnTo>
                  <a:close/>
                </a:path>
                <a:path w="5536565" h="4417695">
                  <a:moveTo>
                    <a:pt x="0" y="59373"/>
                  </a:moveTo>
                  <a:lnTo>
                    <a:pt x="4951783" y="16325"/>
                  </a:lnTo>
                  <a:lnTo>
                    <a:pt x="3071333" y="16325"/>
                  </a:lnTo>
                  <a:lnTo>
                    <a:pt x="0" y="43025"/>
                  </a:lnTo>
                  <a:lnTo>
                    <a:pt x="0" y="59373"/>
                  </a:lnTo>
                  <a:close/>
                </a:path>
                <a:path w="5536565" h="4417695">
                  <a:moveTo>
                    <a:pt x="325606" y="4401151"/>
                  </a:moveTo>
                  <a:lnTo>
                    <a:pt x="392574" y="4401151"/>
                  </a:lnTo>
                  <a:lnTo>
                    <a:pt x="364472" y="4397772"/>
                  </a:lnTo>
                  <a:lnTo>
                    <a:pt x="337602" y="4388802"/>
                  </a:lnTo>
                  <a:lnTo>
                    <a:pt x="290997" y="4355348"/>
                  </a:lnTo>
                  <a:lnTo>
                    <a:pt x="261710" y="4307192"/>
                  </a:lnTo>
                  <a:lnTo>
                    <a:pt x="0" y="2546915"/>
                  </a:lnTo>
                  <a:lnTo>
                    <a:pt x="0" y="2659358"/>
                  </a:lnTo>
                  <a:lnTo>
                    <a:pt x="238578" y="4281631"/>
                  </a:lnTo>
                  <a:lnTo>
                    <a:pt x="259928" y="4341295"/>
                  </a:lnTo>
                  <a:lnTo>
                    <a:pt x="303098" y="4387717"/>
                  </a:lnTo>
                  <a:lnTo>
                    <a:pt x="324410" y="4400659"/>
                  </a:lnTo>
                  <a:lnTo>
                    <a:pt x="325606" y="4401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019519"/>
              <a:ext cx="5179695" cy="332105"/>
            </a:xfrm>
            <a:custGeom>
              <a:avLst/>
              <a:gdLst/>
              <a:ahLst/>
              <a:cxnLst/>
              <a:rect l="l" t="t" r="r" b="b"/>
              <a:pathLst>
                <a:path w="5179695" h="332104">
                  <a:moveTo>
                    <a:pt x="0" y="331652"/>
                  </a:moveTo>
                  <a:lnTo>
                    <a:pt x="5179210" y="283859"/>
                  </a:lnTo>
                  <a:lnTo>
                    <a:pt x="5156222" y="128656"/>
                  </a:lnTo>
                  <a:lnTo>
                    <a:pt x="5143532" y="86562"/>
                  </a:lnTo>
                  <a:lnTo>
                    <a:pt x="5120068" y="50913"/>
                  </a:lnTo>
                  <a:lnTo>
                    <a:pt x="5087867" y="23445"/>
                  </a:lnTo>
                  <a:lnTo>
                    <a:pt x="5048967" y="5896"/>
                  </a:lnTo>
                  <a:lnTo>
                    <a:pt x="5005404" y="0"/>
                  </a:lnTo>
                  <a:lnTo>
                    <a:pt x="0" y="0"/>
                  </a:lnTo>
                  <a:lnTo>
                    <a:pt x="0" y="331652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011334"/>
              <a:ext cx="5187950" cy="348615"/>
            </a:xfrm>
            <a:custGeom>
              <a:avLst/>
              <a:gdLst/>
              <a:ahLst/>
              <a:cxnLst/>
              <a:rect l="l" t="t" r="r" b="b"/>
              <a:pathLst>
                <a:path w="5187950" h="348614">
                  <a:moveTo>
                    <a:pt x="5104650" y="222948"/>
                  </a:moveTo>
                  <a:lnTo>
                    <a:pt x="5093284" y="146177"/>
                  </a:lnTo>
                  <a:lnTo>
                    <a:pt x="5063922" y="93103"/>
                  </a:lnTo>
                  <a:lnTo>
                    <a:pt x="5007140" y="71831"/>
                  </a:lnTo>
                  <a:lnTo>
                    <a:pt x="0" y="71831"/>
                  </a:lnTo>
                  <a:lnTo>
                    <a:pt x="0" y="79997"/>
                  </a:lnTo>
                  <a:lnTo>
                    <a:pt x="0" y="88188"/>
                  </a:lnTo>
                  <a:lnTo>
                    <a:pt x="0" y="259359"/>
                  </a:lnTo>
                  <a:lnTo>
                    <a:pt x="0" y="267538"/>
                  </a:lnTo>
                  <a:lnTo>
                    <a:pt x="0" y="275729"/>
                  </a:lnTo>
                  <a:lnTo>
                    <a:pt x="5098504" y="229971"/>
                  </a:lnTo>
                  <a:lnTo>
                    <a:pt x="5098656" y="229971"/>
                  </a:lnTo>
                  <a:lnTo>
                    <a:pt x="5100904" y="228930"/>
                  </a:lnTo>
                  <a:lnTo>
                    <a:pt x="5103965" y="225323"/>
                  </a:lnTo>
                  <a:lnTo>
                    <a:pt x="5104650" y="222948"/>
                  </a:lnTo>
                  <a:close/>
                </a:path>
                <a:path w="5187950" h="348614">
                  <a:moveTo>
                    <a:pt x="5187632" y="293192"/>
                  </a:moveTo>
                  <a:lnTo>
                    <a:pt x="5164302" y="135648"/>
                  </a:lnTo>
                  <a:lnTo>
                    <a:pt x="5150878" y="91478"/>
                  </a:lnTo>
                  <a:lnTo>
                    <a:pt x="5125999" y="54038"/>
                  </a:lnTo>
                  <a:lnTo>
                    <a:pt x="5091722" y="25031"/>
                  </a:lnTo>
                  <a:lnTo>
                    <a:pt x="5050942" y="6515"/>
                  </a:lnTo>
                  <a:lnTo>
                    <a:pt x="5005171" y="0"/>
                  </a:lnTo>
                  <a:lnTo>
                    <a:pt x="0" y="0"/>
                  </a:lnTo>
                  <a:lnTo>
                    <a:pt x="0" y="16370"/>
                  </a:lnTo>
                  <a:lnTo>
                    <a:pt x="5005298" y="16370"/>
                  </a:lnTo>
                  <a:lnTo>
                    <a:pt x="5056441" y="25031"/>
                  </a:lnTo>
                  <a:lnTo>
                    <a:pt x="5099710" y="50457"/>
                  </a:lnTo>
                  <a:lnTo>
                    <a:pt x="5131511" y="89268"/>
                  </a:lnTo>
                  <a:lnTo>
                    <a:pt x="5148135" y="138049"/>
                  </a:lnTo>
                  <a:lnTo>
                    <a:pt x="5169738" y="283946"/>
                  </a:lnTo>
                  <a:lnTo>
                    <a:pt x="0" y="331647"/>
                  </a:lnTo>
                  <a:lnTo>
                    <a:pt x="0" y="348018"/>
                  </a:lnTo>
                  <a:lnTo>
                    <a:pt x="5181435" y="300215"/>
                  </a:lnTo>
                  <a:lnTo>
                    <a:pt x="5181651" y="300215"/>
                  </a:lnTo>
                  <a:lnTo>
                    <a:pt x="5183886" y="299161"/>
                  </a:lnTo>
                  <a:lnTo>
                    <a:pt x="5186959" y="295567"/>
                  </a:lnTo>
                  <a:lnTo>
                    <a:pt x="5187632" y="2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15275" y="2706805"/>
              <a:ext cx="3858895" cy="1510665"/>
            </a:xfrm>
            <a:custGeom>
              <a:avLst/>
              <a:gdLst/>
              <a:ahLst/>
              <a:cxnLst/>
              <a:rect l="l" t="t" r="r" b="b"/>
              <a:pathLst>
                <a:path w="3858895" h="1510664">
                  <a:moveTo>
                    <a:pt x="3745316" y="1510242"/>
                  </a:moveTo>
                  <a:lnTo>
                    <a:pt x="3781836" y="1503972"/>
                  </a:lnTo>
                  <a:lnTo>
                    <a:pt x="3781585" y="1503972"/>
                  </a:lnTo>
                  <a:lnTo>
                    <a:pt x="3811761" y="1487680"/>
                  </a:lnTo>
                  <a:lnTo>
                    <a:pt x="3835297" y="1463504"/>
                  </a:lnTo>
                  <a:lnTo>
                    <a:pt x="3851174" y="1433834"/>
                  </a:lnTo>
                  <a:lnTo>
                    <a:pt x="3858493" y="1400999"/>
                  </a:lnTo>
                  <a:lnTo>
                    <a:pt x="3856353" y="1367327"/>
                  </a:lnTo>
                  <a:lnTo>
                    <a:pt x="3820098" y="1306783"/>
                  </a:lnTo>
                  <a:lnTo>
                    <a:pt x="3784181" y="1284566"/>
                  </a:lnTo>
                  <a:lnTo>
                    <a:pt x="3736709" y="1266488"/>
                  </a:lnTo>
                  <a:lnTo>
                    <a:pt x="2497900" y="807681"/>
                  </a:lnTo>
                  <a:lnTo>
                    <a:pt x="532347" y="116986"/>
                  </a:lnTo>
                  <a:lnTo>
                    <a:pt x="484910" y="102021"/>
                  </a:lnTo>
                  <a:lnTo>
                    <a:pt x="437375" y="87533"/>
                  </a:lnTo>
                  <a:lnTo>
                    <a:pt x="389711" y="73615"/>
                  </a:lnTo>
                  <a:lnTo>
                    <a:pt x="341884" y="60361"/>
                  </a:lnTo>
                  <a:lnTo>
                    <a:pt x="293861" y="47864"/>
                  </a:lnTo>
                  <a:lnTo>
                    <a:pt x="245608" y="36217"/>
                  </a:lnTo>
                  <a:lnTo>
                    <a:pt x="197093" y="25513"/>
                  </a:lnTo>
                  <a:lnTo>
                    <a:pt x="148283" y="15847"/>
                  </a:lnTo>
                  <a:lnTo>
                    <a:pt x="99144" y="7312"/>
                  </a:lnTo>
                  <a:lnTo>
                    <a:pt x="49642" y="0"/>
                  </a:lnTo>
                  <a:lnTo>
                    <a:pt x="19216" y="6839"/>
                  </a:lnTo>
                  <a:lnTo>
                    <a:pt x="1343" y="29737"/>
                  </a:lnTo>
                  <a:lnTo>
                    <a:pt x="0" y="58688"/>
                  </a:lnTo>
                  <a:lnTo>
                    <a:pt x="19151" y="83686"/>
                  </a:lnTo>
                  <a:lnTo>
                    <a:pt x="61607" y="109869"/>
                  </a:lnTo>
                  <a:lnTo>
                    <a:pt x="104589" y="134916"/>
                  </a:lnTo>
                  <a:lnTo>
                    <a:pt x="148060" y="158907"/>
                  </a:lnTo>
                  <a:lnTo>
                    <a:pt x="191982" y="181923"/>
                  </a:lnTo>
                  <a:lnTo>
                    <a:pt x="236317" y="204043"/>
                  </a:lnTo>
                  <a:lnTo>
                    <a:pt x="281029" y="225349"/>
                  </a:lnTo>
                  <a:lnTo>
                    <a:pt x="326079" y="245921"/>
                  </a:lnTo>
                  <a:lnTo>
                    <a:pt x="371430" y="265838"/>
                  </a:lnTo>
                  <a:lnTo>
                    <a:pt x="417045" y="285183"/>
                  </a:lnTo>
                  <a:lnTo>
                    <a:pt x="462885" y="304034"/>
                  </a:lnTo>
                  <a:lnTo>
                    <a:pt x="555094" y="340580"/>
                  </a:lnTo>
                  <a:lnTo>
                    <a:pt x="2607696" y="1112340"/>
                  </a:lnTo>
                  <a:lnTo>
                    <a:pt x="3608544" y="1470784"/>
                  </a:lnTo>
                  <a:lnTo>
                    <a:pt x="3704206" y="1503972"/>
                  </a:lnTo>
                  <a:lnTo>
                    <a:pt x="3745316" y="1510242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05541" y="2698692"/>
              <a:ext cx="3876675" cy="1524000"/>
            </a:xfrm>
            <a:custGeom>
              <a:avLst/>
              <a:gdLst/>
              <a:ahLst/>
              <a:cxnLst/>
              <a:rect l="l" t="t" r="r" b="b"/>
              <a:pathLst>
                <a:path w="3876675" h="1524000">
                  <a:moveTo>
                    <a:pt x="3733392" y="1523999"/>
                  </a:moveTo>
                  <a:lnTo>
                    <a:pt x="3754232" y="1523999"/>
                  </a:lnTo>
                  <a:lnTo>
                    <a:pt x="3794149" y="1511299"/>
                  </a:lnTo>
                  <a:lnTo>
                    <a:pt x="3827039" y="1498599"/>
                  </a:lnTo>
                  <a:lnTo>
                    <a:pt x="3852136" y="1473199"/>
                  </a:lnTo>
                  <a:lnTo>
                    <a:pt x="3868674" y="1435099"/>
                  </a:lnTo>
                  <a:lnTo>
                    <a:pt x="3876657" y="1396999"/>
                  </a:lnTo>
                  <a:lnTo>
                    <a:pt x="3869250" y="1346199"/>
                  </a:lnTo>
                  <a:lnTo>
                    <a:pt x="3843682" y="1308099"/>
                  </a:lnTo>
                  <a:lnTo>
                    <a:pt x="3797182" y="1282699"/>
                  </a:lnTo>
                  <a:lnTo>
                    <a:pt x="3745585" y="1257299"/>
                  </a:lnTo>
                  <a:lnTo>
                    <a:pt x="3693976" y="1244599"/>
                  </a:lnTo>
                  <a:lnTo>
                    <a:pt x="3642361" y="1219199"/>
                  </a:lnTo>
                  <a:lnTo>
                    <a:pt x="3590745" y="1206499"/>
                  </a:lnTo>
                  <a:lnTo>
                    <a:pt x="3487533" y="1155699"/>
                  </a:lnTo>
                  <a:lnTo>
                    <a:pt x="3435948" y="1142999"/>
                  </a:lnTo>
                  <a:lnTo>
                    <a:pt x="3384386" y="1117599"/>
                  </a:lnTo>
                  <a:lnTo>
                    <a:pt x="3332851" y="1104899"/>
                  </a:lnTo>
                  <a:lnTo>
                    <a:pt x="3281349" y="1079499"/>
                  </a:lnTo>
                  <a:lnTo>
                    <a:pt x="3229886" y="1066799"/>
                  </a:lnTo>
                  <a:lnTo>
                    <a:pt x="3178467" y="1041399"/>
                  </a:lnTo>
                  <a:lnTo>
                    <a:pt x="3127099" y="1028699"/>
                  </a:lnTo>
                  <a:lnTo>
                    <a:pt x="3075786" y="1003299"/>
                  </a:lnTo>
                  <a:lnTo>
                    <a:pt x="3024535" y="990599"/>
                  </a:lnTo>
                  <a:lnTo>
                    <a:pt x="2973351" y="965199"/>
                  </a:lnTo>
                  <a:lnTo>
                    <a:pt x="2922240" y="952499"/>
                  </a:lnTo>
                  <a:lnTo>
                    <a:pt x="2871208" y="927099"/>
                  </a:lnTo>
                  <a:lnTo>
                    <a:pt x="2769401" y="901699"/>
                  </a:lnTo>
                  <a:lnTo>
                    <a:pt x="2718638" y="876299"/>
                  </a:lnTo>
                  <a:lnTo>
                    <a:pt x="2667976" y="863599"/>
                  </a:lnTo>
                  <a:lnTo>
                    <a:pt x="2617420" y="838199"/>
                  </a:lnTo>
                  <a:lnTo>
                    <a:pt x="2566977" y="825499"/>
                  </a:lnTo>
                  <a:lnTo>
                    <a:pt x="2516653" y="800099"/>
                  </a:lnTo>
                  <a:lnTo>
                    <a:pt x="2466452" y="787399"/>
                  </a:lnTo>
                  <a:lnTo>
                    <a:pt x="2416380" y="761999"/>
                  </a:lnTo>
                  <a:lnTo>
                    <a:pt x="2316648" y="736599"/>
                  </a:lnTo>
                  <a:lnTo>
                    <a:pt x="2266999" y="711199"/>
                  </a:lnTo>
                  <a:lnTo>
                    <a:pt x="2217502" y="698499"/>
                  </a:lnTo>
                  <a:lnTo>
                    <a:pt x="2168162" y="673099"/>
                  </a:lnTo>
                  <a:lnTo>
                    <a:pt x="2069979" y="647699"/>
                  </a:lnTo>
                  <a:lnTo>
                    <a:pt x="1875755" y="571499"/>
                  </a:lnTo>
                  <a:lnTo>
                    <a:pt x="1779804" y="546099"/>
                  </a:lnTo>
                  <a:lnTo>
                    <a:pt x="1590453" y="469899"/>
                  </a:lnTo>
                  <a:lnTo>
                    <a:pt x="1497142" y="444499"/>
                  </a:lnTo>
                  <a:lnTo>
                    <a:pt x="1404802" y="406399"/>
                  </a:lnTo>
                  <a:lnTo>
                    <a:pt x="1313478" y="380999"/>
                  </a:lnTo>
                  <a:lnTo>
                    <a:pt x="1223215" y="342899"/>
                  </a:lnTo>
                  <a:lnTo>
                    <a:pt x="1134059" y="317499"/>
                  </a:lnTo>
                  <a:lnTo>
                    <a:pt x="1046054" y="279399"/>
                  </a:lnTo>
                  <a:lnTo>
                    <a:pt x="916305" y="241299"/>
                  </a:lnTo>
                  <a:lnTo>
                    <a:pt x="789403" y="190499"/>
                  </a:lnTo>
                  <a:lnTo>
                    <a:pt x="544749" y="114299"/>
                  </a:lnTo>
                  <a:lnTo>
                    <a:pt x="502137" y="101599"/>
                  </a:lnTo>
                  <a:lnTo>
                    <a:pt x="457995" y="88899"/>
                  </a:lnTo>
                  <a:lnTo>
                    <a:pt x="365477" y="63499"/>
                  </a:lnTo>
                  <a:lnTo>
                    <a:pt x="267908" y="38099"/>
                  </a:lnTo>
                  <a:lnTo>
                    <a:pt x="113647" y="0"/>
                  </a:lnTo>
                  <a:lnTo>
                    <a:pt x="23616" y="0"/>
                  </a:lnTo>
                  <a:lnTo>
                    <a:pt x="11170" y="12699"/>
                  </a:lnTo>
                  <a:lnTo>
                    <a:pt x="111127" y="12699"/>
                  </a:lnTo>
                  <a:lnTo>
                    <a:pt x="264393" y="50799"/>
                  </a:lnTo>
                  <a:lnTo>
                    <a:pt x="361377" y="76199"/>
                  </a:lnTo>
                  <a:lnTo>
                    <a:pt x="453351" y="101599"/>
                  </a:lnTo>
                  <a:lnTo>
                    <a:pt x="497230" y="114299"/>
                  </a:lnTo>
                  <a:lnTo>
                    <a:pt x="539583" y="126999"/>
                  </a:lnTo>
                  <a:lnTo>
                    <a:pt x="701245" y="177799"/>
                  </a:lnTo>
                  <a:lnTo>
                    <a:pt x="826129" y="228599"/>
                  </a:lnTo>
                  <a:lnTo>
                    <a:pt x="953963" y="266699"/>
                  </a:lnTo>
                  <a:lnTo>
                    <a:pt x="1040748" y="304799"/>
                  </a:lnTo>
                  <a:lnTo>
                    <a:pt x="1217864" y="355599"/>
                  </a:lnTo>
                  <a:lnTo>
                    <a:pt x="1308104" y="393699"/>
                  </a:lnTo>
                  <a:lnTo>
                    <a:pt x="1399405" y="419099"/>
                  </a:lnTo>
                  <a:lnTo>
                    <a:pt x="1585009" y="495299"/>
                  </a:lnTo>
                  <a:lnTo>
                    <a:pt x="1679221" y="520699"/>
                  </a:lnTo>
                  <a:lnTo>
                    <a:pt x="1774313" y="558799"/>
                  </a:lnTo>
                  <a:lnTo>
                    <a:pt x="1870239" y="584199"/>
                  </a:lnTo>
                  <a:lnTo>
                    <a:pt x="2162568" y="698499"/>
                  </a:lnTo>
                  <a:lnTo>
                    <a:pt x="2261377" y="723899"/>
                  </a:lnTo>
                  <a:lnTo>
                    <a:pt x="2311012" y="749299"/>
                  </a:lnTo>
                  <a:lnTo>
                    <a:pt x="2360793" y="761999"/>
                  </a:lnTo>
                  <a:lnTo>
                    <a:pt x="2410715" y="787399"/>
                  </a:lnTo>
                  <a:lnTo>
                    <a:pt x="2460772" y="800099"/>
                  </a:lnTo>
                  <a:lnTo>
                    <a:pt x="2510957" y="825499"/>
                  </a:lnTo>
                  <a:lnTo>
                    <a:pt x="2611693" y="850899"/>
                  </a:lnTo>
                  <a:lnTo>
                    <a:pt x="2662233" y="876299"/>
                  </a:lnTo>
                  <a:lnTo>
                    <a:pt x="2712878" y="888999"/>
                  </a:lnTo>
                  <a:lnTo>
                    <a:pt x="2763625" y="914399"/>
                  </a:lnTo>
                  <a:lnTo>
                    <a:pt x="2814466" y="927099"/>
                  </a:lnTo>
                  <a:lnTo>
                    <a:pt x="2865397" y="952499"/>
                  </a:lnTo>
                  <a:lnTo>
                    <a:pt x="2916412" y="965199"/>
                  </a:lnTo>
                  <a:lnTo>
                    <a:pt x="2967505" y="990599"/>
                  </a:lnTo>
                  <a:lnTo>
                    <a:pt x="3018670" y="1003299"/>
                  </a:lnTo>
                  <a:lnTo>
                    <a:pt x="3069902" y="1028699"/>
                  </a:lnTo>
                  <a:lnTo>
                    <a:pt x="3121195" y="1041399"/>
                  </a:lnTo>
                  <a:lnTo>
                    <a:pt x="3172544" y="1066799"/>
                  </a:lnTo>
                  <a:lnTo>
                    <a:pt x="3223943" y="1079499"/>
                  </a:lnTo>
                  <a:lnTo>
                    <a:pt x="3275385" y="1104899"/>
                  </a:lnTo>
                  <a:lnTo>
                    <a:pt x="3326866" y="1117599"/>
                  </a:lnTo>
                  <a:lnTo>
                    <a:pt x="3378380" y="1142999"/>
                  </a:lnTo>
                  <a:lnTo>
                    <a:pt x="3429920" y="1155699"/>
                  </a:lnTo>
                  <a:lnTo>
                    <a:pt x="3481483" y="1181099"/>
                  </a:lnTo>
                  <a:lnTo>
                    <a:pt x="3533060" y="1193799"/>
                  </a:lnTo>
                  <a:lnTo>
                    <a:pt x="3584648" y="1219199"/>
                  </a:lnTo>
                  <a:lnTo>
                    <a:pt x="3636241" y="1231899"/>
                  </a:lnTo>
                  <a:lnTo>
                    <a:pt x="3687832" y="1257299"/>
                  </a:lnTo>
                  <a:lnTo>
                    <a:pt x="3739416" y="1269999"/>
                  </a:lnTo>
                  <a:lnTo>
                    <a:pt x="3790987" y="1295399"/>
                  </a:lnTo>
                  <a:lnTo>
                    <a:pt x="3831661" y="1320799"/>
                  </a:lnTo>
                  <a:lnTo>
                    <a:pt x="3854059" y="1358899"/>
                  </a:lnTo>
                  <a:lnTo>
                    <a:pt x="3860499" y="1396999"/>
                  </a:lnTo>
                  <a:lnTo>
                    <a:pt x="3853299" y="1435099"/>
                  </a:lnTo>
                  <a:lnTo>
                    <a:pt x="3834451" y="1460499"/>
                  </a:lnTo>
                  <a:lnTo>
                    <a:pt x="3804490" y="1485899"/>
                  </a:lnTo>
                  <a:lnTo>
                    <a:pt x="3764690" y="1498599"/>
                  </a:lnTo>
                  <a:lnTo>
                    <a:pt x="3662355" y="1498599"/>
                  </a:lnTo>
                  <a:lnTo>
                    <a:pt x="3711263" y="1511299"/>
                  </a:lnTo>
                  <a:lnTo>
                    <a:pt x="3722484" y="1511299"/>
                  </a:lnTo>
                  <a:lnTo>
                    <a:pt x="3733392" y="1523999"/>
                  </a:lnTo>
                  <a:close/>
                </a:path>
                <a:path w="3876675" h="1524000">
                  <a:moveTo>
                    <a:pt x="3662355" y="1498599"/>
                  </a:moveTo>
                  <a:lnTo>
                    <a:pt x="3716328" y="1498599"/>
                  </a:lnTo>
                  <a:lnTo>
                    <a:pt x="3667439" y="1485899"/>
                  </a:lnTo>
                  <a:lnTo>
                    <a:pt x="3618577" y="1460499"/>
                  </a:lnTo>
                  <a:lnTo>
                    <a:pt x="3520949" y="1435099"/>
                  </a:lnTo>
                  <a:lnTo>
                    <a:pt x="3472189" y="1409699"/>
                  </a:lnTo>
                  <a:lnTo>
                    <a:pt x="3374795" y="1384299"/>
                  </a:lnTo>
                  <a:lnTo>
                    <a:pt x="3326168" y="1358899"/>
                  </a:lnTo>
                  <a:lnTo>
                    <a:pt x="3277591" y="1346199"/>
                  </a:lnTo>
                  <a:lnTo>
                    <a:pt x="3229069" y="1320799"/>
                  </a:lnTo>
                  <a:lnTo>
                    <a:pt x="3132200" y="1295399"/>
                  </a:lnTo>
                  <a:lnTo>
                    <a:pt x="3083860" y="1269999"/>
                  </a:lnTo>
                  <a:lnTo>
                    <a:pt x="2987386" y="1244599"/>
                  </a:lnTo>
                  <a:lnTo>
                    <a:pt x="2939259" y="1219199"/>
                  </a:lnTo>
                  <a:lnTo>
                    <a:pt x="2843241" y="1193799"/>
                  </a:lnTo>
                  <a:lnTo>
                    <a:pt x="2795357" y="1168399"/>
                  </a:lnTo>
                  <a:lnTo>
                    <a:pt x="2747560" y="1155699"/>
                  </a:lnTo>
                  <a:lnTo>
                    <a:pt x="2699855" y="1130299"/>
                  </a:lnTo>
                  <a:lnTo>
                    <a:pt x="2604730" y="1104899"/>
                  </a:lnTo>
                  <a:lnTo>
                    <a:pt x="2321891" y="990599"/>
                  </a:lnTo>
                  <a:lnTo>
                    <a:pt x="2228545" y="965199"/>
                  </a:lnTo>
                  <a:lnTo>
                    <a:pt x="2135711" y="927099"/>
                  </a:lnTo>
                  <a:lnTo>
                    <a:pt x="1657839" y="749299"/>
                  </a:lnTo>
                  <a:lnTo>
                    <a:pt x="1168211" y="558799"/>
                  </a:lnTo>
                  <a:lnTo>
                    <a:pt x="1073523" y="533399"/>
                  </a:lnTo>
                  <a:lnTo>
                    <a:pt x="796611" y="419099"/>
                  </a:lnTo>
                  <a:lnTo>
                    <a:pt x="706815" y="393699"/>
                  </a:lnTo>
                  <a:lnTo>
                    <a:pt x="661311" y="368299"/>
                  </a:lnTo>
                  <a:lnTo>
                    <a:pt x="615656" y="355599"/>
                  </a:lnTo>
                  <a:lnTo>
                    <a:pt x="569906" y="330199"/>
                  </a:lnTo>
                  <a:lnTo>
                    <a:pt x="478336" y="304799"/>
                  </a:lnTo>
                  <a:lnTo>
                    <a:pt x="432625" y="279399"/>
                  </a:lnTo>
                  <a:lnTo>
                    <a:pt x="387036" y="266699"/>
                  </a:lnTo>
                  <a:lnTo>
                    <a:pt x="296442" y="215899"/>
                  </a:lnTo>
                  <a:lnTo>
                    <a:pt x="251546" y="203199"/>
                  </a:lnTo>
                  <a:lnTo>
                    <a:pt x="119114" y="126999"/>
                  </a:lnTo>
                  <a:lnTo>
                    <a:pt x="33250" y="76199"/>
                  </a:lnTo>
                  <a:lnTo>
                    <a:pt x="17308" y="50799"/>
                  </a:lnTo>
                  <a:lnTo>
                    <a:pt x="16346" y="50799"/>
                  </a:lnTo>
                  <a:lnTo>
                    <a:pt x="18614" y="38099"/>
                  </a:lnTo>
                  <a:lnTo>
                    <a:pt x="23777" y="25399"/>
                  </a:lnTo>
                  <a:lnTo>
                    <a:pt x="32100" y="12699"/>
                  </a:lnTo>
                  <a:lnTo>
                    <a:pt x="11170" y="12699"/>
                  </a:lnTo>
                  <a:lnTo>
                    <a:pt x="3239" y="25399"/>
                  </a:lnTo>
                  <a:lnTo>
                    <a:pt x="0" y="50799"/>
                  </a:lnTo>
                  <a:lnTo>
                    <a:pt x="1831" y="63499"/>
                  </a:lnTo>
                  <a:lnTo>
                    <a:pt x="110865" y="139699"/>
                  </a:lnTo>
                  <a:lnTo>
                    <a:pt x="289107" y="241299"/>
                  </a:lnTo>
                  <a:lnTo>
                    <a:pt x="334487" y="253999"/>
                  </a:lnTo>
                  <a:lnTo>
                    <a:pt x="380088" y="279399"/>
                  </a:lnTo>
                  <a:lnTo>
                    <a:pt x="425856" y="292099"/>
                  </a:lnTo>
                  <a:lnTo>
                    <a:pt x="471738" y="317499"/>
                  </a:lnTo>
                  <a:lnTo>
                    <a:pt x="517681" y="330199"/>
                  </a:lnTo>
                  <a:lnTo>
                    <a:pt x="563632" y="355599"/>
                  </a:lnTo>
                  <a:lnTo>
                    <a:pt x="655340" y="380999"/>
                  </a:lnTo>
                  <a:lnTo>
                    <a:pt x="700991" y="406399"/>
                  </a:lnTo>
                  <a:lnTo>
                    <a:pt x="790788" y="431799"/>
                  </a:lnTo>
                  <a:lnTo>
                    <a:pt x="1067712" y="546099"/>
                  </a:lnTo>
                  <a:lnTo>
                    <a:pt x="1162406" y="584199"/>
                  </a:lnTo>
                  <a:lnTo>
                    <a:pt x="1258231" y="609599"/>
                  </a:lnTo>
                  <a:lnTo>
                    <a:pt x="1753003" y="800099"/>
                  </a:lnTo>
                  <a:lnTo>
                    <a:pt x="1854823" y="838199"/>
                  </a:lnTo>
                  <a:lnTo>
                    <a:pt x="2037726" y="914399"/>
                  </a:lnTo>
                  <a:lnTo>
                    <a:pt x="2176399" y="965199"/>
                  </a:lnTo>
                  <a:lnTo>
                    <a:pt x="2269512" y="990599"/>
                  </a:lnTo>
                  <a:lnTo>
                    <a:pt x="2551740" y="1104899"/>
                  </a:lnTo>
                  <a:lnTo>
                    <a:pt x="2646691" y="1130299"/>
                  </a:lnTo>
                  <a:lnTo>
                    <a:pt x="2694315" y="1155699"/>
                  </a:lnTo>
                  <a:lnTo>
                    <a:pt x="2789846" y="1181099"/>
                  </a:lnTo>
                  <a:lnTo>
                    <a:pt x="2837746" y="1206499"/>
                  </a:lnTo>
                  <a:lnTo>
                    <a:pt x="2933797" y="1231899"/>
                  </a:lnTo>
                  <a:lnTo>
                    <a:pt x="2981942" y="1257299"/>
                  </a:lnTo>
                  <a:lnTo>
                    <a:pt x="3030162" y="1269999"/>
                  </a:lnTo>
                  <a:lnTo>
                    <a:pt x="3078453" y="1295399"/>
                  </a:lnTo>
                  <a:lnTo>
                    <a:pt x="3175239" y="1320799"/>
                  </a:lnTo>
                  <a:lnTo>
                    <a:pt x="3223726" y="1346199"/>
                  </a:lnTo>
                  <a:lnTo>
                    <a:pt x="3320872" y="1371599"/>
                  </a:lnTo>
                  <a:lnTo>
                    <a:pt x="3369524" y="1396999"/>
                  </a:lnTo>
                  <a:lnTo>
                    <a:pt x="3466971" y="1422399"/>
                  </a:lnTo>
                  <a:lnTo>
                    <a:pt x="3515759" y="1447799"/>
                  </a:lnTo>
                  <a:lnTo>
                    <a:pt x="3564585" y="1460499"/>
                  </a:lnTo>
                  <a:lnTo>
                    <a:pt x="3613447" y="1485899"/>
                  </a:lnTo>
                  <a:lnTo>
                    <a:pt x="3662355" y="1498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341" y="2778901"/>
              <a:ext cx="92143" cy="18881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276767" y="2707045"/>
              <a:ext cx="60325" cy="122555"/>
            </a:xfrm>
            <a:custGeom>
              <a:avLst/>
              <a:gdLst/>
              <a:ahLst/>
              <a:cxnLst/>
              <a:rect l="l" t="t" r="r" b="b"/>
              <a:pathLst>
                <a:path w="60325" h="122555">
                  <a:moveTo>
                    <a:pt x="4175" y="122551"/>
                  </a:moveTo>
                  <a:lnTo>
                    <a:pt x="8042" y="122551"/>
                  </a:lnTo>
                  <a:lnTo>
                    <a:pt x="9550" y="122411"/>
                  </a:lnTo>
                  <a:lnTo>
                    <a:pt x="13996" y="121582"/>
                  </a:lnTo>
                  <a:lnTo>
                    <a:pt x="16924" y="117306"/>
                  </a:lnTo>
                  <a:lnTo>
                    <a:pt x="16094" y="112860"/>
                  </a:lnTo>
                  <a:lnTo>
                    <a:pt x="17405" y="73317"/>
                  </a:lnTo>
                  <a:lnTo>
                    <a:pt x="31073" y="43057"/>
                  </a:lnTo>
                  <a:lnTo>
                    <a:pt x="47171" y="23437"/>
                  </a:lnTo>
                  <a:lnTo>
                    <a:pt x="55777" y="15816"/>
                  </a:lnTo>
                  <a:lnTo>
                    <a:pt x="59393" y="13108"/>
                  </a:lnTo>
                  <a:lnTo>
                    <a:pt x="60133" y="7982"/>
                  </a:lnTo>
                  <a:lnTo>
                    <a:pt x="54718" y="739"/>
                  </a:lnTo>
                  <a:lnTo>
                    <a:pt x="49603" y="0"/>
                  </a:lnTo>
                  <a:lnTo>
                    <a:pt x="45986" y="2697"/>
                  </a:lnTo>
                  <a:lnTo>
                    <a:pt x="35984" y="11502"/>
                  </a:lnTo>
                  <a:lnTo>
                    <a:pt x="17287" y="34266"/>
                  </a:lnTo>
                  <a:lnTo>
                    <a:pt x="1443" y="69538"/>
                  </a:lnTo>
                  <a:lnTo>
                    <a:pt x="0" y="115867"/>
                  </a:lnTo>
                  <a:lnTo>
                    <a:pt x="739" y="119804"/>
                  </a:lnTo>
                  <a:lnTo>
                    <a:pt x="4175" y="122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3298" y="4024402"/>
              <a:ext cx="104141" cy="17395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087946" y="3835479"/>
              <a:ext cx="473709" cy="217170"/>
            </a:xfrm>
            <a:custGeom>
              <a:avLst/>
              <a:gdLst/>
              <a:ahLst/>
              <a:cxnLst/>
              <a:rect l="l" t="t" r="r" b="b"/>
              <a:pathLst>
                <a:path w="473710" h="217170">
                  <a:moveTo>
                    <a:pt x="460665" y="216678"/>
                  </a:moveTo>
                  <a:lnTo>
                    <a:pt x="464891" y="216668"/>
                  </a:lnTo>
                  <a:lnTo>
                    <a:pt x="470046" y="216289"/>
                  </a:lnTo>
                  <a:lnTo>
                    <a:pt x="473413" y="212352"/>
                  </a:lnTo>
                  <a:lnTo>
                    <a:pt x="473063" y="207856"/>
                  </a:lnTo>
                  <a:lnTo>
                    <a:pt x="456539" y="146041"/>
                  </a:lnTo>
                  <a:lnTo>
                    <a:pt x="417413" y="114222"/>
                  </a:lnTo>
                  <a:lnTo>
                    <a:pt x="376030" y="97586"/>
                  </a:lnTo>
                  <a:lnTo>
                    <a:pt x="321361" y="77259"/>
                  </a:lnTo>
                  <a:lnTo>
                    <a:pt x="259762" y="55521"/>
                  </a:lnTo>
                  <a:lnTo>
                    <a:pt x="197587" y="34647"/>
                  </a:lnTo>
                  <a:lnTo>
                    <a:pt x="141190" y="16917"/>
                  </a:lnTo>
                  <a:lnTo>
                    <a:pt x="96927" y="4609"/>
                  </a:lnTo>
                  <a:lnTo>
                    <a:pt x="70573" y="0"/>
                  </a:lnTo>
                  <a:lnTo>
                    <a:pt x="69614" y="69"/>
                  </a:lnTo>
                  <a:lnTo>
                    <a:pt x="24841" y="22881"/>
                  </a:lnTo>
                  <a:lnTo>
                    <a:pt x="0" y="47897"/>
                  </a:lnTo>
                  <a:lnTo>
                    <a:pt x="439" y="53063"/>
                  </a:lnTo>
                  <a:lnTo>
                    <a:pt x="7333" y="58878"/>
                  </a:lnTo>
                  <a:lnTo>
                    <a:pt x="12508" y="58438"/>
                  </a:lnTo>
                  <a:lnTo>
                    <a:pt x="15425" y="54991"/>
                  </a:lnTo>
                  <a:lnTo>
                    <a:pt x="24764" y="45045"/>
                  </a:lnTo>
                  <a:lnTo>
                    <a:pt x="38664" y="32751"/>
                  </a:lnTo>
                  <a:lnTo>
                    <a:pt x="54919" y="21917"/>
                  </a:lnTo>
                  <a:lnTo>
                    <a:pt x="71322" y="16355"/>
                  </a:lnTo>
                  <a:lnTo>
                    <a:pt x="92655" y="20079"/>
                  </a:lnTo>
                  <a:lnTo>
                    <a:pt x="133674" y="31509"/>
                  </a:lnTo>
                  <a:lnTo>
                    <a:pt x="187890" y="48438"/>
                  </a:lnTo>
                  <a:lnTo>
                    <a:pt x="248810" y="68658"/>
                  </a:lnTo>
                  <a:lnTo>
                    <a:pt x="309944" y="89959"/>
                  </a:lnTo>
                  <a:lnTo>
                    <a:pt x="364800" y="110135"/>
                  </a:lnTo>
                  <a:lnTo>
                    <a:pt x="406887" y="126977"/>
                  </a:lnTo>
                  <a:lnTo>
                    <a:pt x="441625" y="152746"/>
                  </a:lnTo>
                  <a:lnTo>
                    <a:pt x="454629" y="193475"/>
                  </a:lnTo>
                  <a:lnTo>
                    <a:pt x="457079" y="213421"/>
                  </a:lnTo>
                  <a:lnTo>
                    <a:pt x="460665" y="21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13628" y="4622045"/>
              <a:ext cx="953769" cy="2600960"/>
            </a:xfrm>
            <a:custGeom>
              <a:avLst/>
              <a:gdLst/>
              <a:ahLst/>
              <a:cxnLst/>
              <a:rect l="l" t="t" r="r" b="b"/>
              <a:pathLst>
                <a:path w="953769" h="2600959">
                  <a:moveTo>
                    <a:pt x="405387" y="2600565"/>
                  </a:moveTo>
                  <a:lnTo>
                    <a:pt x="953660" y="2500033"/>
                  </a:lnTo>
                  <a:lnTo>
                    <a:pt x="557404" y="0"/>
                  </a:lnTo>
                  <a:lnTo>
                    <a:pt x="0" y="43441"/>
                  </a:lnTo>
                  <a:lnTo>
                    <a:pt x="405387" y="2600565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05196" y="4613632"/>
              <a:ext cx="970915" cy="2617470"/>
            </a:xfrm>
            <a:custGeom>
              <a:avLst/>
              <a:gdLst/>
              <a:ahLst/>
              <a:cxnLst/>
              <a:rect l="l" t="t" r="r" b="b"/>
              <a:pathLst>
                <a:path w="970914" h="2617470">
                  <a:moveTo>
                    <a:pt x="412001" y="2617110"/>
                  </a:moveTo>
                  <a:lnTo>
                    <a:pt x="414808" y="2617110"/>
                  </a:lnTo>
                  <a:lnTo>
                    <a:pt x="967947" y="2515699"/>
                  </a:lnTo>
                  <a:lnTo>
                    <a:pt x="970884" y="2511553"/>
                  </a:lnTo>
                  <a:lnTo>
                    <a:pt x="573269" y="2927"/>
                  </a:lnTo>
                  <a:lnTo>
                    <a:pt x="569363" y="0"/>
                  </a:lnTo>
                  <a:lnTo>
                    <a:pt x="565207" y="259"/>
                  </a:lnTo>
                  <a:lnTo>
                    <a:pt x="348439" y="17154"/>
                  </a:lnTo>
                  <a:lnTo>
                    <a:pt x="558942" y="17154"/>
                  </a:lnTo>
                  <a:lnTo>
                    <a:pt x="952761" y="2501822"/>
                  </a:lnTo>
                  <a:lnTo>
                    <a:pt x="420603" y="2599405"/>
                  </a:lnTo>
                  <a:lnTo>
                    <a:pt x="404031" y="2599405"/>
                  </a:lnTo>
                  <a:lnTo>
                    <a:pt x="406097" y="2612434"/>
                  </a:lnTo>
                  <a:lnTo>
                    <a:pt x="407306" y="2614382"/>
                  </a:lnTo>
                  <a:lnTo>
                    <a:pt x="410493" y="2616640"/>
                  </a:lnTo>
                  <a:lnTo>
                    <a:pt x="412001" y="2617110"/>
                  </a:lnTo>
                  <a:close/>
                </a:path>
                <a:path w="970914" h="2617470">
                  <a:moveTo>
                    <a:pt x="404031" y="2599405"/>
                  </a:moveTo>
                  <a:lnTo>
                    <a:pt x="420603" y="2599405"/>
                  </a:lnTo>
                  <a:lnTo>
                    <a:pt x="17912" y="59327"/>
                  </a:lnTo>
                  <a:lnTo>
                    <a:pt x="558942" y="17154"/>
                  </a:lnTo>
                  <a:lnTo>
                    <a:pt x="348439" y="17154"/>
                  </a:lnTo>
                  <a:lnTo>
                    <a:pt x="5534" y="43881"/>
                  </a:lnTo>
                  <a:lnTo>
                    <a:pt x="3426" y="45000"/>
                  </a:lnTo>
                  <a:lnTo>
                    <a:pt x="599" y="48587"/>
                  </a:lnTo>
                  <a:lnTo>
                    <a:pt x="0" y="50895"/>
                  </a:lnTo>
                  <a:lnTo>
                    <a:pt x="404031" y="2599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4393" y="4527259"/>
              <a:ext cx="993140" cy="2829560"/>
            </a:xfrm>
            <a:custGeom>
              <a:avLst/>
              <a:gdLst/>
              <a:ahLst/>
              <a:cxnLst/>
              <a:rect l="l" t="t" r="r" b="b"/>
              <a:pathLst>
                <a:path w="993139" h="2829559">
                  <a:moveTo>
                    <a:pt x="444590" y="2829213"/>
                  </a:moveTo>
                  <a:lnTo>
                    <a:pt x="992963" y="2728691"/>
                  </a:lnTo>
                  <a:lnTo>
                    <a:pt x="560401" y="0"/>
                  </a:lnTo>
                  <a:lnTo>
                    <a:pt x="0" y="24708"/>
                  </a:lnTo>
                  <a:lnTo>
                    <a:pt x="444590" y="282921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5942" y="4518746"/>
              <a:ext cx="1010285" cy="2846070"/>
            </a:xfrm>
            <a:custGeom>
              <a:avLst/>
              <a:gdLst/>
              <a:ahLst/>
              <a:cxnLst/>
              <a:rect l="l" t="t" r="r" b="b"/>
              <a:pathLst>
                <a:path w="1010285" h="2846070">
                  <a:moveTo>
                    <a:pt x="451204" y="2845868"/>
                  </a:moveTo>
                  <a:lnTo>
                    <a:pt x="454021" y="2845868"/>
                  </a:lnTo>
                  <a:lnTo>
                    <a:pt x="1007249" y="2744458"/>
                  </a:lnTo>
                  <a:lnTo>
                    <a:pt x="1010186" y="2740311"/>
                  </a:lnTo>
                  <a:lnTo>
                    <a:pt x="576266" y="3117"/>
                  </a:lnTo>
                  <a:lnTo>
                    <a:pt x="572340" y="0"/>
                  </a:lnTo>
                  <a:lnTo>
                    <a:pt x="568483" y="339"/>
                  </a:lnTo>
                  <a:lnTo>
                    <a:pt x="190512" y="17004"/>
                  </a:lnTo>
                  <a:lnTo>
                    <a:pt x="561909" y="17004"/>
                  </a:lnTo>
                  <a:lnTo>
                    <a:pt x="992074" y="2730580"/>
                  </a:lnTo>
                  <a:lnTo>
                    <a:pt x="459816" y="2828164"/>
                  </a:lnTo>
                  <a:lnTo>
                    <a:pt x="443234" y="2828164"/>
                  </a:lnTo>
                  <a:lnTo>
                    <a:pt x="445299" y="2841192"/>
                  </a:lnTo>
                  <a:lnTo>
                    <a:pt x="446508" y="2843140"/>
                  </a:lnTo>
                  <a:lnTo>
                    <a:pt x="449695" y="2845398"/>
                  </a:lnTo>
                  <a:lnTo>
                    <a:pt x="451204" y="2845868"/>
                  </a:lnTo>
                  <a:close/>
                </a:path>
                <a:path w="1010285" h="2846070">
                  <a:moveTo>
                    <a:pt x="443234" y="2828164"/>
                  </a:moveTo>
                  <a:lnTo>
                    <a:pt x="459816" y="2828164"/>
                  </a:lnTo>
                  <a:lnTo>
                    <a:pt x="17972" y="40993"/>
                  </a:lnTo>
                  <a:lnTo>
                    <a:pt x="561909" y="17004"/>
                  </a:lnTo>
                  <a:lnTo>
                    <a:pt x="190512" y="17004"/>
                  </a:lnTo>
                  <a:lnTo>
                    <a:pt x="8092" y="25048"/>
                  </a:lnTo>
                  <a:lnTo>
                    <a:pt x="5953" y="25048"/>
                  </a:lnTo>
                  <a:lnTo>
                    <a:pt x="3586" y="26237"/>
                  </a:lnTo>
                  <a:lnTo>
                    <a:pt x="629" y="29853"/>
                  </a:lnTo>
                  <a:lnTo>
                    <a:pt x="0" y="32201"/>
                  </a:lnTo>
                  <a:lnTo>
                    <a:pt x="443234" y="2828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0520" y="4083410"/>
              <a:ext cx="1087120" cy="3407410"/>
            </a:xfrm>
            <a:custGeom>
              <a:avLst/>
              <a:gdLst/>
              <a:ahLst/>
              <a:cxnLst/>
              <a:rect l="l" t="t" r="r" b="b"/>
              <a:pathLst>
                <a:path w="1087120" h="3407409">
                  <a:moveTo>
                    <a:pt x="538492" y="3406933"/>
                  </a:moveTo>
                  <a:lnTo>
                    <a:pt x="1086835" y="3306382"/>
                  </a:lnTo>
                  <a:lnTo>
                    <a:pt x="562739" y="0"/>
                  </a:lnTo>
                  <a:lnTo>
                    <a:pt x="0" y="9711"/>
                  </a:lnTo>
                  <a:lnTo>
                    <a:pt x="538492" y="3406933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2068" y="4075217"/>
              <a:ext cx="1104265" cy="3423285"/>
            </a:xfrm>
            <a:custGeom>
              <a:avLst/>
              <a:gdLst/>
              <a:ahLst/>
              <a:cxnLst/>
              <a:rect l="l" t="t" r="r" b="b"/>
              <a:pathLst>
                <a:path w="1104265" h="3423284">
                  <a:moveTo>
                    <a:pt x="545115" y="3423268"/>
                  </a:moveTo>
                  <a:lnTo>
                    <a:pt x="547933" y="3423268"/>
                  </a:lnTo>
                  <a:lnTo>
                    <a:pt x="1101131" y="3321818"/>
                  </a:lnTo>
                  <a:lnTo>
                    <a:pt x="1104068" y="3317671"/>
                  </a:lnTo>
                  <a:lnTo>
                    <a:pt x="578634" y="2877"/>
                  </a:lnTo>
                  <a:lnTo>
                    <a:pt x="575177" y="219"/>
                  </a:lnTo>
                  <a:lnTo>
                    <a:pt x="571051" y="0"/>
                  </a:lnTo>
                  <a:lnTo>
                    <a:pt x="8311" y="9711"/>
                  </a:lnTo>
                  <a:lnTo>
                    <a:pt x="6027" y="9711"/>
                  </a:lnTo>
                  <a:lnTo>
                    <a:pt x="3706" y="10820"/>
                  </a:lnTo>
                  <a:lnTo>
                    <a:pt x="659" y="14457"/>
                  </a:lnTo>
                  <a:lnTo>
                    <a:pt x="96" y="16495"/>
                  </a:lnTo>
                  <a:lnTo>
                    <a:pt x="564217" y="16495"/>
                  </a:lnTo>
                  <a:lnTo>
                    <a:pt x="1085945" y="3307960"/>
                  </a:lnTo>
                  <a:lnTo>
                    <a:pt x="553717" y="3405564"/>
                  </a:lnTo>
                  <a:lnTo>
                    <a:pt x="537146" y="3405564"/>
                  </a:lnTo>
                  <a:lnTo>
                    <a:pt x="539211" y="3418593"/>
                  </a:lnTo>
                  <a:lnTo>
                    <a:pt x="540420" y="3420541"/>
                  </a:lnTo>
                  <a:lnTo>
                    <a:pt x="543607" y="3422799"/>
                  </a:lnTo>
                  <a:lnTo>
                    <a:pt x="545115" y="3423268"/>
                  </a:lnTo>
                  <a:close/>
                </a:path>
                <a:path w="1104265" h="3423284">
                  <a:moveTo>
                    <a:pt x="537146" y="3405564"/>
                  </a:moveTo>
                  <a:lnTo>
                    <a:pt x="553717" y="3405564"/>
                  </a:lnTo>
                  <a:lnTo>
                    <a:pt x="18012" y="25927"/>
                  </a:lnTo>
                  <a:lnTo>
                    <a:pt x="564217" y="16495"/>
                  </a:lnTo>
                  <a:lnTo>
                    <a:pt x="96" y="16495"/>
                  </a:lnTo>
                  <a:lnTo>
                    <a:pt x="0" y="16845"/>
                  </a:lnTo>
                  <a:lnTo>
                    <a:pt x="537146" y="34055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21726" y="4954002"/>
              <a:ext cx="875665" cy="2134870"/>
            </a:xfrm>
            <a:custGeom>
              <a:avLst/>
              <a:gdLst/>
              <a:ahLst/>
              <a:cxnLst/>
              <a:rect l="l" t="t" r="r" b="b"/>
              <a:pathLst>
                <a:path w="875664" h="2134870">
                  <a:moveTo>
                    <a:pt x="327221" y="2134736"/>
                  </a:moveTo>
                  <a:lnTo>
                    <a:pt x="875594" y="2034205"/>
                  </a:lnTo>
                  <a:lnTo>
                    <a:pt x="553198" y="0"/>
                  </a:lnTo>
                  <a:lnTo>
                    <a:pt x="0" y="70377"/>
                  </a:lnTo>
                  <a:lnTo>
                    <a:pt x="327221" y="2134736"/>
                  </a:lnTo>
                  <a:close/>
                </a:path>
              </a:pathLst>
            </a:custGeom>
            <a:solidFill>
              <a:srgbClr val="FE9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13294" y="4945410"/>
              <a:ext cx="892810" cy="2152015"/>
            </a:xfrm>
            <a:custGeom>
              <a:avLst/>
              <a:gdLst/>
              <a:ahLst/>
              <a:cxnLst/>
              <a:rect l="l" t="t" r="r" b="b"/>
              <a:pathLst>
                <a:path w="892810" h="2152015">
                  <a:moveTo>
                    <a:pt x="333846" y="2151471"/>
                  </a:moveTo>
                  <a:lnTo>
                    <a:pt x="336632" y="2151471"/>
                  </a:lnTo>
                  <a:lnTo>
                    <a:pt x="889860" y="2050050"/>
                  </a:lnTo>
                  <a:lnTo>
                    <a:pt x="892797" y="2045904"/>
                  </a:lnTo>
                  <a:lnTo>
                    <a:pt x="569013" y="2947"/>
                  </a:lnTo>
                  <a:lnTo>
                    <a:pt x="564957" y="0"/>
                  </a:lnTo>
                  <a:lnTo>
                    <a:pt x="560591" y="469"/>
                  </a:lnTo>
                  <a:lnTo>
                    <a:pt x="424945" y="17724"/>
                  </a:lnTo>
                  <a:lnTo>
                    <a:pt x="554786" y="17724"/>
                  </a:lnTo>
                  <a:lnTo>
                    <a:pt x="874684" y="2036193"/>
                  </a:lnTo>
                  <a:lnTo>
                    <a:pt x="342426" y="2133777"/>
                  </a:lnTo>
                  <a:lnTo>
                    <a:pt x="325848" y="2133777"/>
                  </a:lnTo>
                  <a:lnTo>
                    <a:pt x="327910" y="2146785"/>
                  </a:lnTo>
                  <a:lnTo>
                    <a:pt x="329119" y="2148733"/>
                  </a:lnTo>
                  <a:lnTo>
                    <a:pt x="332306" y="2150991"/>
                  </a:lnTo>
                  <a:lnTo>
                    <a:pt x="333846" y="2151471"/>
                  </a:lnTo>
                  <a:close/>
                </a:path>
                <a:path w="892810" h="2152015">
                  <a:moveTo>
                    <a:pt x="325848" y="2133777"/>
                  </a:moveTo>
                  <a:lnTo>
                    <a:pt x="342426" y="2133777"/>
                  </a:lnTo>
                  <a:lnTo>
                    <a:pt x="17842" y="86034"/>
                  </a:lnTo>
                  <a:lnTo>
                    <a:pt x="554786" y="17724"/>
                  </a:lnTo>
                  <a:lnTo>
                    <a:pt x="424945" y="17724"/>
                  </a:lnTo>
                  <a:lnTo>
                    <a:pt x="5205" y="71117"/>
                  </a:lnTo>
                  <a:lnTo>
                    <a:pt x="3216" y="72276"/>
                  </a:lnTo>
                  <a:lnTo>
                    <a:pt x="559" y="75823"/>
                  </a:lnTo>
                  <a:lnTo>
                    <a:pt x="0" y="78061"/>
                  </a:lnTo>
                  <a:lnTo>
                    <a:pt x="325848" y="2133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5393" y="5189839"/>
              <a:ext cx="2613631" cy="400052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673731" y="3466299"/>
              <a:ext cx="2556510" cy="1180465"/>
            </a:xfrm>
            <a:custGeom>
              <a:avLst/>
              <a:gdLst/>
              <a:ahLst/>
              <a:cxnLst/>
              <a:rect l="l" t="t" r="r" b="b"/>
              <a:pathLst>
                <a:path w="2556510" h="1180464">
                  <a:moveTo>
                    <a:pt x="2556179" y="1173505"/>
                  </a:moveTo>
                  <a:lnTo>
                    <a:pt x="2501150" y="801839"/>
                  </a:lnTo>
                  <a:lnTo>
                    <a:pt x="2499410" y="799490"/>
                  </a:lnTo>
                  <a:lnTo>
                    <a:pt x="784606" y="0"/>
                  </a:lnTo>
                  <a:lnTo>
                    <a:pt x="783132" y="203"/>
                  </a:lnTo>
                  <a:lnTo>
                    <a:pt x="4902" y="6908"/>
                  </a:lnTo>
                  <a:lnTo>
                    <a:pt x="1549" y="9677"/>
                  </a:lnTo>
                  <a:lnTo>
                    <a:pt x="139" y="16586"/>
                  </a:lnTo>
                  <a:lnTo>
                    <a:pt x="0" y="17246"/>
                  </a:lnTo>
                  <a:lnTo>
                    <a:pt x="2006" y="21069"/>
                  </a:lnTo>
                  <a:lnTo>
                    <a:pt x="1274381" y="586879"/>
                  </a:lnTo>
                  <a:lnTo>
                    <a:pt x="2230551" y="1029373"/>
                  </a:lnTo>
                  <a:lnTo>
                    <a:pt x="2499550" y="1157605"/>
                  </a:lnTo>
                  <a:lnTo>
                    <a:pt x="2545219" y="1179614"/>
                  </a:lnTo>
                  <a:lnTo>
                    <a:pt x="2546426" y="1179893"/>
                  </a:lnTo>
                  <a:lnTo>
                    <a:pt x="2549347" y="1179893"/>
                  </a:lnTo>
                  <a:lnTo>
                    <a:pt x="2551049" y="1179347"/>
                  </a:lnTo>
                  <a:lnTo>
                    <a:pt x="2554922" y="1176502"/>
                  </a:lnTo>
                  <a:lnTo>
                    <a:pt x="2556179" y="1173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349809" y="7164875"/>
            <a:ext cx="1018413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425" b="1">
                <a:solidFill>
                  <a:srgbClr val="171717"/>
                </a:solidFill>
                <a:latin typeface="Arial"/>
                <a:cs typeface="Arial"/>
              </a:rPr>
              <a:t>P</a:t>
            </a:r>
            <a:r>
              <a:rPr dirty="0" sz="10000" spc="-28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10000" spc="-400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10000" spc="-430" b="1">
                <a:solidFill>
                  <a:srgbClr val="171717"/>
                </a:solidFill>
                <a:latin typeface="Arial"/>
                <a:cs typeface="Arial"/>
              </a:rPr>
              <a:t>d</a:t>
            </a:r>
            <a:r>
              <a:rPr dirty="0" sz="10000" spc="-54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10000" spc="-405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10000" spc="-22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10000" spc="-54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10000" spc="-434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10000" spc="22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10000" spc="-178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10000" spc="-535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10000" spc="-509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10000" spc="-575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10000" spc="-580" b="1">
                <a:solidFill>
                  <a:srgbClr val="171717"/>
                </a:solidFill>
                <a:latin typeface="Arial"/>
                <a:cs typeface="Arial"/>
              </a:rPr>
              <a:t>u</a:t>
            </a:r>
            <a:r>
              <a:rPr dirty="0" sz="10000" spc="-675" b="1">
                <a:solidFill>
                  <a:srgbClr val="171717"/>
                </a:solidFill>
                <a:latin typeface="Arial"/>
                <a:cs typeface="Arial"/>
              </a:rPr>
              <a:t>l</a:t>
            </a:r>
            <a:r>
              <a:rPr dirty="0" sz="10000" spc="-33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10000" spc="110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endParaRPr sz="10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8301397" y="288460"/>
            <a:ext cx="8900795" cy="26257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6100"/>
              </a:lnSpc>
              <a:spcBef>
                <a:spcPts val="90"/>
              </a:spcBef>
            </a:pPr>
            <a:r>
              <a:rPr dirty="0" sz="4900" spc="-180"/>
              <a:t>Machine</a:t>
            </a:r>
            <a:r>
              <a:rPr dirty="0" sz="4900" spc="-875"/>
              <a:t> </a:t>
            </a:r>
            <a:r>
              <a:rPr dirty="0" sz="4900" spc="-229"/>
              <a:t>learning</a:t>
            </a:r>
            <a:r>
              <a:rPr dirty="0" sz="4900" spc="-875"/>
              <a:t> </a:t>
            </a:r>
            <a:r>
              <a:rPr dirty="0" sz="4900" spc="-245"/>
              <a:t>model</a:t>
            </a:r>
            <a:r>
              <a:rPr dirty="0" sz="4900" spc="-875"/>
              <a:t> </a:t>
            </a:r>
            <a:r>
              <a:rPr dirty="0" sz="4900" spc="-125"/>
              <a:t>predicts: </a:t>
            </a:r>
            <a:r>
              <a:rPr dirty="0" sz="4900" spc="-310" b="0">
                <a:latin typeface="Lucida Sans Unicode"/>
                <a:cs typeface="Lucida Sans Unicode"/>
              </a:rPr>
              <a:t>Future</a:t>
            </a:r>
            <a:r>
              <a:rPr dirty="0" sz="4900" spc="-850" b="0">
                <a:latin typeface="Lucida Sans Unicode"/>
                <a:cs typeface="Lucida Sans Unicode"/>
              </a:rPr>
              <a:t> </a:t>
            </a:r>
            <a:r>
              <a:rPr dirty="0" sz="4900" spc="-300" b="0">
                <a:latin typeface="Lucida Sans Unicode"/>
                <a:cs typeface="Lucida Sans Unicode"/>
              </a:rPr>
              <a:t>stock</a:t>
            </a:r>
            <a:r>
              <a:rPr dirty="0" sz="4900" spc="-850" b="0">
                <a:latin typeface="Lucida Sans Unicode"/>
                <a:cs typeface="Lucida Sans Unicode"/>
              </a:rPr>
              <a:t> </a:t>
            </a:r>
            <a:r>
              <a:rPr dirty="0" sz="4900" spc="-260" b="0">
                <a:latin typeface="Lucida Sans Unicode"/>
                <a:cs typeface="Lucida Sans Unicode"/>
              </a:rPr>
              <a:t>price</a:t>
            </a:r>
            <a:r>
              <a:rPr dirty="0" sz="4900" spc="-850" b="0">
                <a:latin typeface="Lucida Sans Unicode"/>
                <a:cs typeface="Lucida Sans Unicode"/>
              </a:rPr>
              <a:t> </a:t>
            </a:r>
            <a:r>
              <a:rPr dirty="0" sz="4900" spc="-390" b="0">
                <a:latin typeface="Lucida Sans Unicode"/>
                <a:cs typeface="Lucida Sans Unicode"/>
              </a:rPr>
              <a:t>movement </a:t>
            </a:r>
            <a:r>
              <a:rPr dirty="0" sz="4900" spc="-480" b="0">
                <a:latin typeface="Lucida Sans Unicode"/>
                <a:cs typeface="Lucida Sans Unicode"/>
              </a:rPr>
              <a:t>B</a:t>
            </a:r>
            <a:r>
              <a:rPr dirty="0" sz="4900" spc="-560" b="0">
                <a:latin typeface="Lucida Sans Unicode"/>
                <a:cs typeface="Lucida Sans Unicode"/>
              </a:rPr>
              <a:t>u</a:t>
            </a:r>
            <a:r>
              <a:rPr dirty="0" sz="4900" spc="-725" b="0">
                <a:latin typeface="Lucida Sans Unicode"/>
                <a:cs typeface="Lucida Sans Unicode"/>
              </a:rPr>
              <a:t>ll</a:t>
            </a:r>
            <a:r>
              <a:rPr dirty="0" sz="4900" spc="-680" b="0">
                <a:latin typeface="Lucida Sans Unicode"/>
                <a:cs typeface="Lucida Sans Unicode"/>
              </a:rPr>
              <a:t>i</a:t>
            </a:r>
            <a:r>
              <a:rPr dirty="0" sz="4900" spc="-530" b="0">
                <a:latin typeface="Lucida Sans Unicode"/>
                <a:cs typeface="Lucida Sans Unicode"/>
              </a:rPr>
              <a:t>s</a:t>
            </a:r>
            <a:r>
              <a:rPr dirty="0" sz="4900" spc="-190" b="0">
                <a:latin typeface="Lucida Sans Unicode"/>
                <a:cs typeface="Lucida Sans Unicode"/>
              </a:rPr>
              <a:t>h</a:t>
            </a:r>
            <a:r>
              <a:rPr dirty="0" sz="4900" spc="-840" b="0">
                <a:latin typeface="Lucida Sans Unicode"/>
                <a:cs typeface="Lucida Sans Unicode"/>
              </a:rPr>
              <a:t> </a:t>
            </a:r>
            <a:r>
              <a:rPr dirty="0" sz="4900" spc="-125" b="0">
                <a:latin typeface="Lucida Sans Unicode"/>
                <a:cs typeface="Lucida Sans Unicode"/>
              </a:rPr>
              <a:t>or</a:t>
            </a:r>
            <a:r>
              <a:rPr dirty="0" sz="4900" spc="-844" b="0">
                <a:latin typeface="Lucida Sans Unicode"/>
                <a:cs typeface="Lucida Sans Unicode"/>
              </a:rPr>
              <a:t> </a:t>
            </a:r>
            <a:r>
              <a:rPr dirty="0" sz="4900" spc="-345" b="0">
                <a:latin typeface="Lucida Sans Unicode"/>
                <a:cs typeface="Lucida Sans Unicode"/>
              </a:rPr>
              <a:t>bearish</a:t>
            </a:r>
            <a:r>
              <a:rPr dirty="0" sz="4900" spc="-844" b="0">
                <a:latin typeface="Lucida Sans Unicode"/>
                <a:cs typeface="Lucida Sans Unicode"/>
              </a:rPr>
              <a:t> </a:t>
            </a:r>
            <a:r>
              <a:rPr dirty="0" sz="4900" spc="-270" b="0">
                <a:latin typeface="Lucida Sans Unicode"/>
                <a:cs typeface="Lucida Sans Unicode"/>
              </a:rPr>
              <a:t>trends</a:t>
            </a:r>
            <a:endParaRPr sz="49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843751" y="2888785"/>
            <a:ext cx="9816465" cy="4359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-635">
              <a:lnSpc>
                <a:spcPct val="116100"/>
              </a:lnSpc>
              <a:spcBef>
                <a:spcPts val="90"/>
              </a:spcBef>
            </a:pPr>
            <a:r>
              <a:rPr dirty="0" sz="4900" spc="-85">
                <a:solidFill>
                  <a:srgbClr val="171717"/>
                </a:solidFill>
                <a:latin typeface="Lucida Sans Unicode"/>
                <a:cs typeface="Lucida Sans Unicode"/>
              </a:rPr>
              <a:t>Best</a:t>
            </a:r>
            <a:r>
              <a:rPr dirty="0" sz="4900" spc="-8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320">
                <a:solidFill>
                  <a:srgbClr val="171717"/>
                </a:solidFill>
                <a:latin typeface="Lucida Sans Unicode"/>
                <a:cs typeface="Lucida Sans Unicode"/>
              </a:rPr>
              <a:t>time</a:t>
            </a:r>
            <a:r>
              <a:rPr dirty="0" sz="4900" spc="-8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30">
                <a:solidFill>
                  <a:srgbClr val="171717"/>
                </a:solidFill>
                <a:latin typeface="Lucida Sans Unicode"/>
                <a:cs typeface="Lucida Sans Unicode"/>
              </a:rPr>
              <a:t>to</a:t>
            </a:r>
            <a:r>
              <a:rPr dirty="0" sz="4900" spc="-8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310">
                <a:solidFill>
                  <a:srgbClr val="171717"/>
                </a:solidFill>
                <a:latin typeface="Lucida Sans Unicode"/>
                <a:cs typeface="Lucida Sans Unicode"/>
              </a:rPr>
              <a:t>buy</a:t>
            </a:r>
            <a:r>
              <a:rPr dirty="0" sz="4900" spc="-84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125">
                <a:solidFill>
                  <a:srgbClr val="171717"/>
                </a:solidFill>
                <a:latin typeface="Lucida Sans Unicode"/>
                <a:cs typeface="Lucida Sans Unicode"/>
              </a:rPr>
              <a:t>or</a:t>
            </a:r>
            <a:r>
              <a:rPr dirty="0" sz="4900" spc="-8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56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900" spc="-54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900" spc="-760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900" spc="-225">
                <a:solidFill>
                  <a:srgbClr val="171717"/>
                </a:solidFill>
                <a:latin typeface="Lucida Sans Unicode"/>
                <a:cs typeface="Lucida Sans Unicode"/>
              </a:rPr>
              <a:t>l</a:t>
            </a:r>
            <a:r>
              <a:rPr dirty="0" sz="4900" spc="-8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459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900" spc="-30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900" spc="-365">
                <a:solidFill>
                  <a:srgbClr val="171717"/>
                </a:solidFill>
                <a:latin typeface="Lucida Sans Unicode"/>
                <a:cs typeface="Lucida Sans Unicode"/>
              </a:rPr>
              <a:t>o</a:t>
            </a:r>
            <a:r>
              <a:rPr dirty="0" sz="4900" spc="-320">
                <a:solidFill>
                  <a:srgbClr val="171717"/>
                </a:solidFill>
                <a:latin typeface="Lucida Sans Unicode"/>
                <a:cs typeface="Lucida Sans Unicode"/>
              </a:rPr>
              <a:t>c</a:t>
            </a:r>
            <a:r>
              <a:rPr dirty="0" sz="4900" spc="-595">
                <a:solidFill>
                  <a:srgbClr val="171717"/>
                </a:solidFill>
                <a:latin typeface="Lucida Sans Unicode"/>
                <a:cs typeface="Lucida Sans Unicode"/>
              </a:rPr>
              <a:t>k</a:t>
            </a:r>
            <a:r>
              <a:rPr dirty="0" sz="4900" spc="-25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900" spc="-34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170" b="1">
                <a:solidFill>
                  <a:srgbClr val="171717"/>
                </a:solidFill>
                <a:latin typeface="Arial"/>
                <a:cs typeface="Arial"/>
              </a:rPr>
              <a:t>Prediction</a:t>
            </a:r>
            <a:r>
              <a:rPr dirty="0" sz="4900" spc="-844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900" spc="-125" b="1">
                <a:solidFill>
                  <a:srgbClr val="171717"/>
                </a:solidFill>
                <a:latin typeface="Arial"/>
                <a:cs typeface="Arial"/>
              </a:rPr>
              <a:t>accuracy</a:t>
            </a:r>
            <a:r>
              <a:rPr dirty="0" sz="4900" spc="-84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900" spc="-215" b="1">
                <a:solidFill>
                  <a:srgbClr val="171717"/>
                </a:solidFill>
                <a:latin typeface="Arial"/>
                <a:cs typeface="Arial"/>
              </a:rPr>
              <a:t>improved</a:t>
            </a:r>
            <a:r>
              <a:rPr dirty="0" sz="4900" spc="-844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4900" spc="-450" b="1">
                <a:solidFill>
                  <a:srgbClr val="171717"/>
                </a:solidFill>
                <a:latin typeface="Arial"/>
                <a:cs typeface="Arial"/>
              </a:rPr>
              <a:t>using: </a:t>
            </a:r>
            <a:r>
              <a:rPr dirty="0" sz="4900" spc="-390">
                <a:solidFill>
                  <a:srgbClr val="171717"/>
                </a:solidFill>
                <a:latin typeface="Lucida Sans Unicode"/>
                <a:cs typeface="Lucida Sans Unicode"/>
              </a:rPr>
              <a:t>Historical</a:t>
            </a:r>
            <a:r>
              <a:rPr dirty="0" sz="4900" spc="-819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90">
                <a:solidFill>
                  <a:srgbClr val="171717"/>
                </a:solidFill>
                <a:latin typeface="Lucida Sans Unicode"/>
                <a:cs typeface="Lucida Sans Unicode"/>
              </a:rPr>
              <a:t>d</a:t>
            </a:r>
            <a:r>
              <a:rPr dirty="0" sz="4900" spc="-36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900" spc="6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900" spc="-185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900" spc="-9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r>
              <a:rPr dirty="0" sz="4900" spc="-160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900" spc="2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900" spc="250">
                <a:solidFill>
                  <a:srgbClr val="171717"/>
                </a:solidFill>
                <a:latin typeface="Lucida Sans Unicode"/>
                <a:cs typeface="Lucida Sans Unicode"/>
              </a:rPr>
              <a:t>s</a:t>
            </a:r>
            <a:endParaRPr sz="4900">
              <a:latin typeface="Lucida Sans Unicode"/>
              <a:cs typeface="Lucida Sans Unicode"/>
            </a:endParaRPr>
          </a:p>
          <a:p>
            <a:pPr algn="ctr" marL="1986914" marR="1979295">
              <a:lnSpc>
                <a:spcPts val="6820"/>
              </a:lnSpc>
              <a:spcBef>
                <a:spcPts val="190"/>
              </a:spcBef>
            </a:pPr>
            <a:r>
              <a:rPr dirty="0" sz="4900" spc="-434">
                <a:solidFill>
                  <a:srgbClr val="171717"/>
                </a:solidFill>
                <a:latin typeface="Lucida Sans Unicode"/>
                <a:cs typeface="Lucida Sans Unicode"/>
              </a:rPr>
              <a:t>F</a:t>
            </a:r>
            <a:r>
              <a:rPr dirty="0" sz="4900" spc="-254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900" spc="-550">
                <a:solidFill>
                  <a:srgbClr val="171717"/>
                </a:solidFill>
                <a:latin typeface="Lucida Sans Unicode"/>
                <a:cs typeface="Lucida Sans Unicode"/>
              </a:rPr>
              <a:t>a</a:t>
            </a:r>
            <a:r>
              <a:rPr dirty="0" sz="4900" spc="-210">
                <a:solidFill>
                  <a:srgbClr val="171717"/>
                </a:solidFill>
                <a:latin typeface="Lucida Sans Unicode"/>
                <a:cs typeface="Lucida Sans Unicode"/>
              </a:rPr>
              <a:t>t</a:t>
            </a:r>
            <a:r>
              <a:rPr dirty="0" sz="4900" spc="-305">
                <a:solidFill>
                  <a:srgbClr val="171717"/>
                </a:solidFill>
                <a:latin typeface="Lucida Sans Unicode"/>
                <a:cs typeface="Lucida Sans Unicode"/>
              </a:rPr>
              <a:t>u</a:t>
            </a:r>
            <a:r>
              <a:rPr dirty="0" sz="4900" spc="-275">
                <a:solidFill>
                  <a:srgbClr val="171717"/>
                </a:solidFill>
                <a:latin typeface="Lucida Sans Unicode"/>
                <a:cs typeface="Lucida Sans Unicode"/>
              </a:rPr>
              <a:t>r</a:t>
            </a:r>
            <a:r>
              <a:rPr dirty="0" sz="4900" spc="65">
                <a:solidFill>
                  <a:srgbClr val="171717"/>
                </a:solidFill>
                <a:latin typeface="Lucida Sans Unicode"/>
                <a:cs typeface="Lucida Sans Unicode"/>
              </a:rPr>
              <a:t>e</a:t>
            </a:r>
            <a:r>
              <a:rPr dirty="0" sz="4900" spc="-83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459">
                <a:solidFill>
                  <a:srgbClr val="171717"/>
                </a:solidFill>
                <a:latin typeface="Lucida Sans Unicode"/>
                <a:cs typeface="Lucida Sans Unicode"/>
              </a:rPr>
              <a:t>engineering </a:t>
            </a:r>
            <a:r>
              <a:rPr dirty="0" sz="4900" spc="-245">
                <a:solidFill>
                  <a:srgbClr val="171717"/>
                </a:solidFill>
                <a:latin typeface="Lucida Sans Unicode"/>
                <a:cs typeface="Lucida Sans Unicode"/>
              </a:rPr>
              <a:t>Hyperparameter</a:t>
            </a:r>
            <a:r>
              <a:rPr dirty="0" sz="4900" spc="-7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900" spc="-505">
                <a:solidFill>
                  <a:srgbClr val="171717"/>
                </a:solidFill>
                <a:latin typeface="Lucida Sans Unicode"/>
                <a:cs typeface="Lucida Sans Unicode"/>
              </a:rPr>
              <a:t>tunin</a:t>
            </a:r>
            <a:endParaRPr sz="4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749" y="4076051"/>
            <a:ext cx="158205" cy="15820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749" y="4962002"/>
            <a:ext cx="158205" cy="15820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749" y="5847952"/>
            <a:ext cx="158205" cy="1582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749" y="6733902"/>
            <a:ext cx="158205" cy="1582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749" y="7619852"/>
            <a:ext cx="158205" cy="15820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746566" y="3537329"/>
            <a:ext cx="9260840" cy="4455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0"/>
              </a:spcBef>
            </a:pPr>
            <a:r>
              <a:rPr dirty="0" sz="5000" spc="-100">
                <a:solidFill>
                  <a:srgbClr val="171717"/>
                </a:solidFill>
                <a:latin typeface="Lucida Sans Unicode"/>
                <a:cs typeface="Lucida Sans Unicode"/>
              </a:rPr>
              <a:t>Increasing</a:t>
            </a:r>
            <a:r>
              <a:rPr dirty="0" sz="5000" spc="-2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0">
                <a:solidFill>
                  <a:srgbClr val="171717"/>
                </a:solidFill>
                <a:latin typeface="Lucida Sans Unicode"/>
                <a:cs typeface="Lucida Sans Unicode"/>
              </a:rPr>
              <a:t>retail</a:t>
            </a:r>
            <a:r>
              <a:rPr dirty="0" sz="5000" spc="-27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0">
                <a:solidFill>
                  <a:srgbClr val="171717"/>
                </a:solidFill>
                <a:latin typeface="Lucida Sans Unicode"/>
                <a:cs typeface="Lucida Sans Unicode"/>
              </a:rPr>
              <a:t>investors </a:t>
            </a:r>
            <a:r>
              <a:rPr dirty="0" sz="5000" spc="-170">
                <a:solidFill>
                  <a:srgbClr val="171717"/>
                </a:solidFill>
                <a:latin typeface="Lucida Sans Unicode"/>
                <a:cs typeface="Lucida Sans Unicode"/>
              </a:rPr>
              <a:t>Digital</a:t>
            </a:r>
            <a:r>
              <a:rPr dirty="0" sz="5000" spc="-229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0">
                <a:solidFill>
                  <a:srgbClr val="171717"/>
                </a:solidFill>
                <a:latin typeface="Lucida Sans Unicode"/>
                <a:cs typeface="Lucida Sans Unicode"/>
              </a:rPr>
              <a:t>trading</a:t>
            </a:r>
            <a:r>
              <a:rPr dirty="0" sz="5000" spc="-36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0">
                <a:solidFill>
                  <a:srgbClr val="171717"/>
                </a:solidFill>
                <a:latin typeface="Lucida Sans Unicode"/>
                <a:cs typeface="Lucida Sans Unicode"/>
              </a:rPr>
              <a:t>platforms </a:t>
            </a:r>
            <a:r>
              <a:rPr dirty="0" sz="5000">
                <a:solidFill>
                  <a:srgbClr val="171717"/>
                </a:solidFill>
                <a:latin typeface="Lucida Sans Unicode"/>
                <a:cs typeface="Lucida Sans Unicode"/>
              </a:rPr>
              <a:t>Government</a:t>
            </a:r>
            <a:r>
              <a:rPr dirty="0" sz="5000" spc="-20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55">
                <a:solidFill>
                  <a:srgbClr val="171717"/>
                </a:solidFill>
                <a:latin typeface="Lucida Sans Unicode"/>
                <a:cs typeface="Lucida Sans Unicode"/>
              </a:rPr>
              <a:t>economic</a:t>
            </a:r>
            <a:r>
              <a:rPr dirty="0" sz="5000" spc="-20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40">
                <a:solidFill>
                  <a:srgbClr val="171717"/>
                </a:solidFill>
                <a:latin typeface="Lucida Sans Unicode"/>
                <a:cs typeface="Lucida Sans Unicode"/>
              </a:rPr>
              <a:t>policies </a:t>
            </a:r>
            <a:r>
              <a:rPr dirty="0" sz="5000" spc="140">
                <a:solidFill>
                  <a:srgbClr val="171717"/>
                </a:solidFill>
                <a:latin typeface="Lucida Sans Unicode"/>
                <a:cs typeface="Lucida Sans Unicode"/>
              </a:rPr>
              <a:t>Growth</a:t>
            </a:r>
            <a:r>
              <a:rPr dirty="0" sz="5000" spc="-2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415">
                <a:solidFill>
                  <a:srgbClr val="171717"/>
                </a:solidFill>
                <a:latin typeface="Lucida Sans Unicode"/>
                <a:cs typeface="Lucida Sans Unicode"/>
              </a:rPr>
              <a:t>in</a:t>
            </a:r>
            <a:r>
              <a:rPr dirty="0" sz="5000" spc="-21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45">
                <a:solidFill>
                  <a:srgbClr val="171717"/>
                </a:solidFill>
                <a:latin typeface="Lucida Sans Unicode"/>
                <a:cs typeface="Lucida Sans Unicode"/>
              </a:rPr>
              <a:t>technology</a:t>
            </a:r>
            <a:r>
              <a:rPr dirty="0" sz="5000" spc="-25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120">
                <a:solidFill>
                  <a:srgbClr val="171717"/>
                </a:solidFill>
                <a:latin typeface="Lucida Sans Unicode"/>
                <a:cs typeface="Lucida Sans Unicode"/>
              </a:rPr>
              <a:t>sector </a:t>
            </a:r>
            <a:r>
              <a:rPr dirty="0" sz="5000" spc="-90">
                <a:solidFill>
                  <a:srgbClr val="171717"/>
                </a:solidFill>
                <a:latin typeface="Lucida Sans Unicode"/>
                <a:cs typeface="Lucida Sans Unicode"/>
              </a:rPr>
              <a:t>Global</a:t>
            </a:r>
            <a:r>
              <a:rPr dirty="0" sz="5000" spc="-3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50">
                <a:solidFill>
                  <a:srgbClr val="171717"/>
                </a:solidFill>
                <a:latin typeface="Lucida Sans Unicode"/>
                <a:cs typeface="Lucida Sans Unicode"/>
              </a:rPr>
              <a:t>investment</a:t>
            </a:r>
            <a:r>
              <a:rPr dirty="0" sz="5000" spc="-3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5000" spc="-10">
                <a:solidFill>
                  <a:srgbClr val="171717"/>
                </a:solidFill>
                <a:latin typeface="Lucida Sans Unicode"/>
                <a:cs typeface="Lucida Sans Unicode"/>
              </a:rPr>
              <a:t>inflows</a:t>
            </a:r>
            <a:endParaRPr sz="5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135267" y="963903"/>
            <a:ext cx="11380470" cy="1320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F</a:t>
            </a:r>
            <a:r>
              <a:rPr dirty="0" spc="-335"/>
              <a:t>u</a:t>
            </a:r>
            <a:r>
              <a:rPr dirty="0" spc="-125"/>
              <a:t>t</a:t>
            </a:r>
            <a:r>
              <a:rPr dirty="0" spc="-335"/>
              <a:t>u</a:t>
            </a:r>
            <a:r>
              <a:rPr dirty="0" spc="-180"/>
              <a:t>r</a:t>
            </a:r>
            <a:r>
              <a:rPr dirty="0" spc="250"/>
              <a:t>e</a:t>
            </a:r>
            <a:r>
              <a:rPr dirty="0" spc="-1565"/>
              <a:t> </a:t>
            </a:r>
            <a:r>
              <a:rPr dirty="0"/>
              <a:t>G</a:t>
            </a:r>
            <a:r>
              <a:rPr dirty="0" spc="90"/>
              <a:t>r</a:t>
            </a:r>
            <a:r>
              <a:rPr dirty="0" spc="-35"/>
              <a:t>o</a:t>
            </a:r>
            <a:r>
              <a:rPr dirty="0" spc="35"/>
              <a:t>w</a:t>
            </a:r>
            <a:r>
              <a:rPr dirty="0" spc="145"/>
              <a:t>t</a:t>
            </a:r>
            <a:r>
              <a:rPr dirty="0" spc="520"/>
              <a:t>h</a:t>
            </a:r>
            <a:r>
              <a:rPr dirty="0" spc="-1565"/>
              <a:t> </a:t>
            </a:r>
            <a:r>
              <a:rPr dirty="0" spc="30"/>
              <a:t>o</a:t>
            </a:r>
            <a:r>
              <a:rPr dirty="0" spc="585"/>
              <a:t>f</a:t>
            </a:r>
            <a:r>
              <a:rPr dirty="0" spc="-1555"/>
              <a:t> </a:t>
            </a:r>
            <a:r>
              <a:rPr dirty="0" spc="-570"/>
              <a:t>I</a:t>
            </a:r>
            <a:r>
              <a:rPr dirty="0" spc="-605"/>
              <a:t>n</a:t>
            </a:r>
            <a:r>
              <a:rPr dirty="0" spc="-570"/>
              <a:t>d</a:t>
            </a:r>
            <a:r>
              <a:rPr dirty="0" spc="-670"/>
              <a:t>i</a:t>
            </a:r>
            <a:r>
              <a:rPr dirty="0" spc="-509"/>
              <a:t>a</a:t>
            </a:r>
            <a:r>
              <a:rPr dirty="0" spc="-20"/>
              <a:t>n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1814720" y="2021178"/>
            <a:ext cx="6701155" cy="132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0" spc="-290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8500" spc="-11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500" spc="-290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500" spc="-265" b="1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dirty="0" sz="8500" spc="265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8500" spc="-1555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500" spc="204" b="1">
                <a:solidFill>
                  <a:srgbClr val="171717"/>
                </a:solidFill>
                <a:latin typeface="Arial"/>
                <a:cs typeface="Arial"/>
              </a:rPr>
              <a:t>M</a:t>
            </a:r>
            <a:r>
              <a:rPr dirty="0" sz="8500" spc="19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500" spc="254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500" spc="120" b="1">
                <a:solidFill>
                  <a:srgbClr val="171717"/>
                </a:solidFill>
                <a:latin typeface="Arial"/>
                <a:cs typeface="Arial"/>
              </a:rPr>
              <a:t>k</a:t>
            </a:r>
            <a:r>
              <a:rPr dirty="0" sz="8500" spc="16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500" spc="685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endParaRPr sz="85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1915810"/>
            <a:ext cx="7673975" cy="7522209"/>
            <a:chOff x="0" y="1915810"/>
            <a:chExt cx="7673975" cy="7522209"/>
          </a:xfrm>
        </p:grpSpPr>
        <p:sp>
          <p:nvSpPr>
            <p:cNvPr id="11" name="object 11" descr=""/>
            <p:cNvSpPr/>
            <p:nvPr/>
          </p:nvSpPr>
          <p:spPr>
            <a:xfrm>
              <a:off x="436473" y="1915819"/>
              <a:ext cx="5762625" cy="3122930"/>
            </a:xfrm>
            <a:custGeom>
              <a:avLst/>
              <a:gdLst/>
              <a:ahLst/>
              <a:cxnLst/>
              <a:rect l="l" t="t" r="r" b="b"/>
              <a:pathLst>
                <a:path w="5762625" h="3122929">
                  <a:moveTo>
                    <a:pt x="5762447" y="4203"/>
                  </a:moveTo>
                  <a:lnTo>
                    <a:pt x="5758243" y="0"/>
                  </a:lnTo>
                  <a:lnTo>
                    <a:pt x="5743626" y="0"/>
                  </a:lnTo>
                  <a:lnTo>
                    <a:pt x="5743626" y="18821"/>
                  </a:lnTo>
                  <a:lnTo>
                    <a:pt x="5743626" y="485127"/>
                  </a:lnTo>
                  <a:lnTo>
                    <a:pt x="5743626" y="503936"/>
                  </a:lnTo>
                  <a:lnTo>
                    <a:pt x="5743626" y="970241"/>
                  </a:lnTo>
                  <a:lnTo>
                    <a:pt x="5743626" y="989063"/>
                  </a:lnTo>
                  <a:lnTo>
                    <a:pt x="5743626" y="1455369"/>
                  </a:lnTo>
                  <a:lnTo>
                    <a:pt x="5270284" y="1455369"/>
                  </a:lnTo>
                  <a:lnTo>
                    <a:pt x="5270284" y="1474177"/>
                  </a:lnTo>
                  <a:lnTo>
                    <a:pt x="5743626" y="1474177"/>
                  </a:lnTo>
                  <a:lnTo>
                    <a:pt x="5743626" y="1940483"/>
                  </a:lnTo>
                  <a:lnTo>
                    <a:pt x="5270284" y="1940483"/>
                  </a:lnTo>
                  <a:lnTo>
                    <a:pt x="5270284" y="1959292"/>
                  </a:lnTo>
                  <a:lnTo>
                    <a:pt x="5743626" y="1959292"/>
                  </a:lnTo>
                  <a:lnTo>
                    <a:pt x="5743626" y="2425611"/>
                  </a:lnTo>
                  <a:lnTo>
                    <a:pt x="5270284" y="2425611"/>
                  </a:lnTo>
                  <a:lnTo>
                    <a:pt x="5270284" y="2444419"/>
                  </a:lnTo>
                  <a:lnTo>
                    <a:pt x="5743626" y="2444419"/>
                  </a:lnTo>
                  <a:lnTo>
                    <a:pt x="5743626" y="3103499"/>
                  </a:lnTo>
                  <a:lnTo>
                    <a:pt x="4718151" y="3103499"/>
                  </a:lnTo>
                  <a:lnTo>
                    <a:pt x="4718151" y="2444419"/>
                  </a:lnTo>
                  <a:lnTo>
                    <a:pt x="4766170" y="2444419"/>
                  </a:lnTo>
                  <a:lnTo>
                    <a:pt x="4766170" y="2425611"/>
                  </a:lnTo>
                  <a:lnTo>
                    <a:pt x="4718151" y="2425611"/>
                  </a:lnTo>
                  <a:lnTo>
                    <a:pt x="4718151" y="1959292"/>
                  </a:lnTo>
                  <a:lnTo>
                    <a:pt x="4766170" y="1959292"/>
                  </a:lnTo>
                  <a:lnTo>
                    <a:pt x="4766170" y="1940483"/>
                  </a:lnTo>
                  <a:lnTo>
                    <a:pt x="4718151" y="1940483"/>
                  </a:lnTo>
                  <a:lnTo>
                    <a:pt x="4718151" y="1474177"/>
                  </a:lnTo>
                  <a:lnTo>
                    <a:pt x="4766170" y="1474177"/>
                  </a:lnTo>
                  <a:lnTo>
                    <a:pt x="4766170" y="1455369"/>
                  </a:lnTo>
                  <a:lnTo>
                    <a:pt x="4718151" y="1455369"/>
                  </a:lnTo>
                  <a:lnTo>
                    <a:pt x="4718151" y="989063"/>
                  </a:lnTo>
                  <a:lnTo>
                    <a:pt x="5221490" y="989063"/>
                  </a:lnTo>
                  <a:lnTo>
                    <a:pt x="5221490" y="1192758"/>
                  </a:lnTo>
                  <a:lnTo>
                    <a:pt x="5240312" y="1192758"/>
                  </a:lnTo>
                  <a:lnTo>
                    <a:pt x="5240312" y="989063"/>
                  </a:lnTo>
                  <a:lnTo>
                    <a:pt x="5743626" y="989063"/>
                  </a:lnTo>
                  <a:lnTo>
                    <a:pt x="5743626" y="970241"/>
                  </a:lnTo>
                  <a:lnTo>
                    <a:pt x="5240312" y="970241"/>
                  </a:lnTo>
                  <a:lnTo>
                    <a:pt x="5240312" y="503936"/>
                  </a:lnTo>
                  <a:lnTo>
                    <a:pt x="5743626" y="503936"/>
                  </a:lnTo>
                  <a:lnTo>
                    <a:pt x="5743626" y="485127"/>
                  </a:lnTo>
                  <a:lnTo>
                    <a:pt x="5240312" y="485127"/>
                  </a:lnTo>
                  <a:lnTo>
                    <a:pt x="5240312" y="18821"/>
                  </a:lnTo>
                  <a:lnTo>
                    <a:pt x="5743626" y="18821"/>
                  </a:lnTo>
                  <a:lnTo>
                    <a:pt x="5743626" y="0"/>
                  </a:lnTo>
                  <a:lnTo>
                    <a:pt x="5240312" y="0"/>
                  </a:lnTo>
                  <a:lnTo>
                    <a:pt x="5221490" y="0"/>
                  </a:lnTo>
                  <a:lnTo>
                    <a:pt x="5221490" y="18821"/>
                  </a:lnTo>
                  <a:lnTo>
                    <a:pt x="5221490" y="485127"/>
                  </a:lnTo>
                  <a:lnTo>
                    <a:pt x="5221490" y="503936"/>
                  </a:lnTo>
                  <a:lnTo>
                    <a:pt x="5221490" y="970241"/>
                  </a:lnTo>
                  <a:lnTo>
                    <a:pt x="4718151" y="970241"/>
                  </a:lnTo>
                  <a:lnTo>
                    <a:pt x="4718151" y="503936"/>
                  </a:lnTo>
                  <a:lnTo>
                    <a:pt x="5221490" y="503936"/>
                  </a:lnTo>
                  <a:lnTo>
                    <a:pt x="5221490" y="485127"/>
                  </a:lnTo>
                  <a:lnTo>
                    <a:pt x="4718151" y="485127"/>
                  </a:lnTo>
                  <a:lnTo>
                    <a:pt x="4718151" y="18821"/>
                  </a:lnTo>
                  <a:lnTo>
                    <a:pt x="5221490" y="18821"/>
                  </a:lnTo>
                  <a:lnTo>
                    <a:pt x="5221490" y="0"/>
                  </a:lnTo>
                  <a:lnTo>
                    <a:pt x="4713948" y="0"/>
                  </a:lnTo>
                  <a:lnTo>
                    <a:pt x="4703534" y="0"/>
                  </a:lnTo>
                  <a:lnTo>
                    <a:pt x="4699330" y="0"/>
                  </a:lnTo>
                  <a:lnTo>
                    <a:pt x="4699330" y="18821"/>
                  </a:lnTo>
                  <a:lnTo>
                    <a:pt x="4699330" y="485127"/>
                  </a:lnTo>
                  <a:lnTo>
                    <a:pt x="4699330" y="503936"/>
                  </a:lnTo>
                  <a:lnTo>
                    <a:pt x="4699330" y="970241"/>
                  </a:lnTo>
                  <a:lnTo>
                    <a:pt x="4379125" y="970241"/>
                  </a:lnTo>
                  <a:lnTo>
                    <a:pt x="4379125" y="989063"/>
                  </a:lnTo>
                  <a:lnTo>
                    <a:pt x="4699330" y="989063"/>
                  </a:lnTo>
                  <a:lnTo>
                    <a:pt x="4699330" y="1455369"/>
                  </a:lnTo>
                  <a:lnTo>
                    <a:pt x="4379125" y="1455369"/>
                  </a:lnTo>
                  <a:lnTo>
                    <a:pt x="4379125" y="1474177"/>
                  </a:lnTo>
                  <a:lnTo>
                    <a:pt x="4699330" y="1474177"/>
                  </a:lnTo>
                  <a:lnTo>
                    <a:pt x="4699330" y="1940483"/>
                  </a:lnTo>
                  <a:lnTo>
                    <a:pt x="4379125" y="1940483"/>
                  </a:lnTo>
                  <a:lnTo>
                    <a:pt x="4379125" y="1959292"/>
                  </a:lnTo>
                  <a:lnTo>
                    <a:pt x="4699330" y="1959292"/>
                  </a:lnTo>
                  <a:lnTo>
                    <a:pt x="4699330" y="2425611"/>
                  </a:lnTo>
                  <a:lnTo>
                    <a:pt x="4379125" y="2425611"/>
                  </a:lnTo>
                  <a:lnTo>
                    <a:pt x="4379125" y="2444419"/>
                  </a:lnTo>
                  <a:lnTo>
                    <a:pt x="4699330" y="2444419"/>
                  </a:lnTo>
                  <a:lnTo>
                    <a:pt x="4699330" y="3103499"/>
                  </a:lnTo>
                  <a:lnTo>
                    <a:pt x="3673868" y="3103499"/>
                  </a:lnTo>
                  <a:lnTo>
                    <a:pt x="3673868" y="2444419"/>
                  </a:lnTo>
                  <a:lnTo>
                    <a:pt x="3875011" y="2444419"/>
                  </a:lnTo>
                  <a:lnTo>
                    <a:pt x="3875011" y="2425611"/>
                  </a:lnTo>
                  <a:lnTo>
                    <a:pt x="3673868" y="2425611"/>
                  </a:lnTo>
                  <a:lnTo>
                    <a:pt x="3673868" y="1959292"/>
                  </a:lnTo>
                  <a:lnTo>
                    <a:pt x="3875011" y="1959292"/>
                  </a:lnTo>
                  <a:lnTo>
                    <a:pt x="3875011" y="1940483"/>
                  </a:lnTo>
                  <a:lnTo>
                    <a:pt x="3673868" y="1940483"/>
                  </a:lnTo>
                  <a:lnTo>
                    <a:pt x="3673868" y="1474177"/>
                  </a:lnTo>
                  <a:lnTo>
                    <a:pt x="3875011" y="1474177"/>
                  </a:lnTo>
                  <a:lnTo>
                    <a:pt x="3875011" y="1455369"/>
                  </a:lnTo>
                  <a:lnTo>
                    <a:pt x="3673868" y="1455369"/>
                  </a:lnTo>
                  <a:lnTo>
                    <a:pt x="3673868" y="989063"/>
                  </a:lnTo>
                  <a:lnTo>
                    <a:pt x="3875011" y="989063"/>
                  </a:lnTo>
                  <a:lnTo>
                    <a:pt x="3875011" y="970241"/>
                  </a:lnTo>
                  <a:lnTo>
                    <a:pt x="3673868" y="970241"/>
                  </a:lnTo>
                  <a:lnTo>
                    <a:pt x="3673868" y="503936"/>
                  </a:lnTo>
                  <a:lnTo>
                    <a:pt x="4177182" y="503936"/>
                  </a:lnTo>
                  <a:lnTo>
                    <a:pt x="4177182" y="796404"/>
                  </a:lnTo>
                  <a:lnTo>
                    <a:pt x="4196003" y="796404"/>
                  </a:lnTo>
                  <a:lnTo>
                    <a:pt x="4196003" y="503936"/>
                  </a:lnTo>
                  <a:lnTo>
                    <a:pt x="4699330" y="503936"/>
                  </a:lnTo>
                  <a:lnTo>
                    <a:pt x="4699330" y="485127"/>
                  </a:lnTo>
                  <a:lnTo>
                    <a:pt x="4196003" y="485127"/>
                  </a:lnTo>
                  <a:lnTo>
                    <a:pt x="4196003" y="18821"/>
                  </a:lnTo>
                  <a:lnTo>
                    <a:pt x="4699330" y="18821"/>
                  </a:lnTo>
                  <a:lnTo>
                    <a:pt x="4699330" y="0"/>
                  </a:lnTo>
                  <a:lnTo>
                    <a:pt x="4196003" y="0"/>
                  </a:lnTo>
                  <a:lnTo>
                    <a:pt x="4177182" y="0"/>
                  </a:lnTo>
                  <a:lnTo>
                    <a:pt x="4177182" y="18821"/>
                  </a:lnTo>
                  <a:lnTo>
                    <a:pt x="4177182" y="485127"/>
                  </a:lnTo>
                  <a:lnTo>
                    <a:pt x="3673868" y="485127"/>
                  </a:lnTo>
                  <a:lnTo>
                    <a:pt x="3673868" y="18821"/>
                  </a:lnTo>
                  <a:lnTo>
                    <a:pt x="4177182" y="18821"/>
                  </a:lnTo>
                  <a:lnTo>
                    <a:pt x="4177182" y="0"/>
                  </a:lnTo>
                  <a:lnTo>
                    <a:pt x="3669665" y="0"/>
                  </a:lnTo>
                  <a:lnTo>
                    <a:pt x="3659251" y="0"/>
                  </a:lnTo>
                  <a:lnTo>
                    <a:pt x="3655047" y="0"/>
                  </a:lnTo>
                  <a:lnTo>
                    <a:pt x="3655047" y="18821"/>
                  </a:lnTo>
                  <a:lnTo>
                    <a:pt x="3655047" y="1455369"/>
                  </a:lnTo>
                  <a:lnTo>
                    <a:pt x="3487966" y="1455369"/>
                  </a:lnTo>
                  <a:lnTo>
                    <a:pt x="3487966" y="1474177"/>
                  </a:lnTo>
                  <a:lnTo>
                    <a:pt x="3655047" y="1474177"/>
                  </a:lnTo>
                  <a:lnTo>
                    <a:pt x="3655047" y="1940483"/>
                  </a:lnTo>
                  <a:lnTo>
                    <a:pt x="3487966" y="1940483"/>
                  </a:lnTo>
                  <a:lnTo>
                    <a:pt x="3487966" y="1959292"/>
                  </a:lnTo>
                  <a:lnTo>
                    <a:pt x="3655047" y="1959292"/>
                  </a:lnTo>
                  <a:lnTo>
                    <a:pt x="3655047" y="2425611"/>
                  </a:lnTo>
                  <a:lnTo>
                    <a:pt x="3487966" y="2425611"/>
                  </a:lnTo>
                  <a:lnTo>
                    <a:pt x="3487966" y="2444419"/>
                  </a:lnTo>
                  <a:lnTo>
                    <a:pt x="3655047" y="2444419"/>
                  </a:lnTo>
                  <a:lnTo>
                    <a:pt x="3655047" y="3103499"/>
                  </a:lnTo>
                  <a:lnTo>
                    <a:pt x="2629560" y="3103499"/>
                  </a:lnTo>
                  <a:lnTo>
                    <a:pt x="2629560" y="2444419"/>
                  </a:lnTo>
                  <a:lnTo>
                    <a:pt x="2983852" y="2444419"/>
                  </a:lnTo>
                  <a:lnTo>
                    <a:pt x="2983852" y="2425611"/>
                  </a:lnTo>
                  <a:lnTo>
                    <a:pt x="2629560" y="2425611"/>
                  </a:lnTo>
                  <a:lnTo>
                    <a:pt x="2629560" y="1959292"/>
                  </a:lnTo>
                  <a:lnTo>
                    <a:pt x="2983852" y="1959292"/>
                  </a:lnTo>
                  <a:lnTo>
                    <a:pt x="2983852" y="1940483"/>
                  </a:lnTo>
                  <a:lnTo>
                    <a:pt x="2629560" y="1940483"/>
                  </a:lnTo>
                  <a:lnTo>
                    <a:pt x="2629560" y="1474177"/>
                  </a:lnTo>
                  <a:lnTo>
                    <a:pt x="2983852" y="1474177"/>
                  </a:lnTo>
                  <a:lnTo>
                    <a:pt x="2983852" y="1455369"/>
                  </a:lnTo>
                  <a:lnTo>
                    <a:pt x="2629560" y="1455369"/>
                  </a:lnTo>
                  <a:lnTo>
                    <a:pt x="2629560" y="989063"/>
                  </a:lnTo>
                  <a:lnTo>
                    <a:pt x="3132899" y="989063"/>
                  </a:lnTo>
                  <a:lnTo>
                    <a:pt x="3132899" y="1301115"/>
                  </a:lnTo>
                  <a:lnTo>
                    <a:pt x="3151721" y="1301115"/>
                  </a:lnTo>
                  <a:lnTo>
                    <a:pt x="3151721" y="989063"/>
                  </a:lnTo>
                  <a:lnTo>
                    <a:pt x="3655047" y="989063"/>
                  </a:lnTo>
                  <a:lnTo>
                    <a:pt x="3655047" y="970241"/>
                  </a:lnTo>
                  <a:lnTo>
                    <a:pt x="3151721" y="970241"/>
                  </a:lnTo>
                  <a:lnTo>
                    <a:pt x="3151721" y="503936"/>
                  </a:lnTo>
                  <a:lnTo>
                    <a:pt x="3655047" y="503936"/>
                  </a:lnTo>
                  <a:lnTo>
                    <a:pt x="3655047" y="485127"/>
                  </a:lnTo>
                  <a:lnTo>
                    <a:pt x="3151721" y="485127"/>
                  </a:lnTo>
                  <a:lnTo>
                    <a:pt x="3151721" y="18821"/>
                  </a:lnTo>
                  <a:lnTo>
                    <a:pt x="3655047" y="18821"/>
                  </a:lnTo>
                  <a:lnTo>
                    <a:pt x="3655047" y="0"/>
                  </a:lnTo>
                  <a:lnTo>
                    <a:pt x="3151721" y="0"/>
                  </a:lnTo>
                  <a:lnTo>
                    <a:pt x="3132899" y="0"/>
                  </a:lnTo>
                  <a:lnTo>
                    <a:pt x="3132899" y="18821"/>
                  </a:lnTo>
                  <a:lnTo>
                    <a:pt x="3132899" y="485127"/>
                  </a:lnTo>
                  <a:lnTo>
                    <a:pt x="3132899" y="503936"/>
                  </a:lnTo>
                  <a:lnTo>
                    <a:pt x="3132899" y="970241"/>
                  </a:lnTo>
                  <a:lnTo>
                    <a:pt x="2629560" y="970241"/>
                  </a:lnTo>
                  <a:lnTo>
                    <a:pt x="2629560" y="503936"/>
                  </a:lnTo>
                  <a:lnTo>
                    <a:pt x="3132899" y="503936"/>
                  </a:lnTo>
                  <a:lnTo>
                    <a:pt x="3132899" y="485127"/>
                  </a:lnTo>
                  <a:lnTo>
                    <a:pt x="2629560" y="485127"/>
                  </a:lnTo>
                  <a:lnTo>
                    <a:pt x="2629560" y="18821"/>
                  </a:lnTo>
                  <a:lnTo>
                    <a:pt x="3132899" y="18821"/>
                  </a:lnTo>
                  <a:lnTo>
                    <a:pt x="3132899" y="0"/>
                  </a:lnTo>
                  <a:lnTo>
                    <a:pt x="2625344" y="0"/>
                  </a:lnTo>
                  <a:lnTo>
                    <a:pt x="2614942" y="0"/>
                  </a:lnTo>
                  <a:lnTo>
                    <a:pt x="2610739" y="0"/>
                  </a:lnTo>
                  <a:lnTo>
                    <a:pt x="2610739" y="18821"/>
                  </a:lnTo>
                  <a:lnTo>
                    <a:pt x="2610739" y="1940483"/>
                  </a:lnTo>
                  <a:lnTo>
                    <a:pt x="2596794" y="1940483"/>
                  </a:lnTo>
                  <a:lnTo>
                    <a:pt x="2596794" y="1959292"/>
                  </a:lnTo>
                  <a:lnTo>
                    <a:pt x="2610739" y="1959292"/>
                  </a:lnTo>
                  <a:lnTo>
                    <a:pt x="2610739" y="2425611"/>
                  </a:lnTo>
                  <a:lnTo>
                    <a:pt x="2596794" y="2425611"/>
                  </a:lnTo>
                  <a:lnTo>
                    <a:pt x="2596794" y="2444419"/>
                  </a:lnTo>
                  <a:lnTo>
                    <a:pt x="2610739" y="2444419"/>
                  </a:lnTo>
                  <a:lnTo>
                    <a:pt x="2610739" y="3103499"/>
                  </a:lnTo>
                  <a:lnTo>
                    <a:pt x="2107412" y="3103499"/>
                  </a:lnTo>
                  <a:lnTo>
                    <a:pt x="2107412" y="1474177"/>
                  </a:lnTo>
                  <a:lnTo>
                    <a:pt x="2610739" y="1474177"/>
                  </a:lnTo>
                  <a:lnTo>
                    <a:pt x="2610739" y="1455369"/>
                  </a:lnTo>
                  <a:lnTo>
                    <a:pt x="2107412" y="1455369"/>
                  </a:lnTo>
                  <a:lnTo>
                    <a:pt x="2107412" y="989063"/>
                  </a:lnTo>
                  <a:lnTo>
                    <a:pt x="2610739" y="989063"/>
                  </a:lnTo>
                  <a:lnTo>
                    <a:pt x="2610739" y="970241"/>
                  </a:lnTo>
                  <a:lnTo>
                    <a:pt x="2107412" y="970241"/>
                  </a:lnTo>
                  <a:lnTo>
                    <a:pt x="2107412" y="503936"/>
                  </a:lnTo>
                  <a:lnTo>
                    <a:pt x="2610739" y="503936"/>
                  </a:lnTo>
                  <a:lnTo>
                    <a:pt x="2610739" y="485127"/>
                  </a:lnTo>
                  <a:lnTo>
                    <a:pt x="2107412" y="485127"/>
                  </a:lnTo>
                  <a:lnTo>
                    <a:pt x="2107412" y="18821"/>
                  </a:lnTo>
                  <a:lnTo>
                    <a:pt x="2610739" y="18821"/>
                  </a:lnTo>
                  <a:lnTo>
                    <a:pt x="2610739" y="0"/>
                  </a:lnTo>
                  <a:lnTo>
                    <a:pt x="2103208" y="0"/>
                  </a:lnTo>
                  <a:lnTo>
                    <a:pt x="2092807" y="0"/>
                  </a:lnTo>
                  <a:lnTo>
                    <a:pt x="2088603" y="0"/>
                  </a:lnTo>
                  <a:lnTo>
                    <a:pt x="2088603" y="18821"/>
                  </a:lnTo>
                  <a:lnTo>
                    <a:pt x="2088603" y="1940483"/>
                  </a:lnTo>
                  <a:lnTo>
                    <a:pt x="1705635" y="1940483"/>
                  </a:lnTo>
                  <a:lnTo>
                    <a:pt x="1705635" y="1959292"/>
                  </a:lnTo>
                  <a:lnTo>
                    <a:pt x="2088603" y="1959292"/>
                  </a:lnTo>
                  <a:lnTo>
                    <a:pt x="2088603" y="2425611"/>
                  </a:lnTo>
                  <a:lnTo>
                    <a:pt x="1705635" y="2425611"/>
                  </a:lnTo>
                  <a:lnTo>
                    <a:pt x="1705635" y="2444419"/>
                  </a:lnTo>
                  <a:lnTo>
                    <a:pt x="2088603" y="2444419"/>
                  </a:lnTo>
                  <a:lnTo>
                    <a:pt x="2088603" y="3103499"/>
                  </a:lnTo>
                  <a:lnTo>
                    <a:pt x="1063104" y="3103499"/>
                  </a:lnTo>
                  <a:lnTo>
                    <a:pt x="1063104" y="2444419"/>
                  </a:lnTo>
                  <a:lnTo>
                    <a:pt x="1201521" y="2444419"/>
                  </a:lnTo>
                  <a:lnTo>
                    <a:pt x="1201521" y="2425611"/>
                  </a:lnTo>
                  <a:lnTo>
                    <a:pt x="1063104" y="2425611"/>
                  </a:lnTo>
                  <a:lnTo>
                    <a:pt x="1063104" y="1959292"/>
                  </a:lnTo>
                  <a:lnTo>
                    <a:pt x="1201521" y="1959292"/>
                  </a:lnTo>
                  <a:lnTo>
                    <a:pt x="1201521" y="1940483"/>
                  </a:lnTo>
                  <a:lnTo>
                    <a:pt x="1063104" y="1940483"/>
                  </a:lnTo>
                  <a:lnTo>
                    <a:pt x="1063104" y="1474177"/>
                  </a:lnTo>
                  <a:lnTo>
                    <a:pt x="1566443" y="1474177"/>
                  </a:lnTo>
                  <a:lnTo>
                    <a:pt x="1566443" y="1831949"/>
                  </a:lnTo>
                  <a:lnTo>
                    <a:pt x="1585264" y="1831949"/>
                  </a:lnTo>
                  <a:lnTo>
                    <a:pt x="1585264" y="1474177"/>
                  </a:lnTo>
                  <a:lnTo>
                    <a:pt x="2088603" y="1474177"/>
                  </a:lnTo>
                  <a:lnTo>
                    <a:pt x="2088603" y="1455369"/>
                  </a:lnTo>
                  <a:lnTo>
                    <a:pt x="1585264" y="1455369"/>
                  </a:lnTo>
                  <a:lnTo>
                    <a:pt x="1585264" y="989063"/>
                  </a:lnTo>
                  <a:lnTo>
                    <a:pt x="2088603" y="989063"/>
                  </a:lnTo>
                  <a:lnTo>
                    <a:pt x="2088603" y="970241"/>
                  </a:lnTo>
                  <a:lnTo>
                    <a:pt x="1585264" y="970241"/>
                  </a:lnTo>
                  <a:lnTo>
                    <a:pt x="1585264" y="503936"/>
                  </a:lnTo>
                  <a:lnTo>
                    <a:pt x="2088603" y="503936"/>
                  </a:lnTo>
                  <a:lnTo>
                    <a:pt x="2088603" y="485127"/>
                  </a:lnTo>
                  <a:lnTo>
                    <a:pt x="1585264" y="485127"/>
                  </a:lnTo>
                  <a:lnTo>
                    <a:pt x="1585264" y="18821"/>
                  </a:lnTo>
                  <a:lnTo>
                    <a:pt x="2088603" y="18821"/>
                  </a:lnTo>
                  <a:lnTo>
                    <a:pt x="2088603" y="0"/>
                  </a:lnTo>
                  <a:lnTo>
                    <a:pt x="1585264" y="0"/>
                  </a:lnTo>
                  <a:lnTo>
                    <a:pt x="1566443" y="0"/>
                  </a:lnTo>
                  <a:lnTo>
                    <a:pt x="1566443" y="18821"/>
                  </a:lnTo>
                  <a:lnTo>
                    <a:pt x="1566443" y="1455369"/>
                  </a:lnTo>
                  <a:lnTo>
                    <a:pt x="1063104" y="1455369"/>
                  </a:lnTo>
                  <a:lnTo>
                    <a:pt x="1063104" y="989063"/>
                  </a:lnTo>
                  <a:lnTo>
                    <a:pt x="1566443" y="989063"/>
                  </a:lnTo>
                  <a:lnTo>
                    <a:pt x="1566443" y="970241"/>
                  </a:lnTo>
                  <a:lnTo>
                    <a:pt x="1063104" y="970241"/>
                  </a:lnTo>
                  <a:lnTo>
                    <a:pt x="1063104" y="503936"/>
                  </a:lnTo>
                  <a:lnTo>
                    <a:pt x="1566443" y="503936"/>
                  </a:lnTo>
                  <a:lnTo>
                    <a:pt x="1566443" y="485127"/>
                  </a:lnTo>
                  <a:lnTo>
                    <a:pt x="1063104" y="485127"/>
                  </a:lnTo>
                  <a:lnTo>
                    <a:pt x="1063104" y="18821"/>
                  </a:lnTo>
                  <a:lnTo>
                    <a:pt x="1566443" y="18821"/>
                  </a:lnTo>
                  <a:lnTo>
                    <a:pt x="1566443" y="0"/>
                  </a:lnTo>
                  <a:lnTo>
                    <a:pt x="1058900" y="0"/>
                  </a:lnTo>
                  <a:lnTo>
                    <a:pt x="1048499" y="0"/>
                  </a:lnTo>
                  <a:lnTo>
                    <a:pt x="1044282" y="0"/>
                  </a:lnTo>
                  <a:lnTo>
                    <a:pt x="1044282" y="18821"/>
                  </a:lnTo>
                  <a:lnTo>
                    <a:pt x="1044282" y="2425611"/>
                  </a:lnTo>
                  <a:lnTo>
                    <a:pt x="814463" y="2425611"/>
                  </a:lnTo>
                  <a:lnTo>
                    <a:pt x="814463" y="2444419"/>
                  </a:lnTo>
                  <a:lnTo>
                    <a:pt x="1044282" y="2444419"/>
                  </a:lnTo>
                  <a:lnTo>
                    <a:pt x="1044282" y="3103499"/>
                  </a:lnTo>
                  <a:lnTo>
                    <a:pt x="18834" y="3103499"/>
                  </a:lnTo>
                  <a:lnTo>
                    <a:pt x="18834" y="2444419"/>
                  </a:lnTo>
                  <a:lnTo>
                    <a:pt x="310349" y="2444419"/>
                  </a:lnTo>
                  <a:lnTo>
                    <a:pt x="310349" y="2425611"/>
                  </a:lnTo>
                  <a:lnTo>
                    <a:pt x="18834" y="2425611"/>
                  </a:lnTo>
                  <a:lnTo>
                    <a:pt x="18834" y="1959292"/>
                  </a:lnTo>
                  <a:lnTo>
                    <a:pt x="522147" y="1959292"/>
                  </a:lnTo>
                  <a:lnTo>
                    <a:pt x="522147" y="2078507"/>
                  </a:lnTo>
                  <a:lnTo>
                    <a:pt x="540969" y="2078507"/>
                  </a:lnTo>
                  <a:lnTo>
                    <a:pt x="540969" y="1959292"/>
                  </a:lnTo>
                  <a:lnTo>
                    <a:pt x="1044282" y="1959292"/>
                  </a:lnTo>
                  <a:lnTo>
                    <a:pt x="1044282" y="1940483"/>
                  </a:lnTo>
                  <a:lnTo>
                    <a:pt x="540969" y="1940483"/>
                  </a:lnTo>
                  <a:lnTo>
                    <a:pt x="540969" y="1474177"/>
                  </a:lnTo>
                  <a:lnTo>
                    <a:pt x="1044282" y="1474177"/>
                  </a:lnTo>
                  <a:lnTo>
                    <a:pt x="1044282" y="1455369"/>
                  </a:lnTo>
                  <a:lnTo>
                    <a:pt x="540969" y="1455369"/>
                  </a:lnTo>
                  <a:lnTo>
                    <a:pt x="540969" y="989063"/>
                  </a:lnTo>
                  <a:lnTo>
                    <a:pt x="1044282" y="989063"/>
                  </a:lnTo>
                  <a:lnTo>
                    <a:pt x="1044282" y="970241"/>
                  </a:lnTo>
                  <a:lnTo>
                    <a:pt x="540969" y="970241"/>
                  </a:lnTo>
                  <a:lnTo>
                    <a:pt x="540969" y="503936"/>
                  </a:lnTo>
                  <a:lnTo>
                    <a:pt x="1044282" y="503936"/>
                  </a:lnTo>
                  <a:lnTo>
                    <a:pt x="1044282" y="485127"/>
                  </a:lnTo>
                  <a:lnTo>
                    <a:pt x="540969" y="485127"/>
                  </a:lnTo>
                  <a:lnTo>
                    <a:pt x="540969" y="18821"/>
                  </a:lnTo>
                  <a:lnTo>
                    <a:pt x="1044282" y="18821"/>
                  </a:lnTo>
                  <a:lnTo>
                    <a:pt x="1044282" y="0"/>
                  </a:lnTo>
                  <a:lnTo>
                    <a:pt x="540969" y="0"/>
                  </a:lnTo>
                  <a:lnTo>
                    <a:pt x="522147" y="0"/>
                  </a:lnTo>
                  <a:lnTo>
                    <a:pt x="522147" y="18821"/>
                  </a:lnTo>
                  <a:lnTo>
                    <a:pt x="522147" y="1940483"/>
                  </a:lnTo>
                  <a:lnTo>
                    <a:pt x="18834" y="1940483"/>
                  </a:lnTo>
                  <a:lnTo>
                    <a:pt x="18834" y="1474177"/>
                  </a:lnTo>
                  <a:lnTo>
                    <a:pt x="522147" y="1474177"/>
                  </a:lnTo>
                  <a:lnTo>
                    <a:pt x="522147" y="1455369"/>
                  </a:lnTo>
                  <a:lnTo>
                    <a:pt x="18834" y="1455369"/>
                  </a:lnTo>
                  <a:lnTo>
                    <a:pt x="18834" y="989063"/>
                  </a:lnTo>
                  <a:lnTo>
                    <a:pt x="522147" y="989063"/>
                  </a:lnTo>
                  <a:lnTo>
                    <a:pt x="522147" y="970241"/>
                  </a:lnTo>
                  <a:lnTo>
                    <a:pt x="18834" y="970241"/>
                  </a:lnTo>
                  <a:lnTo>
                    <a:pt x="18834" y="503936"/>
                  </a:lnTo>
                  <a:lnTo>
                    <a:pt x="522147" y="503936"/>
                  </a:lnTo>
                  <a:lnTo>
                    <a:pt x="522147" y="485127"/>
                  </a:lnTo>
                  <a:lnTo>
                    <a:pt x="18834" y="485127"/>
                  </a:lnTo>
                  <a:lnTo>
                    <a:pt x="18834" y="18821"/>
                  </a:lnTo>
                  <a:lnTo>
                    <a:pt x="522147" y="18821"/>
                  </a:lnTo>
                  <a:lnTo>
                    <a:pt x="522147" y="0"/>
                  </a:lnTo>
                  <a:lnTo>
                    <a:pt x="4203" y="0"/>
                  </a:lnTo>
                  <a:lnTo>
                    <a:pt x="0" y="4203"/>
                  </a:lnTo>
                  <a:lnTo>
                    <a:pt x="0" y="489331"/>
                  </a:lnTo>
                  <a:lnTo>
                    <a:pt x="0" y="499732"/>
                  </a:lnTo>
                  <a:lnTo>
                    <a:pt x="0" y="3118104"/>
                  </a:lnTo>
                  <a:lnTo>
                    <a:pt x="4191" y="3122307"/>
                  </a:lnTo>
                  <a:lnTo>
                    <a:pt x="522147" y="3122307"/>
                  </a:lnTo>
                  <a:lnTo>
                    <a:pt x="540969" y="3122320"/>
                  </a:lnTo>
                  <a:lnTo>
                    <a:pt x="1048473" y="3122307"/>
                  </a:lnTo>
                  <a:lnTo>
                    <a:pt x="1053693" y="3122320"/>
                  </a:lnTo>
                  <a:lnTo>
                    <a:pt x="1058900" y="3122307"/>
                  </a:lnTo>
                  <a:lnTo>
                    <a:pt x="1566443" y="3122307"/>
                  </a:lnTo>
                  <a:lnTo>
                    <a:pt x="1585264" y="3122320"/>
                  </a:lnTo>
                  <a:lnTo>
                    <a:pt x="2092794" y="3122307"/>
                  </a:lnTo>
                  <a:lnTo>
                    <a:pt x="2098001" y="3122320"/>
                  </a:lnTo>
                  <a:lnTo>
                    <a:pt x="2103208" y="3122307"/>
                  </a:lnTo>
                  <a:lnTo>
                    <a:pt x="2614930" y="3122307"/>
                  </a:lnTo>
                  <a:lnTo>
                    <a:pt x="2620149" y="3122320"/>
                  </a:lnTo>
                  <a:lnTo>
                    <a:pt x="2625344" y="3122307"/>
                  </a:lnTo>
                  <a:lnTo>
                    <a:pt x="3132899" y="3122307"/>
                  </a:lnTo>
                  <a:lnTo>
                    <a:pt x="3151721" y="3122320"/>
                  </a:lnTo>
                  <a:lnTo>
                    <a:pt x="3659238" y="3122307"/>
                  </a:lnTo>
                  <a:lnTo>
                    <a:pt x="3664458" y="3122320"/>
                  </a:lnTo>
                  <a:lnTo>
                    <a:pt x="3669665" y="3122307"/>
                  </a:lnTo>
                  <a:lnTo>
                    <a:pt x="4177182" y="3122307"/>
                  </a:lnTo>
                  <a:lnTo>
                    <a:pt x="4196003" y="3122320"/>
                  </a:lnTo>
                  <a:lnTo>
                    <a:pt x="4703521" y="3122307"/>
                  </a:lnTo>
                  <a:lnTo>
                    <a:pt x="4708741" y="3122320"/>
                  </a:lnTo>
                  <a:lnTo>
                    <a:pt x="4713948" y="3122307"/>
                  </a:lnTo>
                  <a:lnTo>
                    <a:pt x="5221490" y="3122307"/>
                  </a:lnTo>
                  <a:lnTo>
                    <a:pt x="5240312" y="3122320"/>
                  </a:lnTo>
                  <a:lnTo>
                    <a:pt x="5758243" y="3122307"/>
                  </a:lnTo>
                  <a:lnTo>
                    <a:pt x="5762447" y="3118104"/>
                  </a:lnTo>
                  <a:lnTo>
                    <a:pt x="5762447" y="18821"/>
                  </a:lnTo>
                  <a:lnTo>
                    <a:pt x="5762447" y="4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6832" y="3994325"/>
              <a:ext cx="504190" cy="1034415"/>
            </a:xfrm>
            <a:custGeom>
              <a:avLst/>
              <a:gdLst/>
              <a:ahLst/>
              <a:cxnLst/>
              <a:rect l="l" t="t" r="r" b="b"/>
              <a:pathLst>
                <a:path w="504190" h="1034414">
                  <a:moveTo>
                    <a:pt x="504111" y="1034388"/>
                  </a:moveTo>
                  <a:lnTo>
                    <a:pt x="0" y="1034388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034388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7422" y="3984931"/>
              <a:ext cx="523240" cy="1053465"/>
            </a:xfrm>
            <a:custGeom>
              <a:avLst/>
              <a:gdLst/>
              <a:ahLst/>
              <a:cxnLst/>
              <a:rect l="l" t="t" r="r" b="b"/>
              <a:pathLst>
                <a:path w="523240" h="1053464">
                  <a:moveTo>
                    <a:pt x="518714" y="1053198"/>
                  </a:moveTo>
                  <a:lnTo>
                    <a:pt x="4204" y="1053198"/>
                  </a:lnTo>
                  <a:lnTo>
                    <a:pt x="0" y="1048995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9" y="4203"/>
                  </a:lnTo>
                  <a:lnTo>
                    <a:pt x="522919" y="18798"/>
                  </a:lnTo>
                  <a:lnTo>
                    <a:pt x="18819" y="18798"/>
                  </a:lnTo>
                  <a:lnTo>
                    <a:pt x="18819" y="1034376"/>
                  </a:lnTo>
                  <a:lnTo>
                    <a:pt x="522919" y="1034376"/>
                  </a:lnTo>
                  <a:lnTo>
                    <a:pt x="522919" y="1048995"/>
                  </a:lnTo>
                  <a:lnTo>
                    <a:pt x="518714" y="1053198"/>
                  </a:lnTo>
                  <a:close/>
                </a:path>
                <a:path w="523240" h="1053464">
                  <a:moveTo>
                    <a:pt x="522919" y="1034376"/>
                  </a:moveTo>
                  <a:lnTo>
                    <a:pt x="504089" y="1034376"/>
                  </a:lnTo>
                  <a:lnTo>
                    <a:pt x="504089" y="18798"/>
                  </a:lnTo>
                  <a:lnTo>
                    <a:pt x="522919" y="18798"/>
                  </a:lnTo>
                  <a:lnTo>
                    <a:pt x="522919" y="1034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50943" y="3831324"/>
              <a:ext cx="182245" cy="1197610"/>
            </a:xfrm>
            <a:custGeom>
              <a:avLst/>
              <a:gdLst/>
              <a:ahLst/>
              <a:cxnLst/>
              <a:rect l="l" t="t" r="r" b="b"/>
              <a:pathLst>
                <a:path w="182244" h="1197610">
                  <a:moveTo>
                    <a:pt x="181812" y="1197389"/>
                  </a:moveTo>
                  <a:lnTo>
                    <a:pt x="0" y="1197389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197389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41523" y="3821219"/>
              <a:ext cx="200660" cy="1217295"/>
            </a:xfrm>
            <a:custGeom>
              <a:avLst/>
              <a:gdLst/>
              <a:ahLst/>
              <a:cxnLst/>
              <a:rect l="l" t="t" r="r" b="b"/>
              <a:pathLst>
                <a:path w="200659" h="1217295">
                  <a:moveTo>
                    <a:pt x="196460" y="1216911"/>
                  </a:moveTo>
                  <a:lnTo>
                    <a:pt x="4204" y="1216911"/>
                  </a:lnTo>
                  <a:lnTo>
                    <a:pt x="0" y="1212708"/>
                  </a:lnTo>
                  <a:lnTo>
                    <a:pt x="0" y="170441"/>
                  </a:lnTo>
                  <a:lnTo>
                    <a:pt x="1137" y="167892"/>
                  </a:lnTo>
                  <a:lnTo>
                    <a:pt x="187706" y="631"/>
                  </a:lnTo>
                  <a:lnTo>
                    <a:pt x="191681" y="0"/>
                  </a:lnTo>
                  <a:lnTo>
                    <a:pt x="198459" y="3043"/>
                  </a:lnTo>
                  <a:lnTo>
                    <a:pt x="200653" y="6407"/>
                  </a:lnTo>
                  <a:lnTo>
                    <a:pt x="200653" y="31178"/>
                  </a:lnTo>
                  <a:lnTo>
                    <a:pt x="181812" y="31178"/>
                  </a:lnTo>
                  <a:lnTo>
                    <a:pt x="18818" y="177297"/>
                  </a:lnTo>
                  <a:lnTo>
                    <a:pt x="18818" y="1198077"/>
                  </a:lnTo>
                  <a:lnTo>
                    <a:pt x="200653" y="1198077"/>
                  </a:lnTo>
                  <a:lnTo>
                    <a:pt x="200653" y="1212708"/>
                  </a:lnTo>
                  <a:lnTo>
                    <a:pt x="196460" y="1216911"/>
                  </a:lnTo>
                  <a:close/>
                </a:path>
                <a:path w="200659" h="1217295">
                  <a:moveTo>
                    <a:pt x="200653" y="1198077"/>
                  </a:moveTo>
                  <a:lnTo>
                    <a:pt x="181812" y="1198077"/>
                  </a:lnTo>
                  <a:lnTo>
                    <a:pt x="181812" y="31178"/>
                  </a:lnTo>
                  <a:lnTo>
                    <a:pt x="200653" y="31178"/>
                  </a:lnTo>
                  <a:lnTo>
                    <a:pt x="200653" y="119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6832" y="3831324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4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6641" y="3821907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0" y="18821"/>
                  </a:lnTo>
                  <a:lnTo>
                    <a:pt x="195587" y="18821"/>
                  </a:lnTo>
                  <a:lnTo>
                    <a:pt x="34777" y="163012"/>
                  </a:lnTo>
                  <a:lnTo>
                    <a:pt x="538885" y="163012"/>
                  </a:lnTo>
                  <a:lnTo>
                    <a:pt x="518852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0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38006" y="3747768"/>
              <a:ext cx="504190" cy="1281430"/>
            </a:xfrm>
            <a:custGeom>
              <a:avLst/>
              <a:gdLst/>
              <a:ahLst/>
              <a:cxnLst/>
              <a:rect l="l" t="t" r="r" b="b"/>
              <a:pathLst>
                <a:path w="504189" h="1281429">
                  <a:moveTo>
                    <a:pt x="504111" y="1280944"/>
                  </a:moveTo>
                  <a:lnTo>
                    <a:pt x="0" y="1280944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280944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28596" y="3738363"/>
              <a:ext cx="523240" cy="1299845"/>
            </a:xfrm>
            <a:custGeom>
              <a:avLst/>
              <a:gdLst/>
              <a:ahLst/>
              <a:cxnLst/>
              <a:rect l="l" t="t" r="r" b="b"/>
              <a:pathLst>
                <a:path w="523239" h="1299845">
                  <a:moveTo>
                    <a:pt x="518713" y="1299766"/>
                  </a:moveTo>
                  <a:lnTo>
                    <a:pt x="4204" y="1299766"/>
                  </a:lnTo>
                  <a:lnTo>
                    <a:pt x="0" y="1295563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8" y="4203"/>
                  </a:lnTo>
                  <a:lnTo>
                    <a:pt x="522918" y="18810"/>
                  </a:lnTo>
                  <a:lnTo>
                    <a:pt x="18818" y="18810"/>
                  </a:lnTo>
                  <a:lnTo>
                    <a:pt x="18818" y="1280944"/>
                  </a:lnTo>
                  <a:lnTo>
                    <a:pt x="522918" y="1280944"/>
                  </a:lnTo>
                  <a:lnTo>
                    <a:pt x="522918" y="1295563"/>
                  </a:lnTo>
                  <a:lnTo>
                    <a:pt x="518713" y="1299766"/>
                  </a:lnTo>
                  <a:close/>
                </a:path>
                <a:path w="523239" h="1299845">
                  <a:moveTo>
                    <a:pt x="522918" y="1280944"/>
                  </a:moveTo>
                  <a:lnTo>
                    <a:pt x="504088" y="1280944"/>
                  </a:lnTo>
                  <a:lnTo>
                    <a:pt x="504088" y="18810"/>
                  </a:lnTo>
                  <a:lnTo>
                    <a:pt x="522918" y="18810"/>
                  </a:lnTo>
                  <a:lnTo>
                    <a:pt x="522918" y="1280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42105" y="3584768"/>
              <a:ext cx="182245" cy="1443990"/>
            </a:xfrm>
            <a:custGeom>
              <a:avLst/>
              <a:gdLst/>
              <a:ahLst/>
              <a:cxnLst/>
              <a:rect l="l" t="t" r="r" b="b"/>
              <a:pathLst>
                <a:path w="182244" h="1443989">
                  <a:moveTo>
                    <a:pt x="181812" y="1443945"/>
                  </a:moveTo>
                  <a:lnTo>
                    <a:pt x="0" y="1443945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443945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132697" y="3574662"/>
              <a:ext cx="200660" cy="1463675"/>
            </a:xfrm>
            <a:custGeom>
              <a:avLst/>
              <a:gdLst/>
              <a:ahLst/>
              <a:cxnLst/>
              <a:rect l="l" t="t" r="r" b="b"/>
              <a:pathLst>
                <a:path w="200660" h="1463675">
                  <a:moveTo>
                    <a:pt x="196425" y="1463467"/>
                  </a:moveTo>
                  <a:lnTo>
                    <a:pt x="4204" y="1463467"/>
                  </a:lnTo>
                  <a:lnTo>
                    <a:pt x="0" y="1459264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78"/>
                  </a:lnTo>
                  <a:lnTo>
                    <a:pt x="181799" y="31178"/>
                  </a:lnTo>
                  <a:lnTo>
                    <a:pt x="18818" y="177297"/>
                  </a:lnTo>
                  <a:lnTo>
                    <a:pt x="18818" y="1444645"/>
                  </a:lnTo>
                  <a:lnTo>
                    <a:pt x="200630" y="1444645"/>
                  </a:lnTo>
                  <a:lnTo>
                    <a:pt x="200630" y="1459264"/>
                  </a:lnTo>
                  <a:lnTo>
                    <a:pt x="196425" y="1463467"/>
                  </a:lnTo>
                  <a:close/>
                </a:path>
                <a:path w="200660" h="1463675">
                  <a:moveTo>
                    <a:pt x="200630" y="1444645"/>
                  </a:moveTo>
                  <a:lnTo>
                    <a:pt x="181799" y="1444645"/>
                  </a:lnTo>
                  <a:lnTo>
                    <a:pt x="181799" y="31178"/>
                  </a:lnTo>
                  <a:lnTo>
                    <a:pt x="200630" y="31178"/>
                  </a:lnTo>
                  <a:lnTo>
                    <a:pt x="200630" y="1444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38006" y="3584768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099" y="163000"/>
                  </a:moveTo>
                  <a:lnTo>
                    <a:pt x="0" y="163000"/>
                  </a:lnTo>
                  <a:lnTo>
                    <a:pt x="181800" y="0"/>
                  </a:lnTo>
                  <a:lnTo>
                    <a:pt x="685912" y="0"/>
                  </a:lnTo>
                  <a:lnTo>
                    <a:pt x="504099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27814" y="3575340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699986" y="0"/>
                  </a:lnTo>
                  <a:lnTo>
                    <a:pt x="703479" y="2411"/>
                  </a:lnTo>
                  <a:lnTo>
                    <a:pt x="706282" y="9692"/>
                  </a:lnTo>
                  <a:lnTo>
                    <a:pt x="705282" y="13814"/>
                  </a:lnTo>
                  <a:lnTo>
                    <a:pt x="699698" y="18821"/>
                  </a:lnTo>
                  <a:lnTo>
                    <a:pt x="195600" y="18821"/>
                  </a:lnTo>
                  <a:lnTo>
                    <a:pt x="34789" y="163011"/>
                  </a:lnTo>
                  <a:lnTo>
                    <a:pt x="538883" y="163011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3" y="163011"/>
                  </a:moveTo>
                  <a:lnTo>
                    <a:pt x="510684" y="163011"/>
                  </a:lnTo>
                  <a:lnTo>
                    <a:pt x="671494" y="18821"/>
                  </a:lnTo>
                  <a:lnTo>
                    <a:pt x="699698" y="18821"/>
                  </a:lnTo>
                  <a:lnTo>
                    <a:pt x="538883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529168" y="3621838"/>
              <a:ext cx="504190" cy="1407160"/>
            </a:xfrm>
            <a:custGeom>
              <a:avLst/>
              <a:gdLst/>
              <a:ahLst/>
              <a:cxnLst/>
              <a:rect l="l" t="t" r="r" b="b"/>
              <a:pathLst>
                <a:path w="504189" h="1407160">
                  <a:moveTo>
                    <a:pt x="504111" y="1406887"/>
                  </a:moveTo>
                  <a:lnTo>
                    <a:pt x="0" y="1406887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40688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519747" y="3612432"/>
              <a:ext cx="523240" cy="1426210"/>
            </a:xfrm>
            <a:custGeom>
              <a:avLst/>
              <a:gdLst/>
              <a:ahLst/>
              <a:cxnLst/>
              <a:rect l="l" t="t" r="r" b="b"/>
              <a:pathLst>
                <a:path w="523239" h="1426210">
                  <a:moveTo>
                    <a:pt x="518736" y="1425697"/>
                  </a:moveTo>
                  <a:lnTo>
                    <a:pt x="4204" y="1425697"/>
                  </a:lnTo>
                  <a:lnTo>
                    <a:pt x="0" y="1421494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7" y="0"/>
                  </a:lnTo>
                  <a:lnTo>
                    <a:pt x="522941" y="4203"/>
                  </a:lnTo>
                  <a:lnTo>
                    <a:pt x="522941" y="18810"/>
                  </a:lnTo>
                  <a:lnTo>
                    <a:pt x="18830" y="18810"/>
                  </a:lnTo>
                  <a:lnTo>
                    <a:pt x="18830" y="1406875"/>
                  </a:lnTo>
                  <a:lnTo>
                    <a:pt x="522941" y="1406875"/>
                  </a:lnTo>
                  <a:lnTo>
                    <a:pt x="522941" y="1421494"/>
                  </a:lnTo>
                  <a:lnTo>
                    <a:pt x="518736" y="1425697"/>
                  </a:lnTo>
                  <a:close/>
                </a:path>
                <a:path w="523239" h="1426210">
                  <a:moveTo>
                    <a:pt x="522941" y="1406875"/>
                  </a:moveTo>
                  <a:lnTo>
                    <a:pt x="504122" y="1406875"/>
                  </a:lnTo>
                  <a:lnTo>
                    <a:pt x="504122" y="18810"/>
                  </a:lnTo>
                  <a:lnTo>
                    <a:pt x="522941" y="18810"/>
                  </a:lnTo>
                  <a:lnTo>
                    <a:pt x="522941" y="1406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033268" y="3458825"/>
              <a:ext cx="182245" cy="1570355"/>
            </a:xfrm>
            <a:custGeom>
              <a:avLst/>
              <a:gdLst/>
              <a:ahLst/>
              <a:cxnLst/>
              <a:rect l="l" t="t" r="r" b="b"/>
              <a:pathLst>
                <a:path w="182244" h="1570354">
                  <a:moveTo>
                    <a:pt x="181812" y="1569887"/>
                  </a:moveTo>
                  <a:lnTo>
                    <a:pt x="0" y="1569887"/>
                  </a:lnTo>
                  <a:lnTo>
                    <a:pt x="0" y="163011"/>
                  </a:lnTo>
                  <a:lnTo>
                    <a:pt x="181812" y="0"/>
                  </a:lnTo>
                  <a:lnTo>
                    <a:pt x="181812" y="1569887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023871" y="3448731"/>
              <a:ext cx="200660" cy="1589405"/>
            </a:xfrm>
            <a:custGeom>
              <a:avLst/>
              <a:gdLst/>
              <a:ahLst/>
              <a:cxnLst/>
              <a:rect l="l" t="t" r="r" b="b"/>
              <a:pathLst>
                <a:path w="200660" h="1589404">
                  <a:moveTo>
                    <a:pt x="196437" y="1589398"/>
                  </a:moveTo>
                  <a:lnTo>
                    <a:pt x="4204" y="1589398"/>
                  </a:lnTo>
                  <a:lnTo>
                    <a:pt x="0" y="1585195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682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66"/>
                  </a:lnTo>
                  <a:lnTo>
                    <a:pt x="181800" y="31166"/>
                  </a:lnTo>
                  <a:lnTo>
                    <a:pt x="18818" y="177286"/>
                  </a:lnTo>
                  <a:lnTo>
                    <a:pt x="18818" y="1570565"/>
                  </a:lnTo>
                  <a:lnTo>
                    <a:pt x="200630" y="1570565"/>
                  </a:lnTo>
                  <a:lnTo>
                    <a:pt x="200630" y="1585195"/>
                  </a:lnTo>
                  <a:lnTo>
                    <a:pt x="196437" y="1589398"/>
                  </a:lnTo>
                  <a:close/>
                </a:path>
                <a:path w="200660" h="1589404">
                  <a:moveTo>
                    <a:pt x="200630" y="1570565"/>
                  </a:moveTo>
                  <a:lnTo>
                    <a:pt x="181800" y="1570565"/>
                  </a:lnTo>
                  <a:lnTo>
                    <a:pt x="181800" y="31166"/>
                  </a:lnTo>
                  <a:lnTo>
                    <a:pt x="200630" y="31166"/>
                  </a:lnTo>
                  <a:lnTo>
                    <a:pt x="200630" y="1570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529168" y="3458825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00" y="163011"/>
                  </a:moveTo>
                  <a:lnTo>
                    <a:pt x="0" y="163011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1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518965" y="3449409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53" y="861"/>
                  </a:lnTo>
                  <a:lnTo>
                    <a:pt x="189705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1" y="18821"/>
                  </a:lnTo>
                  <a:lnTo>
                    <a:pt x="195634" y="18821"/>
                  </a:lnTo>
                  <a:lnTo>
                    <a:pt x="34812" y="163011"/>
                  </a:lnTo>
                  <a:lnTo>
                    <a:pt x="538906" y="163011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5" h="182245">
                  <a:moveTo>
                    <a:pt x="538906" y="163011"/>
                  </a:moveTo>
                  <a:lnTo>
                    <a:pt x="510718" y="163011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20330" y="3216932"/>
              <a:ext cx="504190" cy="1812289"/>
            </a:xfrm>
            <a:custGeom>
              <a:avLst/>
              <a:gdLst/>
              <a:ahLst/>
              <a:cxnLst/>
              <a:rect l="l" t="t" r="r" b="b"/>
              <a:pathLst>
                <a:path w="504189" h="1812289">
                  <a:moveTo>
                    <a:pt x="504111" y="1811793"/>
                  </a:moveTo>
                  <a:lnTo>
                    <a:pt x="0" y="18117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8117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410909" y="3207515"/>
              <a:ext cx="523240" cy="1830705"/>
            </a:xfrm>
            <a:custGeom>
              <a:avLst/>
              <a:gdLst/>
              <a:ahLst/>
              <a:cxnLst/>
              <a:rect l="l" t="t" r="r" b="b"/>
              <a:pathLst>
                <a:path w="523239" h="1830704">
                  <a:moveTo>
                    <a:pt x="518736" y="1830603"/>
                  </a:moveTo>
                  <a:lnTo>
                    <a:pt x="4193" y="1830603"/>
                  </a:lnTo>
                  <a:lnTo>
                    <a:pt x="0" y="18264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6" y="0"/>
                  </a:lnTo>
                  <a:lnTo>
                    <a:pt x="522941" y="4203"/>
                  </a:lnTo>
                  <a:lnTo>
                    <a:pt x="522941" y="18821"/>
                  </a:lnTo>
                  <a:lnTo>
                    <a:pt x="18830" y="18821"/>
                  </a:lnTo>
                  <a:lnTo>
                    <a:pt x="18830" y="1811793"/>
                  </a:lnTo>
                  <a:lnTo>
                    <a:pt x="522941" y="1811793"/>
                  </a:lnTo>
                  <a:lnTo>
                    <a:pt x="522941" y="1826400"/>
                  </a:lnTo>
                  <a:lnTo>
                    <a:pt x="518736" y="1830603"/>
                  </a:lnTo>
                  <a:close/>
                </a:path>
                <a:path w="523239" h="1830704">
                  <a:moveTo>
                    <a:pt x="522941" y="1811793"/>
                  </a:moveTo>
                  <a:lnTo>
                    <a:pt x="504122" y="1811793"/>
                  </a:lnTo>
                  <a:lnTo>
                    <a:pt x="504122" y="18821"/>
                  </a:lnTo>
                  <a:lnTo>
                    <a:pt x="522941" y="18821"/>
                  </a:lnTo>
                  <a:lnTo>
                    <a:pt x="522941" y="1811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924430" y="3053919"/>
              <a:ext cx="182245" cy="1974850"/>
            </a:xfrm>
            <a:custGeom>
              <a:avLst/>
              <a:gdLst/>
              <a:ahLst/>
              <a:cxnLst/>
              <a:rect l="l" t="t" r="r" b="b"/>
              <a:pathLst>
                <a:path w="182245" h="1974850">
                  <a:moveTo>
                    <a:pt x="181812" y="1974793"/>
                  </a:moveTo>
                  <a:lnTo>
                    <a:pt x="0" y="1974793"/>
                  </a:lnTo>
                  <a:lnTo>
                    <a:pt x="0" y="163012"/>
                  </a:lnTo>
                  <a:lnTo>
                    <a:pt x="181812" y="0"/>
                  </a:lnTo>
                  <a:lnTo>
                    <a:pt x="181812" y="19747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915034" y="3043814"/>
              <a:ext cx="200660" cy="1994535"/>
            </a:xfrm>
            <a:custGeom>
              <a:avLst/>
              <a:gdLst/>
              <a:ahLst/>
              <a:cxnLst/>
              <a:rect l="l" t="t" r="r" b="b"/>
              <a:pathLst>
                <a:path w="200660" h="1994535">
                  <a:moveTo>
                    <a:pt x="196425" y="1994315"/>
                  </a:moveTo>
                  <a:lnTo>
                    <a:pt x="4204" y="1994315"/>
                  </a:lnTo>
                  <a:lnTo>
                    <a:pt x="0" y="1990112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799" y="31189"/>
                  </a:lnTo>
                  <a:lnTo>
                    <a:pt x="18818" y="177309"/>
                  </a:lnTo>
                  <a:lnTo>
                    <a:pt x="18818" y="1975494"/>
                  </a:lnTo>
                  <a:lnTo>
                    <a:pt x="200630" y="1975494"/>
                  </a:lnTo>
                  <a:lnTo>
                    <a:pt x="200630" y="1990112"/>
                  </a:lnTo>
                  <a:lnTo>
                    <a:pt x="196425" y="1994315"/>
                  </a:lnTo>
                  <a:close/>
                </a:path>
                <a:path w="200660" h="1994535">
                  <a:moveTo>
                    <a:pt x="200630" y="1975494"/>
                  </a:moveTo>
                  <a:lnTo>
                    <a:pt x="181799" y="1975494"/>
                  </a:lnTo>
                  <a:lnTo>
                    <a:pt x="181799" y="31189"/>
                  </a:lnTo>
                  <a:lnTo>
                    <a:pt x="200630" y="31189"/>
                  </a:lnTo>
                  <a:lnTo>
                    <a:pt x="200630" y="197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20330" y="3053919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00" y="163012"/>
                  </a:moveTo>
                  <a:lnTo>
                    <a:pt x="0" y="163012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2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410128" y="30445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5"/>
                  </a:lnTo>
                  <a:lnTo>
                    <a:pt x="699721" y="18821"/>
                  </a:lnTo>
                  <a:lnTo>
                    <a:pt x="195611" y="18821"/>
                  </a:lnTo>
                  <a:lnTo>
                    <a:pt x="34800" y="163012"/>
                  </a:lnTo>
                  <a:lnTo>
                    <a:pt x="538906" y="163012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4" h="182244">
                  <a:moveTo>
                    <a:pt x="538906" y="163012"/>
                  </a:moveTo>
                  <a:lnTo>
                    <a:pt x="510718" y="163012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311493" y="2712220"/>
              <a:ext cx="504190" cy="2317115"/>
            </a:xfrm>
            <a:custGeom>
              <a:avLst/>
              <a:gdLst/>
              <a:ahLst/>
              <a:cxnLst/>
              <a:rect l="l" t="t" r="r" b="b"/>
              <a:pathLst>
                <a:path w="504189" h="2317115">
                  <a:moveTo>
                    <a:pt x="504111" y="2316493"/>
                  </a:moveTo>
                  <a:lnTo>
                    <a:pt x="0" y="23164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23164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302084" y="2702815"/>
              <a:ext cx="523240" cy="2335530"/>
            </a:xfrm>
            <a:custGeom>
              <a:avLst/>
              <a:gdLst/>
              <a:ahLst/>
              <a:cxnLst/>
              <a:rect l="l" t="t" r="r" b="b"/>
              <a:pathLst>
                <a:path w="523239" h="2335529">
                  <a:moveTo>
                    <a:pt x="518713" y="2335303"/>
                  </a:moveTo>
                  <a:lnTo>
                    <a:pt x="4193" y="2335303"/>
                  </a:lnTo>
                  <a:lnTo>
                    <a:pt x="0" y="23311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2316493"/>
                  </a:lnTo>
                  <a:lnTo>
                    <a:pt x="522918" y="2316493"/>
                  </a:lnTo>
                  <a:lnTo>
                    <a:pt x="522918" y="2331100"/>
                  </a:lnTo>
                  <a:lnTo>
                    <a:pt x="518713" y="2335303"/>
                  </a:lnTo>
                  <a:close/>
                </a:path>
                <a:path w="523239" h="2335529">
                  <a:moveTo>
                    <a:pt x="522918" y="2316493"/>
                  </a:moveTo>
                  <a:lnTo>
                    <a:pt x="504088" y="2316493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231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15604" y="2549220"/>
              <a:ext cx="182245" cy="2479675"/>
            </a:xfrm>
            <a:custGeom>
              <a:avLst/>
              <a:gdLst/>
              <a:ahLst/>
              <a:cxnLst/>
              <a:rect l="l" t="t" r="r" b="b"/>
              <a:pathLst>
                <a:path w="182245" h="2479675">
                  <a:moveTo>
                    <a:pt x="181800" y="2479493"/>
                  </a:moveTo>
                  <a:lnTo>
                    <a:pt x="0" y="2479493"/>
                  </a:lnTo>
                  <a:lnTo>
                    <a:pt x="0" y="163000"/>
                  </a:lnTo>
                  <a:lnTo>
                    <a:pt x="181800" y="0"/>
                  </a:lnTo>
                  <a:lnTo>
                    <a:pt x="181800" y="24794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06184" y="2539114"/>
              <a:ext cx="200660" cy="2499360"/>
            </a:xfrm>
            <a:custGeom>
              <a:avLst/>
              <a:gdLst/>
              <a:ahLst/>
              <a:cxnLst/>
              <a:rect l="l" t="t" r="r" b="b"/>
              <a:pathLst>
                <a:path w="200660" h="2499360">
                  <a:moveTo>
                    <a:pt x="196448" y="2499004"/>
                  </a:moveTo>
                  <a:lnTo>
                    <a:pt x="4193" y="2499004"/>
                  </a:lnTo>
                  <a:lnTo>
                    <a:pt x="0" y="249480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28" y="608"/>
                  </a:lnTo>
                  <a:lnTo>
                    <a:pt x="191680" y="0"/>
                  </a:lnTo>
                  <a:lnTo>
                    <a:pt x="198459" y="3031"/>
                  </a:lnTo>
                  <a:lnTo>
                    <a:pt x="200653" y="6396"/>
                  </a:lnTo>
                  <a:lnTo>
                    <a:pt x="200653" y="31189"/>
                  </a:lnTo>
                  <a:lnTo>
                    <a:pt x="181811" y="31189"/>
                  </a:lnTo>
                  <a:lnTo>
                    <a:pt x="18818" y="177309"/>
                  </a:lnTo>
                  <a:lnTo>
                    <a:pt x="18818" y="2480194"/>
                  </a:lnTo>
                  <a:lnTo>
                    <a:pt x="200653" y="2480194"/>
                  </a:lnTo>
                  <a:lnTo>
                    <a:pt x="200653" y="2494801"/>
                  </a:lnTo>
                  <a:lnTo>
                    <a:pt x="196448" y="2499004"/>
                  </a:lnTo>
                  <a:close/>
                </a:path>
                <a:path w="200660" h="2499360">
                  <a:moveTo>
                    <a:pt x="200653" y="2480194"/>
                  </a:moveTo>
                  <a:lnTo>
                    <a:pt x="181811" y="2480194"/>
                  </a:lnTo>
                  <a:lnTo>
                    <a:pt x="181811" y="31189"/>
                  </a:lnTo>
                  <a:lnTo>
                    <a:pt x="200653" y="31189"/>
                  </a:lnTo>
                  <a:lnTo>
                    <a:pt x="200653" y="2480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311493" y="254922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301302" y="25398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6" y="13814"/>
                  </a:lnTo>
                  <a:lnTo>
                    <a:pt x="699721" y="18821"/>
                  </a:lnTo>
                  <a:lnTo>
                    <a:pt x="195587" y="18821"/>
                  </a:lnTo>
                  <a:lnTo>
                    <a:pt x="34776" y="163012"/>
                  </a:lnTo>
                  <a:lnTo>
                    <a:pt x="538885" y="163012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4" h="182244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1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202655" y="3108571"/>
              <a:ext cx="504190" cy="1920239"/>
            </a:xfrm>
            <a:custGeom>
              <a:avLst/>
              <a:gdLst/>
              <a:ahLst/>
              <a:cxnLst/>
              <a:rect l="l" t="t" r="r" b="b"/>
              <a:pathLst>
                <a:path w="504189" h="1920239">
                  <a:moveTo>
                    <a:pt x="504112" y="1920142"/>
                  </a:moveTo>
                  <a:lnTo>
                    <a:pt x="0" y="1920142"/>
                  </a:lnTo>
                  <a:lnTo>
                    <a:pt x="0" y="0"/>
                  </a:lnTo>
                  <a:lnTo>
                    <a:pt x="504112" y="0"/>
                  </a:lnTo>
                  <a:lnTo>
                    <a:pt x="504112" y="1920142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193258" y="3099165"/>
              <a:ext cx="523240" cy="1939289"/>
            </a:xfrm>
            <a:custGeom>
              <a:avLst/>
              <a:gdLst/>
              <a:ahLst/>
              <a:cxnLst/>
              <a:rect l="l" t="t" r="r" b="b"/>
              <a:pathLst>
                <a:path w="523239" h="1939289">
                  <a:moveTo>
                    <a:pt x="518713" y="1938953"/>
                  </a:moveTo>
                  <a:lnTo>
                    <a:pt x="4193" y="1938953"/>
                  </a:lnTo>
                  <a:lnTo>
                    <a:pt x="0" y="193475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1920142"/>
                  </a:lnTo>
                  <a:lnTo>
                    <a:pt x="522918" y="1920142"/>
                  </a:lnTo>
                  <a:lnTo>
                    <a:pt x="522918" y="1934750"/>
                  </a:lnTo>
                  <a:lnTo>
                    <a:pt x="518713" y="1938953"/>
                  </a:lnTo>
                  <a:close/>
                </a:path>
                <a:path w="523239" h="1939289">
                  <a:moveTo>
                    <a:pt x="522918" y="1920142"/>
                  </a:moveTo>
                  <a:lnTo>
                    <a:pt x="504088" y="1920142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19201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706767" y="2945570"/>
              <a:ext cx="182245" cy="2083435"/>
            </a:xfrm>
            <a:custGeom>
              <a:avLst/>
              <a:gdLst/>
              <a:ahLst/>
              <a:cxnLst/>
              <a:rect l="l" t="t" r="r" b="b"/>
              <a:pathLst>
                <a:path w="182245" h="2083435">
                  <a:moveTo>
                    <a:pt x="181811" y="2083143"/>
                  </a:moveTo>
                  <a:lnTo>
                    <a:pt x="0" y="2083143"/>
                  </a:lnTo>
                  <a:lnTo>
                    <a:pt x="0" y="163000"/>
                  </a:lnTo>
                  <a:lnTo>
                    <a:pt x="181811" y="0"/>
                  </a:lnTo>
                  <a:lnTo>
                    <a:pt x="181811" y="208314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697358" y="2935465"/>
              <a:ext cx="200660" cy="2103120"/>
            </a:xfrm>
            <a:custGeom>
              <a:avLst/>
              <a:gdLst/>
              <a:ahLst/>
              <a:cxnLst/>
              <a:rect l="l" t="t" r="r" b="b"/>
              <a:pathLst>
                <a:path w="200660" h="2103120">
                  <a:moveTo>
                    <a:pt x="196425" y="2102654"/>
                  </a:moveTo>
                  <a:lnTo>
                    <a:pt x="4193" y="2102654"/>
                  </a:lnTo>
                  <a:lnTo>
                    <a:pt x="0" y="209845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800" y="31189"/>
                  </a:lnTo>
                  <a:lnTo>
                    <a:pt x="18818" y="177309"/>
                  </a:lnTo>
                  <a:lnTo>
                    <a:pt x="18818" y="2083843"/>
                  </a:lnTo>
                  <a:lnTo>
                    <a:pt x="200630" y="2083843"/>
                  </a:lnTo>
                  <a:lnTo>
                    <a:pt x="200630" y="2098451"/>
                  </a:lnTo>
                  <a:lnTo>
                    <a:pt x="196425" y="2102654"/>
                  </a:lnTo>
                  <a:close/>
                </a:path>
                <a:path w="200660" h="2103120">
                  <a:moveTo>
                    <a:pt x="200630" y="2083843"/>
                  </a:moveTo>
                  <a:lnTo>
                    <a:pt x="181800" y="2083843"/>
                  </a:lnTo>
                  <a:lnTo>
                    <a:pt x="181800" y="31189"/>
                  </a:lnTo>
                  <a:lnTo>
                    <a:pt x="200630" y="31189"/>
                  </a:lnTo>
                  <a:lnTo>
                    <a:pt x="200630" y="2083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202655" y="294557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2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3" y="0"/>
                  </a:lnTo>
                  <a:lnTo>
                    <a:pt x="504112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192471" y="2936163"/>
              <a:ext cx="2481580" cy="6279515"/>
            </a:xfrm>
            <a:custGeom>
              <a:avLst/>
              <a:gdLst/>
              <a:ahLst/>
              <a:cxnLst/>
              <a:rect l="l" t="t" r="r" b="b"/>
              <a:pathLst>
                <a:path w="2481579" h="6279515">
                  <a:moveTo>
                    <a:pt x="706285" y="9690"/>
                  </a:moveTo>
                  <a:lnTo>
                    <a:pt x="703478" y="2413"/>
                  </a:lnTo>
                  <a:lnTo>
                    <a:pt x="699985" y="0"/>
                  </a:lnTo>
                  <a:lnTo>
                    <a:pt x="671487" y="0"/>
                  </a:lnTo>
                  <a:lnTo>
                    <a:pt x="671487" y="18821"/>
                  </a:lnTo>
                  <a:lnTo>
                    <a:pt x="510679" y="163004"/>
                  </a:lnTo>
                  <a:lnTo>
                    <a:pt x="34785" y="163004"/>
                  </a:lnTo>
                  <a:lnTo>
                    <a:pt x="195592" y="18821"/>
                  </a:lnTo>
                  <a:lnTo>
                    <a:pt x="671487" y="18821"/>
                  </a:lnTo>
                  <a:lnTo>
                    <a:pt x="671487" y="0"/>
                  </a:lnTo>
                  <a:lnTo>
                    <a:pt x="189674" y="0"/>
                  </a:lnTo>
                  <a:lnTo>
                    <a:pt x="187426" y="863"/>
                  </a:lnTo>
                  <a:lnTo>
                    <a:pt x="1003" y="168021"/>
                  </a:lnTo>
                  <a:lnTo>
                    <a:pt x="0" y="172135"/>
                  </a:lnTo>
                  <a:lnTo>
                    <a:pt x="2806" y="179412"/>
                  </a:lnTo>
                  <a:lnTo>
                    <a:pt x="6299" y="181825"/>
                  </a:lnTo>
                  <a:lnTo>
                    <a:pt x="516597" y="181825"/>
                  </a:lnTo>
                  <a:lnTo>
                    <a:pt x="518845" y="180975"/>
                  </a:lnTo>
                  <a:lnTo>
                    <a:pt x="538886" y="163004"/>
                  </a:lnTo>
                  <a:lnTo>
                    <a:pt x="699693" y="18821"/>
                  </a:lnTo>
                  <a:lnTo>
                    <a:pt x="705281" y="13817"/>
                  </a:lnTo>
                  <a:lnTo>
                    <a:pt x="706285" y="9690"/>
                  </a:lnTo>
                  <a:close/>
                </a:path>
                <a:path w="2481579" h="6279515">
                  <a:moveTo>
                    <a:pt x="2481161" y="5821527"/>
                  </a:moveTo>
                  <a:lnTo>
                    <a:pt x="2480767" y="5817628"/>
                  </a:lnTo>
                  <a:lnTo>
                    <a:pt x="2480183" y="5811939"/>
                  </a:lnTo>
                  <a:lnTo>
                    <a:pt x="2476144" y="5808269"/>
                  </a:lnTo>
                  <a:lnTo>
                    <a:pt x="558965" y="5798782"/>
                  </a:lnTo>
                  <a:lnTo>
                    <a:pt x="555625" y="5798782"/>
                  </a:lnTo>
                  <a:lnTo>
                    <a:pt x="552526" y="5800560"/>
                  </a:lnTo>
                  <a:lnTo>
                    <a:pt x="279615" y="6268758"/>
                  </a:lnTo>
                  <a:lnTo>
                    <a:pt x="279793" y="6272758"/>
                  </a:lnTo>
                  <a:lnTo>
                    <a:pt x="283781" y="6278257"/>
                  </a:lnTo>
                  <a:lnTo>
                    <a:pt x="286258" y="6279502"/>
                  </a:lnTo>
                  <a:lnTo>
                    <a:pt x="291528" y="6279502"/>
                  </a:lnTo>
                  <a:lnTo>
                    <a:pt x="401078" y="6256782"/>
                  </a:lnTo>
                  <a:lnTo>
                    <a:pt x="2477947" y="5825922"/>
                  </a:lnTo>
                  <a:lnTo>
                    <a:pt x="2481161" y="5821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482054" y="4615125"/>
              <a:ext cx="1270635" cy="4591685"/>
            </a:xfrm>
            <a:custGeom>
              <a:avLst/>
              <a:gdLst/>
              <a:ahLst/>
              <a:cxnLst/>
              <a:rect l="l" t="t" r="r" b="b"/>
              <a:pathLst>
                <a:path w="1270634" h="4591684">
                  <a:moveTo>
                    <a:pt x="0" y="4591266"/>
                  </a:moveTo>
                  <a:lnTo>
                    <a:pt x="1002674" y="598556"/>
                  </a:lnTo>
                  <a:lnTo>
                    <a:pt x="1043792" y="0"/>
                  </a:lnTo>
                  <a:lnTo>
                    <a:pt x="1090047" y="46233"/>
                  </a:lnTo>
                  <a:lnTo>
                    <a:pt x="1124058" y="83038"/>
                  </a:lnTo>
                  <a:lnTo>
                    <a:pt x="1154684" y="122112"/>
                  </a:lnTo>
                  <a:lnTo>
                    <a:pt x="1181863" y="163227"/>
                  </a:lnTo>
                  <a:lnTo>
                    <a:pt x="1205531" y="206153"/>
                  </a:lnTo>
                  <a:lnTo>
                    <a:pt x="1225628" y="250663"/>
                  </a:lnTo>
                  <a:lnTo>
                    <a:pt x="1242091" y="296527"/>
                  </a:lnTo>
                  <a:lnTo>
                    <a:pt x="1254858" y="343516"/>
                  </a:lnTo>
                  <a:lnTo>
                    <a:pt x="1263866" y="391402"/>
                  </a:lnTo>
                  <a:lnTo>
                    <a:pt x="1269054" y="439956"/>
                  </a:lnTo>
                  <a:lnTo>
                    <a:pt x="1270360" y="488948"/>
                  </a:lnTo>
                  <a:lnTo>
                    <a:pt x="1267722" y="538150"/>
                  </a:lnTo>
                  <a:lnTo>
                    <a:pt x="1261077" y="587333"/>
                  </a:lnTo>
                  <a:lnTo>
                    <a:pt x="1250363" y="636269"/>
                  </a:lnTo>
                  <a:lnTo>
                    <a:pt x="281042" y="4335534"/>
                  </a:lnTo>
                  <a:lnTo>
                    <a:pt x="264519" y="4383868"/>
                  </a:lnTo>
                  <a:lnTo>
                    <a:pt x="241523" y="4428579"/>
                  </a:lnTo>
                  <a:lnTo>
                    <a:pt x="212633" y="4469138"/>
                  </a:lnTo>
                  <a:lnTo>
                    <a:pt x="178425" y="4505021"/>
                  </a:lnTo>
                  <a:lnTo>
                    <a:pt x="139480" y="4535702"/>
                  </a:lnTo>
                  <a:lnTo>
                    <a:pt x="96375" y="4560653"/>
                  </a:lnTo>
                  <a:lnTo>
                    <a:pt x="49689" y="4579350"/>
                  </a:lnTo>
                  <a:lnTo>
                    <a:pt x="0" y="4591266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0" y="4536807"/>
              <a:ext cx="6762115" cy="4679315"/>
            </a:xfrm>
            <a:custGeom>
              <a:avLst/>
              <a:gdLst/>
              <a:ahLst/>
              <a:cxnLst/>
              <a:rect l="l" t="t" r="r" b="b"/>
              <a:pathLst>
                <a:path w="6762115" h="4679315">
                  <a:moveTo>
                    <a:pt x="6761670" y="567664"/>
                  </a:moveTo>
                  <a:lnTo>
                    <a:pt x="6761658" y="567423"/>
                  </a:lnTo>
                  <a:lnTo>
                    <a:pt x="6760286" y="517906"/>
                  </a:lnTo>
                  <a:lnTo>
                    <a:pt x="6754965" y="468553"/>
                  </a:lnTo>
                  <a:lnTo>
                    <a:pt x="6745783" y="419862"/>
                  </a:lnTo>
                  <a:lnTo>
                    <a:pt x="6742849" y="409079"/>
                  </a:lnTo>
                  <a:lnTo>
                    <a:pt x="6742849" y="567423"/>
                  </a:lnTo>
                  <a:lnTo>
                    <a:pt x="6742836" y="567664"/>
                  </a:lnTo>
                  <a:lnTo>
                    <a:pt x="6740309" y="615848"/>
                  </a:lnTo>
                  <a:lnTo>
                    <a:pt x="6733819" y="664184"/>
                  </a:lnTo>
                  <a:lnTo>
                    <a:pt x="6723329" y="712216"/>
                  </a:lnTo>
                  <a:lnTo>
                    <a:pt x="5753989" y="4411484"/>
                  </a:lnTo>
                  <a:lnTo>
                    <a:pt x="5738609" y="4456836"/>
                  </a:lnTo>
                  <a:lnTo>
                    <a:pt x="5717349" y="4498949"/>
                  </a:lnTo>
                  <a:lnTo>
                    <a:pt x="5690717" y="4537354"/>
                  </a:lnTo>
                  <a:lnTo>
                    <a:pt x="5659209" y="4571606"/>
                  </a:lnTo>
                  <a:lnTo>
                    <a:pt x="5623357" y="4601222"/>
                  </a:lnTo>
                  <a:lnTo>
                    <a:pt x="5583656" y="4625746"/>
                  </a:lnTo>
                  <a:lnTo>
                    <a:pt x="5540629" y="4644720"/>
                  </a:lnTo>
                  <a:lnTo>
                    <a:pt x="5494998" y="4657610"/>
                  </a:lnTo>
                  <a:lnTo>
                    <a:pt x="6620891" y="361099"/>
                  </a:lnTo>
                  <a:lnTo>
                    <a:pt x="6629781" y="307416"/>
                  </a:lnTo>
                  <a:lnTo>
                    <a:pt x="6629730" y="304838"/>
                  </a:lnTo>
                  <a:lnTo>
                    <a:pt x="6629616" y="300037"/>
                  </a:lnTo>
                  <a:lnTo>
                    <a:pt x="6628587" y="254101"/>
                  </a:lnTo>
                  <a:lnTo>
                    <a:pt x="6617551" y="202285"/>
                  </a:lnTo>
                  <a:lnTo>
                    <a:pt x="6607607" y="178625"/>
                  </a:lnTo>
                  <a:lnTo>
                    <a:pt x="6628879" y="205790"/>
                  </a:lnTo>
                  <a:lnTo>
                    <a:pt x="6655575" y="246278"/>
                  </a:lnTo>
                  <a:lnTo>
                    <a:pt x="6678841" y="288582"/>
                  </a:lnTo>
                  <a:lnTo>
                    <a:pt x="6698628" y="332486"/>
                  </a:lnTo>
                  <a:lnTo>
                    <a:pt x="6714845" y="377723"/>
                  </a:lnTo>
                  <a:lnTo>
                    <a:pt x="6727444" y="424078"/>
                  </a:lnTo>
                  <a:lnTo>
                    <a:pt x="6736347" y="471297"/>
                  </a:lnTo>
                  <a:lnTo>
                    <a:pt x="6741503" y="519163"/>
                  </a:lnTo>
                  <a:lnTo>
                    <a:pt x="6742849" y="567423"/>
                  </a:lnTo>
                  <a:lnTo>
                    <a:pt x="6742849" y="409079"/>
                  </a:lnTo>
                  <a:lnTo>
                    <a:pt x="6732791" y="372059"/>
                  </a:lnTo>
                  <a:lnTo>
                    <a:pt x="6716077" y="325412"/>
                  </a:lnTo>
                  <a:lnTo>
                    <a:pt x="6695681" y="280149"/>
                  </a:lnTo>
                  <a:lnTo>
                    <a:pt x="6671691" y="236524"/>
                  </a:lnTo>
                  <a:lnTo>
                    <a:pt x="6644157" y="194779"/>
                  </a:lnTo>
                  <a:lnTo>
                    <a:pt x="6613157" y="155155"/>
                  </a:lnTo>
                  <a:lnTo>
                    <a:pt x="6578752" y="117894"/>
                  </a:lnTo>
                  <a:lnTo>
                    <a:pt x="6529908" y="69062"/>
                  </a:lnTo>
                  <a:lnTo>
                    <a:pt x="6529438" y="68961"/>
                  </a:lnTo>
                  <a:lnTo>
                    <a:pt x="6529057" y="68554"/>
                  </a:lnTo>
                  <a:lnTo>
                    <a:pt x="6485483" y="37731"/>
                  </a:lnTo>
                  <a:lnTo>
                    <a:pt x="6444005" y="18796"/>
                  </a:lnTo>
                  <a:lnTo>
                    <a:pt x="6437249" y="15709"/>
                  </a:lnTo>
                  <a:lnTo>
                    <a:pt x="6385446" y="2971"/>
                  </a:lnTo>
                  <a:lnTo>
                    <a:pt x="6331140" y="0"/>
                  </a:lnTo>
                  <a:lnTo>
                    <a:pt x="172339" y="230162"/>
                  </a:lnTo>
                  <a:lnTo>
                    <a:pt x="125196" y="234759"/>
                  </a:lnTo>
                  <a:lnTo>
                    <a:pt x="79768" y="244805"/>
                  </a:lnTo>
                  <a:lnTo>
                    <a:pt x="36436" y="260019"/>
                  </a:lnTo>
                  <a:lnTo>
                    <a:pt x="0" y="277939"/>
                  </a:lnTo>
                  <a:lnTo>
                    <a:pt x="0" y="289788"/>
                  </a:lnTo>
                  <a:lnTo>
                    <a:pt x="0" y="300037"/>
                  </a:lnTo>
                  <a:lnTo>
                    <a:pt x="0" y="4392244"/>
                  </a:lnTo>
                  <a:lnTo>
                    <a:pt x="0" y="4401667"/>
                  </a:lnTo>
                  <a:lnTo>
                    <a:pt x="0" y="4411091"/>
                  </a:lnTo>
                  <a:lnTo>
                    <a:pt x="5481637" y="4679035"/>
                  </a:lnTo>
                  <a:lnTo>
                    <a:pt x="5486412" y="4679035"/>
                  </a:lnTo>
                  <a:lnTo>
                    <a:pt x="5487936" y="4677867"/>
                  </a:lnTo>
                  <a:lnTo>
                    <a:pt x="5529059" y="4668342"/>
                  </a:lnTo>
                  <a:lnTo>
                    <a:pt x="5572150" y="4652264"/>
                  </a:lnTo>
                  <a:lnTo>
                    <a:pt x="5612460" y="4631004"/>
                  </a:lnTo>
                  <a:lnTo>
                    <a:pt x="5649569" y="4604956"/>
                  </a:lnTo>
                  <a:lnTo>
                    <a:pt x="5683047" y="4574489"/>
                  </a:lnTo>
                  <a:lnTo>
                    <a:pt x="5712460" y="4540008"/>
                  </a:lnTo>
                  <a:lnTo>
                    <a:pt x="5737415" y="4501870"/>
                  </a:lnTo>
                  <a:lnTo>
                    <a:pt x="5757469" y="4460481"/>
                  </a:lnTo>
                  <a:lnTo>
                    <a:pt x="5772201" y="4416222"/>
                  </a:lnTo>
                  <a:lnTo>
                    <a:pt x="6741528" y="716953"/>
                  </a:lnTo>
                  <a:lnTo>
                    <a:pt x="6752361" y="667435"/>
                  </a:lnTo>
                  <a:lnTo>
                    <a:pt x="6759041" y="617588"/>
                  </a:lnTo>
                  <a:lnTo>
                    <a:pt x="6759130" y="615848"/>
                  </a:lnTo>
                  <a:lnTo>
                    <a:pt x="6761670" y="567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0" y="4701506"/>
              <a:ext cx="6453505" cy="4034790"/>
            </a:xfrm>
            <a:custGeom>
              <a:avLst/>
              <a:gdLst/>
              <a:ahLst/>
              <a:cxnLst/>
              <a:rect l="l" t="t" r="r" b="b"/>
              <a:pathLst>
                <a:path w="6453505" h="4034790">
                  <a:moveTo>
                    <a:pt x="5224025" y="4034177"/>
                  </a:moveTo>
                  <a:lnTo>
                    <a:pt x="0" y="3829006"/>
                  </a:lnTo>
                  <a:lnTo>
                    <a:pt x="0" y="343619"/>
                  </a:lnTo>
                  <a:lnTo>
                    <a:pt x="42790" y="294552"/>
                  </a:lnTo>
                  <a:lnTo>
                    <a:pt x="80088" y="267020"/>
                  </a:lnTo>
                  <a:lnTo>
                    <a:pt x="121612" y="246077"/>
                  </a:lnTo>
                  <a:lnTo>
                    <a:pt x="166529" y="232337"/>
                  </a:lnTo>
                  <a:lnTo>
                    <a:pt x="214010" y="226413"/>
                  </a:lnTo>
                  <a:lnTo>
                    <a:pt x="6274044" y="0"/>
                  </a:lnTo>
                  <a:lnTo>
                    <a:pt x="6321662" y="4739"/>
                  </a:lnTo>
                  <a:lnTo>
                    <a:pt x="6364235" y="21392"/>
                  </a:lnTo>
                  <a:lnTo>
                    <a:pt x="6400226" y="48042"/>
                  </a:lnTo>
                  <a:lnTo>
                    <a:pt x="6428099" y="82775"/>
                  </a:lnTo>
                  <a:lnTo>
                    <a:pt x="6446315" y="123676"/>
                  </a:lnTo>
                  <a:lnTo>
                    <a:pt x="6453338" y="168829"/>
                  </a:lnTo>
                  <a:lnTo>
                    <a:pt x="6447631" y="216319"/>
                  </a:lnTo>
                  <a:lnTo>
                    <a:pt x="5500954" y="3829088"/>
                  </a:lnTo>
                  <a:lnTo>
                    <a:pt x="5484952" y="3873954"/>
                  </a:lnTo>
                  <a:lnTo>
                    <a:pt x="5462023" y="3914517"/>
                  </a:lnTo>
                  <a:lnTo>
                    <a:pt x="5432972" y="3950181"/>
                  </a:lnTo>
                  <a:lnTo>
                    <a:pt x="5398602" y="3980351"/>
                  </a:lnTo>
                  <a:lnTo>
                    <a:pt x="5359718" y="4004431"/>
                  </a:lnTo>
                  <a:lnTo>
                    <a:pt x="5317124" y="4021825"/>
                  </a:lnTo>
                  <a:lnTo>
                    <a:pt x="5271625" y="4031939"/>
                  </a:lnTo>
                  <a:lnTo>
                    <a:pt x="5224025" y="4034177"/>
                  </a:lnTo>
                  <a:close/>
                </a:path>
              </a:pathLst>
            </a:custGeom>
            <a:solidFill>
              <a:srgbClr val="99D4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0" y="4692090"/>
              <a:ext cx="6463030" cy="4053204"/>
            </a:xfrm>
            <a:custGeom>
              <a:avLst/>
              <a:gdLst/>
              <a:ahLst/>
              <a:cxnLst/>
              <a:rect l="l" t="t" r="r" b="b"/>
              <a:pathLst>
                <a:path w="6463030" h="4053204">
                  <a:moveTo>
                    <a:pt x="0" y="369528"/>
                  </a:moveTo>
                  <a:lnTo>
                    <a:pt x="3219" y="331191"/>
                  </a:lnTo>
                  <a:lnTo>
                    <a:pt x="36440" y="296557"/>
                  </a:lnTo>
                  <a:lnTo>
                    <a:pt x="74897" y="268170"/>
                  </a:lnTo>
                  <a:lnTo>
                    <a:pt x="117790" y="246623"/>
                  </a:lnTo>
                  <a:lnTo>
                    <a:pt x="164317" y="232507"/>
                  </a:lnTo>
                  <a:lnTo>
                    <a:pt x="213676" y="226413"/>
                  </a:lnTo>
                  <a:lnTo>
                    <a:pt x="6273711" y="0"/>
                  </a:lnTo>
                  <a:lnTo>
                    <a:pt x="6316282" y="3312"/>
                  </a:lnTo>
                  <a:lnTo>
                    <a:pt x="6356216" y="16157"/>
                  </a:lnTo>
                  <a:lnTo>
                    <a:pt x="6360382" y="18683"/>
                  </a:lnTo>
                  <a:lnTo>
                    <a:pt x="6277782" y="18683"/>
                  </a:lnTo>
                  <a:lnTo>
                    <a:pt x="214366" y="245223"/>
                  </a:lnTo>
                  <a:lnTo>
                    <a:pt x="168278" y="250915"/>
                  </a:lnTo>
                  <a:lnTo>
                    <a:pt x="124833" y="264099"/>
                  </a:lnTo>
                  <a:lnTo>
                    <a:pt x="84781" y="284222"/>
                  </a:lnTo>
                  <a:lnTo>
                    <a:pt x="48869" y="310732"/>
                  </a:lnTo>
                  <a:lnTo>
                    <a:pt x="17847" y="343075"/>
                  </a:lnTo>
                  <a:lnTo>
                    <a:pt x="0" y="369528"/>
                  </a:lnTo>
                  <a:close/>
                </a:path>
                <a:path w="6463030" h="4053204">
                  <a:moveTo>
                    <a:pt x="5334705" y="4034188"/>
                  </a:moveTo>
                  <a:lnTo>
                    <a:pt x="5224381" y="4034188"/>
                  </a:lnTo>
                  <a:lnTo>
                    <a:pt x="5270066" y="4031896"/>
                  </a:lnTo>
                  <a:lnTo>
                    <a:pt x="5313894" y="4021991"/>
                  </a:lnTo>
                  <a:lnTo>
                    <a:pt x="5355043" y="4005069"/>
                  </a:lnTo>
                  <a:lnTo>
                    <a:pt x="5392691" y="3981728"/>
                  </a:lnTo>
                  <a:lnTo>
                    <a:pt x="5426016" y="3952564"/>
                  </a:lnTo>
                  <a:lnTo>
                    <a:pt x="5454198" y="3918174"/>
                  </a:lnTo>
                  <a:lnTo>
                    <a:pt x="5476414" y="3879155"/>
                  </a:lnTo>
                  <a:lnTo>
                    <a:pt x="5491844" y="3836104"/>
                  </a:lnTo>
                  <a:lnTo>
                    <a:pt x="6438521" y="223347"/>
                  </a:lnTo>
                  <a:lnTo>
                    <a:pt x="6443859" y="185724"/>
                  </a:lnTo>
                  <a:lnTo>
                    <a:pt x="6443914" y="185338"/>
                  </a:lnTo>
                  <a:lnTo>
                    <a:pt x="6428350" y="112315"/>
                  </a:lnTo>
                  <a:lnTo>
                    <a:pt x="6407925" y="79811"/>
                  </a:lnTo>
                  <a:lnTo>
                    <a:pt x="6351232" y="34597"/>
                  </a:lnTo>
                  <a:lnTo>
                    <a:pt x="6280708" y="18683"/>
                  </a:lnTo>
                  <a:lnTo>
                    <a:pt x="6360382" y="18683"/>
                  </a:lnTo>
                  <a:lnTo>
                    <a:pt x="6422643" y="68041"/>
                  </a:lnTo>
                  <a:lnTo>
                    <a:pt x="6445423" y="104288"/>
                  </a:lnTo>
                  <a:lnTo>
                    <a:pt x="6458900" y="143984"/>
                  </a:lnTo>
                  <a:lnTo>
                    <a:pt x="6462741" y="185338"/>
                  </a:lnTo>
                  <a:lnTo>
                    <a:pt x="6462777" y="185724"/>
                  </a:lnTo>
                  <a:lnTo>
                    <a:pt x="6456753" y="228102"/>
                  </a:lnTo>
                  <a:lnTo>
                    <a:pt x="5510076" y="3840870"/>
                  </a:lnTo>
                  <a:lnTo>
                    <a:pt x="5494121" y="3885754"/>
                  </a:lnTo>
                  <a:lnTo>
                    <a:pt x="5471274" y="3926592"/>
                  </a:lnTo>
                  <a:lnTo>
                    <a:pt x="5442343" y="3962786"/>
                  </a:lnTo>
                  <a:lnTo>
                    <a:pt x="5408134" y="3993741"/>
                  </a:lnTo>
                  <a:lnTo>
                    <a:pt x="5369454" y="4018857"/>
                  </a:lnTo>
                  <a:lnTo>
                    <a:pt x="5334705" y="4034188"/>
                  </a:lnTo>
                  <a:close/>
                </a:path>
                <a:path w="6463030" h="4053204">
                  <a:moveTo>
                    <a:pt x="5235471" y="4053136"/>
                  </a:moveTo>
                  <a:lnTo>
                    <a:pt x="5227333" y="4053136"/>
                  </a:lnTo>
                  <a:lnTo>
                    <a:pt x="0" y="3847831"/>
                  </a:lnTo>
                  <a:lnTo>
                    <a:pt x="0" y="3829003"/>
                  </a:lnTo>
                  <a:lnTo>
                    <a:pt x="5224381" y="4034188"/>
                  </a:lnTo>
                  <a:lnTo>
                    <a:pt x="5334705" y="4034188"/>
                  </a:lnTo>
                  <a:lnTo>
                    <a:pt x="5327111" y="4037538"/>
                  </a:lnTo>
                  <a:lnTo>
                    <a:pt x="5281912" y="4049186"/>
                  </a:lnTo>
                  <a:lnTo>
                    <a:pt x="5235471" y="405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89488" y="5394632"/>
              <a:ext cx="4000500" cy="2663825"/>
            </a:xfrm>
            <a:custGeom>
              <a:avLst/>
              <a:gdLst/>
              <a:ahLst/>
              <a:cxnLst/>
              <a:rect l="l" t="t" r="r" b="b"/>
              <a:pathLst>
                <a:path w="4000500" h="2663825">
                  <a:moveTo>
                    <a:pt x="3302253" y="2663636"/>
                  </a:moveTo>
                  <a:lnTo>
                    <a:pt x="0" y="2589668"/>
                  </a:lnTo>
                  <a:lnTo>
                    <a:pt x="866679" y="58280"/>
                  </a:lnTo>
                  <a:lnTo>
                    <a:pt x="4000206" y="0"/>
                  </a:lnTo>
                  <a:lnTo>
                    <a:pt x="3302253" y="2663636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79607" y="5385205"/>
              <a:ext cx="4020185" cy="2682875"/>
            </a:xfrm>
            <a:custGeom>
              <a:avLst/>
              <a:gdLst/>
              <a:ahLst/>
              <a:cxnLst/>
              <a:rect l="l" t="t" r="r" b="b"/>
              <a:pathLst>
                <a:path w="4020185" h="2682875">
                  <a:moveTo>
                    <a:pt x="3316396" y="2682457"/>
                  </a:moveTo>
                  <a:lnTo>
                    <a:pt x="3311631" y="2682457"/>
                  </a:lnTo>
                  <a:lnTo>
                    <a:pt x="6663" y="2608432"/>
                  </a:lnTo>
                  <a:lnTo>
                    <a:pt x="3883" y="2606939"/>
                  </a:lnTo>
                  <a:lnTo>
                    <a:pt x="436" y="2602025"/>
                  </a:lnTo>
                  <a:lnTo>
                    <a:pt x="0" y="2598889"/>
                  </a:lnTo>
                  <a:lnTo>
                    <a:pt x="867655" y="64653"/>
                  </a:lnTo>
                  <a:lnTo>
                    <a:pt x="868919" y="60909"/>
                  </a:lnTo>
                  <a:lnTo>
                    <a:pt x="872412" y="58371"/>
                  </a:lnTo>
                  <a:lnTo>
                    <a:pt x="4009914" y="0"/>
                  </a:lnTo>
                  <a:lnTo>
                    <a:pt x="4013591" y="183"/>
                  </a:lnTo>
                  <a:lnTo>
                    <a:pt x="4015670" y="1274"/>
                  </a:lnTo>
                  <a:lnTo>
                    <a:pt x="4019323" y="5913"/>
                  </a:lnTo>
                  <a:lnTo>
                    <a:pt x="4019944" y="8945"/>
                  </a:lnTo>
                  <a:lnTo>
                    <a:pt x="4017293" y="19062"/>
                  </a:lnTo>
                  <a:lnTo>
                    <a:pt x="3997839" y="19062"/>
                  </a:lnTo>
                  <a:lnTo>
                    <a:pt x="883337" y="76986"/>
                  </a:lnTo>
                  <a:lnTo>
                    <a:pt x="22965" y="2589977"/>
                  </a:lnTo>
                  <a:lnTo>
                    <a:pt x="3304907" y="2663485"/>
                  </a:lnTo>
                  <a:lnTo>
                    <a:pt x="3324372" y="2663485"/>
                  </a:lnTo>
                  <a:lnTo>
                    <a:pt x="3320153" y="2679586"/>
                  </a:lnTo>
                  <a:lnTo>
                    <a:pt x="3316396" y="2682457"/>
                  </a:lnTo>
                  <a:close/>
                </a:path>
                <a:path w="4020185" h="2682875">
                  <a:moveTo>
                    <a:pt x="3324372" y="2663485"/>
                  </a:moveTo>
                  <a:lnTo>
                    <a:pt x="3304907" y="2663485"/>
                  </a:lnTo>
                  <a:lnTo>
                    <a:pt x="3997839" y="19062"/>
                  </a:lnTo>
                  <a:lnTo>
                    <a:pt x="4017293" y="19062"/>
                  </a:lnTo>
                  <a:lnTo>
                    <a:pt x="3324372" y="2663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0" y="8938476"/>
              <a:ext cx="5482590" cy="490220"/>
            </a:xfrm>
            <a:custGeom>
              <a:avLst/>
              <a:gdLst/>
              <a:ahLst/>
              <a:cxnLst/>
              <a:rect l="l" t="t" r="r" b="b"/>
              <a:pathLst>
                <a:path w="5482590" h="490220">
                  <a:moveTo>
                    <a:pt x="5482090" y="489759"/>
                  </a:moveTo>
                  <a:lnTo>
                    <a:pt x="0" y="221780"/>
                  </a:lnTo>
                  <a:lnTo>
                    <a:pt x="0" y="0"/>
                  </a:lnTo>
                  <a:lnTo>
                    <a:pt x="5482090" y="267974"/>
                  </a:lnTo>
                  <a:lnTo>
                    <a:pt x="5482090" y="48975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0" y="8929044"/>
              <a:ext cx="5492115" cy="508634"/>
            </a:xfrm>
            <a:custGeom>
              <a:avLst/>
              <a:gdLst/>
              <a:ahLst/>
              <a:cxnLst/>
              <a:rect l="l" t="t" r="r" b="b"/>
              <a:pathLst>
                <a:path w="5492115" h="508634">
                  <a:moveTo>
                    <a:pt x="5491511" y="489290"/>
                  </a:moveTo>
                  <a:lnTo>
                    <a:pt x="5472681" y="489290"/>
                  </a:lnTo>
                  <a:lnTo>
                    <a:pt x="5472681" y="286338"/>
                  </a:lnTo>
                  <a:lnTo>
                    <a:pt x="0" y="18833"/>
                  </a:lnTo>
                  <a:lnTo>
                    <a:pt x="0" y="0"/>
                  </a:lnTo>
                  <a:lnTo>
                    <a:pt x="5487582" y="268240"/>
                  </a:lnTo>
                  <a:lnTo>
                    <a:pt x="5491511" y="272374"/>
                  </a:lnTo>
                  <a:lnTo>
                    <a:pt x="5491511" y="489290"/>
                  </a:lnTo>
                  <a:close/>
                </a:path>
                <a:path w="5492115" h="508634">
                  <a:moveTo>
                    <a:pt x="5484542" y="508584"/>
                  </a:moveTo>
                  <a:lnTo>
                    <a:pt x="5481642" y="508584"/>
                  </a:lnTo>
                  <a:lnTo>
                    <a:pt x="0" y="240628"/>
                  </a:lnTo>
                  <a:lnTo>
                    <a:pt x="0" y="221774"/>
                  </a:lnTo>
                  <a:lnTo>
                    <a:pt x="5472681" y="489290"/>
                  </a:lnTo>
                  <a:lnTo>
                    <a:pt x="5491511" y="489290"/>
                  </a:lnTo>
                  <a:lnTo>
                    <a:pt x="5491511" y="501750"/>
                  </a:lnTo>
                  <a:lnTo>
                    <a:pt x="5490465" y="504208"/>
                  </a:lnTo>
                  <a:lnTo>
                    <a:pt x="5486846" y="507665"/>
                  </a:lnTo>
                  <a:lnTo>
                    <a:pt x="5484542" y="50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482101" y="8753827"/>
              <a:ext cx="2181860" cy="675005"/>
            </a:xfrm>
            <a:custGeom>
              <a:avLst/>
              <a:gdLst/>
              <a:ahLst/>
              <a:cxnLst/>
              <a:rect l="l" t="t" r="r" b="b"/>
              <a:pathLst>
                <a:path w="2181859" h="675004">
                  <a:moveTo>
                    <a:pt x="0" y="674395"/>
                  </a:moveTo>
                  <a:lnTo>
                    <a:pt x="0" y="452609"/>
                  </a:lnTo>
                  <a:lnTo>
                    <a:pt x="2181691" y="0"/>
                  </a:lnTo>
                  <a:lnTo>
                    <a:pt x="2176729" y="45560"/>
                  </a:lnTo>
                  <a:lnTo>
                    <a:pt x="2162329" y="86479"/>
                  </a:lnTo>
                  <a:lnTo>
                    <a:pt x="2139220" y="122996"/>
                  </a:lnTo>
                  <a:lnTo>
                    <a:pt x="2108129" y="155351"/>
                  </a:lnTo>
                  <a:lnTo>
                    <a:pt x="2069786" y="183781"/>
                  </a:lnTo>
                  <a:lnTo>
                    <a:pt x="2024918" y="208527"/>
                  </a:lnTo>
                  <a:lnTo>
                    <a:pt x="1974255" y="229828"/>
                  </a:lnTo>
                  <a:lnTo>
                    <a:pt x="1918526" y="247922"/>
                  </a:lnTo>
                  <a:lnTo>
                    <a:pt x="0" y="674395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472691" y="8744078"/>
              <a:ext cx="2200910" cy="694055"/>
            </a:xfrm>
            <a:custGeom>
              <a:avLst/>
              <a:gdLst/>
              <a:ahLst/>
              <a:cxnLst/>
              <a:rect l="l" t="t" r="r" b="b"/>
              <a:pathLst>
                <a:path w="2200909" h="694054">
                  <a:moveTo>
                    <a:pt x="10765" y="693470"/>
                  </a:moveTo>
                  <a:lnTo>
                    <a:pt x="7060" y="693470"/>
                  </a:lnTo>
                  <a:lnTo>
                    <a:pt x="5204" y="692838"/>
                  </a:lnTo>
                  <a:lnTo>
                    <a:pt x="1286" y="689691"/>
                  </a:lnTo>
                  <a:lnTo>
                    <a:pt x="0" y="687004"/>
                  </a:lnTo>
                  <a:lnTo>
                    <a:pt x="0" y="457903"/>
                  </a:lnTo>
                  <a:lnTo>
                    <a:pt x="3124" y="454056"/>
                  </a:lnTo>
                  <a:lnTo>
                    <a:pt x="2189194" y="528"/>
                  </a:lnTo>
                  <a:lnTo>
                    <a:pt x="2191894" y="0"/>
                  </a:lnTo>
                  <a:lnTo>
                    <a:pt x="2194858" y="666"/>
                  </a:lnTo>
                  <a:lnTo>
                    <a:pt x="2199247" y="4226"/>
                  </a:lnTo>
                  <a:lnTo>
                    <a:pt x="2200510" y="6913"/>
                  </a:lnTo>
                  <a:lnTo>
                    <a:pt x="2200510" y="9738"/>
                  </a:lnTo>
                  <a:lnTo>
                    <a:pt x="2199364" y="21382"/>
                  </a:lnTo>
                  <a:lnTo>
                    <a:pt x="2181346" y="21382"/>
                  </a:lnTo>
                  <a:lnTo>
                    <a:pt x="18818" y="470007"/>
                  </a:lnTo>
                  <a:lnTo>
                    <a:pt x="18818" y="672408"/>
                  </a:lnTo>
                  <a:lnTo>
                    <a:pt x="105510" y="672408"/>
                  </a:lnTo>
                  <a:lnTo>
                    <a:pt x="10765" y="693470"/>
                  </a:lnTo>
                  <a:close/>
                </a:path>
                <a:path w="2200909" h="694054">
                  <a:moveTo>
                    <a:pt x="105510" y="672408"/>
                  </a:moveTo>
                  <a:lnTo>
                    <a:pt x="18818" y="672408"/>
                  </a:lnTo>
                  <a:lnTo>
                    <a:pt x="1925890" y="248485"/>
                  </a:lnTo>
                  <a:lnTo>
                    <a:pt x="1983569" y="229583"/>
                  </a:lnTo>
                  <a:lnTo>
                    <a:pt x="2033954" y="207920"/>
                  </a:lnTo>
                  <a:lnTo>
                    <a:pt x="2077013" y="183522"/>
                  </a:lnTo>
                  <a:lnTo>
                    <a:pt x="2112716" y="156414"/>
                  </a:lnTo>
                  <a:lnTo>
                    <a:pt x="2141031" y="126621"/>
                  </a:lnTo>
                  <a:lnTo>
                    <a:pt x="2161929" y="94168"/>
                  </a:lnTo>
                  <a:lnTo>
                    <a:pt x="2181346" y="21382"/>
                  </a:lnTo>
                  <a:lnTo>
                    <a:pt x="2199364" y="21382"/>
                  </a:lnTo>
                  <a:lnTo>
                    <a:pt x="2183517" y="93047"/>
                  </a:lnTo>
                  <a:lnTo>
                    <a:pt x="2162320" y="130005"/>
                  </a:lnTo>
                  <a:lnTo>
                    <a:pt x="2132695" y="163796"/>
                  </a:lnTo>
                  <a:lnTo>
                    <a:pt x="2094674" y="194390"/>
                  </a:lnTo>
                  <a:lnTo>
                    <a:pt x="2048284" y="221759"/>
                  </a:lnTo>
                  <a:lnTo>
                    <a:pt x="1993556" y="245875"/>
                  </a:lnTo>
                  <a:lnTo>
                    <a:pt x="1930520" y="266710"/>
                  </a:lnTo>
                  <a:lnTo>
                    <a:pt x="105510" y="672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25324" y="8680263"/>
              <a:ext cx="2057400" cy="289560"/>
            </a:xfrm>
            <a:custGeom>
              <a:avLst/>
              <a:gdLst/>
              <a:ahLst/>
              <a:cxnLst/>
              <a:rect l="l" t="t" r="r" b="b"/>
              <a:pathLst>
                <a:path w="2057400" h="289559">
                  <a:moveTo>
                    <a:pt x="1949097" y="289252"/>
                  </a:moveTo>
                  <a:lnTo>
                    <a:pt x="94013" y="198577"/>
                  </a:lnTo>
                  <a:lnTo>
                    <a:pt x="48218" y="184924"/>
                  </a:lnTo>
                  <a:lnTo>
                    <a:pt x="15440" y="153379"/>
                  </a:lnTo>
                  <a:lnTo>
                    <a:pt x="0" y="110600"/>
                  </a:lnTo>
                  <a:lnTo>
                    <a:pt x="6203" y="63252"/>
                  </a:lnTo>
                  <a:lnTo>
                    <a:pt x="21825" y="36464"/>
                  </a:lnTo>
                  <a:lnTo>
                    <a:pt x="44361" y="16183"/>
                  </a:lnTo>
                  <a:lnTo>
                    <a:pt x="71960" y="3623"/>
                  </a:lnTo>
                  <a:lnTo>
                    <a:pt x="102768" y="0"/>
                  </a:lnTo>
                  <a:lnTo>
                    <a:pt x="1962907" y="73048"/>
                  </a:lnTo>
                  <a:lnTo>
                    <a:pt x="2006913" y="85198"/>
                  </a:lnTo>
                  <a:lnTo>
                    <a:pt x="2039574" y="114112"/>
                  </a:lnTo>
                  <a:lnTo>
                    <a:pt x="2056822" y="154170"/>
                  </a:lnTo>
                  <a:lnTo>
                    <a:pt x="2054588" y="199749"/>
                  </a:lnTo>
                  <a:lnTo>
                    <a:pt x="2034955" y="247640"/>
                  </a:lnTo>
                  <a:lnTo>
                    <a:pt x="1982455" y="285215"/>
                  </a:lnTo>
                  <a:lnTo>
                    <a:pt x="1949097" y="289252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0" y="4197730"/>
              <a:ext cx="5352415" cy="4781550"/>
            </a:xfrm>
            <a:custGeom>
              <a:avLst/>
              <a:gdLst/>
              <a:ahLst/>
              <a:cxnLst/>
              <a:rect l="l" t="t" r="r" b="b"/>
              <a:pathLst>
                <a:path w="5352415" h="4781550">
                  <a:moveTo>
                    <a:pt x="533" y="4216"/>
                  </a:moveTo>
                  <a:lnTo>
                    <a:pt x="342" y="533"/>
                  </a:lnTo>
                  <a:lnTo>
                    <a:pt x="0" y="0"/>
                  </a:lnTo>
                  <a:lnTo>
                    <a:pt x="0" y="5232"/>
                  </a:lnTo>
                  <a:lnTo>
                    <a:pt x="533" y="4216"/>
                  </a:lnTo>
                  <a:close/>
                </a:path>
                <a:path w="5352415" h="4781550">
                  <a:moveTo>
                    <a:pt x="2993009" y="4659477"/>
                  </a:moveTo>
                  <a:lnTo>
                    <a:pt x="2991599" y="4636109"/>
                  </a:lnTo>
                  <a:lnTo>
                    <a:pt x="2984703" y="4612741"/>
                  </a:lnTo>
                  <a:lnTo>
                    <a:pt x="2974238" y="4594199"/>
                  </a:lnTo>
                  <a:lnTo>
                    <a:pt x="2974238" y="4659477"/>
                  </a:lnTo>
                  <a:lnTo>
                    <a:pt x="2974149" y="4659947"/>
                  </a:lnTo>
                  <a:lnTo>
                    <a:pt x="2974073" y="4660430"/>
                  </a:lnTo>
                  <a:lnTo>
                    <a:pt x="2973959" y="4661078"/>
                  </a:lnTo>
                  <a:lnTo>
                    <a:pt x="2970834" y="4679708"/>
                  </a:lnTo>
                  <a:lnTo>
                    <a:pt x="2952521" y="4724832"/>
                  </a:lnTo>
                  <a:lnTo>
                    <a:pt x="2904960" y="4758791"/>
                  </a:lnTo>
                  <a:lnTo>
                    <a:pt x="2874835" y="4762398"/>
                  </a:lnTo>
                  <a:lnTo>
                    <a:pt x="1019771" y="4671720"/>
                  </a:lnTo>
                  <a:lnTo>
                    <a:pt x="979220" y="4659947"/>
                  </a:lnTo>
                  <a:lnTo>
                    <a:pt x="948651" y="4630813"/>
                  </a:lnTo>
                  <a:lnTo>
                    <a:pt x="934504" y="4591024"/>
                  </a:lnTo>
                  <a:lnTo>
                    <a:pt x="934580" y="4587011"/>
                  </a:lnTo>
                  <a:lnTo>
                    <a:pt x="934872" y="4570019"/>
                  </a:lnTo>
                  <a:lnTo>
                    <a:pt x="953884" y="4525632"/>
                  </a:lnTo>
                  <a:lnTo>
                    <a:pt x="997369" y="4495965"/>
                  </a:lnTo>
                  <a:lnTo>
                    <a:pt x="1024242" y="4491863"/>
                  </a:lnTo>
                  <a:lnTo>
                    <a:pt x="1025956" y="4491863"/>
                  </a:lnTo>
                  <a:lnTo>
                    <a:pt x="2887840" y="4564977"/>
                  </a:lnTo>
                  <a:lnTo>
                    <a:pt x="2926842" y="4575543"/>
                  </a:lnTo>
                  <a:lnTo>
                    <a:pt x="2957245" y="4602162"/>
                  </a:lnTo>
                  <a:lnTo>
                    <a:pt x="2973032" y="4639361"/>
                  </a:lnTo>
                  <a:lnTo>
                    <a:pt x="2973133" y="4641062"/>
                  </a:lnTo>
                  <a:lnTo>
                    <a:pt x="2974238" y="4659477"/>
                  </a:lnTo>
                  <a:lnTo>
                    <a:pt x="2974238" y="4594199"/>
                  </a:lnTo>
                  <a:lnTo>
                    <a:pt x="2973540" y="4592955"/>
                  </a:lnTo>
                  <a:lnTo>
                    <a:pt x="2935757" y="4558944"/>
                  </a:lnTo>
                  <a:lnTo>
                    <a:pt x="2888577" y="4546193"/>
                  </a:lnTo>
                  <a:lnTo>
                    <a:pt x="1505115" y="4491863"/>
                  </a:lnTo>
                  <a:lnTo>
                    <a:pt x="1028458" y="4473143"/>
                  </a:lnTo>
                  <a:lnTo>
                    <a:pt x="964387" y="4490859"/>
                  </a:lnTo>
                  <a:lnTo>
                    <a:pt x="922756" y="4542383"/>
                  </a:lnTo>
                  <a:lnTo>
                    <a:pt x="916114" y="4572813"/>
                  </a:lnTo>
                  <a:lnTo>
                    <a:pt x="916063" y="4575543"/>
                  </a:lnTo>
                  <a:lnTo>
                    <a:pt x="921346" y="4617745"/>
                  </a:lnTo>
                  <a:lnTo>
                    <a:pt x="949452" y="4661078"/>
                  </a:lnTo>
                  <a:lnTo>
                    <a:pt x="993203" y="4686249"/>
                  </a:lnTo>
                  <a:lnTo>
                    <a:pt x="2873933" y="4781207"/>
                  </a:lnTo>
                  <a:lnTo>
                    <a:pt x="2880093" y="4781207"/>
                  </a:lnTo>
                  <a:lnTo>
                    <a:pt x="2914269" y="4775632"/>
                  </a:lnTo>
                  <a:lnTo>
                    <a:pt x="2939377" y="4762398"/>
                  </a:lnTo>
                  <a:lnTo>
                    <a:pt x="2944761" y="4759566"/>
                  </a:lnTo>
                  <a:lnTo>
                    <a:pt x="2968675" y="4734674"/>
                  </a:lnTo>
                  <a:lnTo>
                    <a:pt x="2983877" y="4702505"/>
                  </a:lnTo>
                  <a:lnTo>
                    <a:pt x="2988932" y="4684890"/>
                  </a:lnTo>
                  <a:lnTo>
                    <a:pt x="2992958" y="4661078"/>
                  </a:lnTo>
                  <a:lnTo>
                    <a:pt x="2993009" y="4659477"/>
                  </a:lnTo>
                  <a:close/>
                </a:path>
                <a:path w="5352415" h="4781550">
                  <a:moveTo>
                    <a:pt x="5351970" y="1200810"/>
                  </a:moveTo>
                  <a:lnTo>
                    <a:pt x="5349011" y="1195654"/>
                  </a:lnTo>
                  <a:lnTo>
                    <a:pt x="5338902" y="1192923"/>
                  </a:lnTo>
                  <a:lnTo>
                    <a:pt x="5333784" y="1195908"/>
                  </a:lnTo>
                  <a:lnTo>
                    <a:pt x="4898504" y="2804693"/>
                  </a:lnTo>
                  <a:lnTo>
                    <a:pt x="4777829" y="2016772"/>
                  </a:lnTo>
                  <a:lnTo>
                    <a:pt x="5003812" y="1207389"/>
                  </a:lnTo>
                  <a:lnTo>
                    <a:pt x="5000879" y="1202207"/>
                  </a:lnTo>
                  <a:lnTo>
                    <a:pt x="4990858" y="1199375"/>
                  </a:lnTo>
                  <a:lnTo>
                    <a:pt x="4985677" y="1202334"/>
                  </a:lnTo>
                  <a:lnTo>
                    <a:pt x="4759807" y="2011349"/>
                  </a:lnTo>
                  <a:lnTo>
                    <a:pt x="4277779" y="2526436"/>
                  </a:lnTo>
                  <a:lnTo>
                    <a:pt x="4655667" y="1213929"/>
                  </a:lnTo>
                  <a:lnTo>
                    <a:pt x="4652784" y="1208709"/>
                  </a:lnTo>
                  <a:lnTo>
                    <a:pt x="4642726" y="1205852"/>
                  </a:lnTo>
                  <a:lnTo>
                    <a:pt x="4637583" y="1208722"/>
                  </a:lnTo>
                  <a:lnTo>
                    <a:pt x="4255313" y="2536469"/>
                  </a:lnTo>
                  <a:lnTo>
                    <a:pt x="4038663" y="2126437"/>
                  </a:lnTo>
                  <a:lnTo>
                    <a:pt x="4307484" y="1220495"/>
                  </a:lnTo>
                  <a:lnTo>
                    <a:pt x="4304665" y="1215263"/>
                  </a:lnTo>
                  <a:lnTo>
                    <a:pt x="4294644" y="1212278"/>
                  </a:lnTo>
                  <a:lnTo>
                    <a:pt x="4289463" y="1215161"/>
                  </a:lnTo>
                  <a:lnTo>
                    <a:pt x="4020248" y="2122424"/>
                  </a:lnTo>
                  <a:lnTo>
                    <a:pt x="3545560" y="2580868"/>
                  </a:lnTo>
                  <a:lnTo>
                    <a:pt x="3959352" y="1227061"/>
                  </a:lnTo>
                  <a:lnTo>
                    <a:pt x="3956558" y="1221803"/>
                  </a:lnTo>
                  <a:lnTo>
                    <a:pt x="3946563" y="1218742"/>
                  </a:lnTo>
                  <a:lnTo>
                    <a:pt x="3941356" y="1221574"/>
                  </a:lnTo>
                  <a:lnTo>
                    <a:pt x="3517646" y="2607818"/>
                  </a:lnTo>
                  <a:lnTo>
                    <a:pt x="3030842" y="3077972"/>
                  </a:lnTo>
                  <a:lnTo>
                    <a:pt x="3611207" y="1233627"/>
                  </a:lnTo>
                  <a:lnTo>
                    <a:pt x="3608438" y="1228344"/>
                  </a:lnTo>
                  <a:lnTo>
                    <a:pt x="3598456" y="1225232"/>
                  </a:lnTo>
                  <a:lnTo>
                    <a:pt x="3593236" y="1227988"/>
                  </a:lnTo>
                  <a:lnTo>
                    <a:pt x="3014827" y="3066110"/>
                  </a:lnTo>
                  <a:lnTo>
                    <a:pt x="2920835" y="2297074"/>
                  </a:lnTo>
                  <a:lnTo>
                    <a:pt x="3263049" y="1240193"/>
                  </a:lnTo>
                  <a:lnTo>
                    <a:pt x="3260344" y="1234884"/>
                  </a:lnTo>
                  <a:lnTo>
                    <a:pt x="3250425" y="1231684"/>
                  </a:lnTo>
                  <a:lnTo>
                    <a:pt x="3245142" y="1234401"/>
                  </a:lnTo>
                  <a:lnTo>
                    <a:pt x="2902902" y="2291334"/>
                  </a:lnTo>
                  <a:lnTo>
                    <a:pt x="2369959" y="2883052"/>
                  </a:lnTo>
                  <a:lnTo>
                    <a:pt x="2914904" y="1246746"/>
                  </a:lnTo>
                  <a:lnTo>
                    <a:pt x="2912237" y="1241425"/>
                  </a:lnTo>
                  <a:lnTo>
                    <a:pt x="2902369" y="1238161"/>
                  </a:lnTo>
                  <a:lnTo>
                    <a:pt x="2897047" y="1240790"/>
                  </a:lnTo>
                  <a:lnTo>
                    <a:pt x="2338476" y="2918002"/>
                  </a:lnTo>
                  <a:lnTo>
                    <a:pt x="1976221" y="3320211"/>
                  </a:lnTo>
                  <a:lnTo>
                    <a:pt x="1976526" y="3326168"/>
                  </a:lnTo>
                  <a:lnTo>
                    <a:pt x="1982190" y="3331248"/>
                  </a:lnTo>
                  <a:lnTo>
                    <a:pt x="1984463" y="3332048"/>
                  </a:lnTo>
                  <a:lnTo>
                    <a:pt x="1986699" y="3332048"/>
                  </a:lnTo>
                  <a:lnTo>
                    <a:pt x="1989289" y="3332048"/>
                  </a:lnTo>
                  <a:lnTo>
                    <a:pt x="1991842" y="3331006"/>
                  </a:lnTo>
                  <a:lnTo>
                    <a:pt x="2323604" y="2962668"/>
                  </a:lnTo>
                  <a:lnTo>
                    <a:pt x="2045830" y="3796754"/>
                  </a:lnTo>
                  <a:lnTo>
                    <a:pt x="2048497" y="3802075"/>
                  </a:lnTo>
                  <a:lnTo>
                    <a:pt x="2054415" y="3804043"/>
                  </a:lnTo>
                  <a:lnTo>
                    <a:pt x="2056409" y="3804208"/>
                  </a:lnTo>
                  <a:lnTo>
                    <a:pt x="2060359" y="3804208"/>
                  </a:lnTo>
                  <a:lnTo>
                    <a:pt x="2064016" y="3801707"/>
                  </a:lnTo>
                  <a:lnTo>
                    <a:pt x="2355075" y="2927718"/>
                  </a:lnTo>
                  <a:lnTo>
                    <a:pt x="2888665" y="2335301"/>
                  </a:lnTo>
                  <a:lnTo>
                    <a:pt x="2412758" y="3805059"/>
                  </a:lnTo>
                  <a:lnTo>
                    <a:pt x="2415463" y="3810368"/>
                  </a:lnTo>
                  <a:lnTo>
                    <a:pt x="2421382" y="3812273"/>
                  </a:lnTo>
                  <a:lnTo>
                    <a:pt x="2423312" y="3812425"/>
                  </a:lnTo>
                  <a:lnTo>
                    <a:pt x="2427274" y="3812425"/>
                  </a:lnTo>
                  <a:lnTo>
                    <a:pt x="2430983" y="3809898"/>
                  </a:lnTo>
                  <a:lnTo>
                    <a:pt x="2907068" y="2339581"/>
                  </a:lnTo>
                  <a:lnTo>
                    <a:pt x="3001162" y="3109557"/>
                  </a:lnTo>
                  <a:lnTo>
                    <a:pt x="2779699" y="3813352"/>
                  </a:lnTo>
                  <a:lnTo>
                    <a:pt x="2782468" y="3818636"/>
                  </a:lnTo>
                  <a:lnTo>
                    <a:pt x="2788361" y="3820503"/>
                  </a:lnTo>
                  <a:lnTo>
                    <a:pt x="2790240" y="3820642"/>
                  </a:lnTo>
                  <a:lnTo>
                    <a:pt x="2794241" y="3820642"/>
                  </a:lnTo>
                  <a:lnTo>
                    <a:pt x="2797962" y="3818064"/>
                  </a:lnTo>
                  <a:lnTo>
                    <a:pt x="3019018" y="3115564"/>
                  </a:lnTo>
                  <a:lnTo>
                    <a:pt x="3506292" y="2644978"/>
                  </a:lnTo>
                  <a:lnTo>
                    <a:pt x="3146641" y="3821671"/>
                  </a:lnTo>
                  <a:lnTo>
                    <a:pt x="3149435" y="3826929"/>
                  </a:lnTo>
                  <a:lnTo>
                    <a:pt x="3155315" y="3828732"/>
                  </a:lnTo>
                  <a:lnTo>
                    <a:pt x="3157156" y="3828859"/>
                  </a:lnTo>
                  <a:lnTo>
                    <a:pt x="3161182" y="3828859"/>
                  </a:lnTo>
                  <a:lnTo>
                    <a:pt x="3164916" y="3826256"/>
                  </a:lnTo>
                  <a:lnTo>
                    <a:pt x="3534206" y="2618016"/>
                  </a:lnTo>
                  <a:lnTo>
                    <a:pt x="4009352" y="2159152"/>
                  </a:lnTo>
                  <a:lnTo>
                    <a:pt x="3513569" y="3829977"/>
                  </a:lnTo>
                  <a:lnTo>
                    <a:pt x="3516388" y="3835209"/>
                  </a:lnTo>
                  <a:lnTo>
                    <a:pt x="3522294" y="3836962"/>
                  </a:lnTo>
                  <a:lnTo>
                    <a:pt x="3524072" y="3837076"/>
                  </a:lnTo>
                  <a:lnTo>
                    <a:pt x="3528123" y="3837076"/>
                  </a:lnTo>
                  <a:lnTo>
                    <a:pt x="3531870" y="3834434"/>
                  </a:lnTo>
                  <a:lnTo>
                    <a:pt x="4031018" y="2152218"/>
                  </a:lnTo>
                  <a:lnTo>
                    <a:pt x="4247807" y="2562529"/>
                  </a:lnTo>
                  <a:lnTo>
                    <a:pt x="3880510" y="3838283"/>
                  </a:lnTo>
                  <a:lnTo>
                    <a:pt x="3883393" y="3843490"/>
                  </a:lnTo>
                  <a:lnTo>
                    <a:pt x="3889273" y="3845179"/>
                  </a:lnTo>
                  <a:lnTo>
                    <a:pt x="3890988" y="3845293"/>
                  </a:lnTo>
                  <a:lnTo>
                    <a:pt x="3895102" y="3845293"/>
                  </a:lnTo>
                  <a:lnTo>
                    <a:pt x="3898849" y="3842601"/>
                  </a:lnTo>
                  <a:lnTo>
                    <a:pt x="4266323" y="2566251"/>
                  </a:lnTo>
                  <a:lnTo>
                    <a:pt x="4748835" y="2050618"/>
                  </a:lnTo>
                  <a:lnTo>
                    <a:pt x="4247426" y="3846576"/>
                  </a:lnTo>
                  <a:lnTo>
                    <a:pt x="4250347" y="3851770"/>
                  </a:lnTo>
                  <a:lnTo>
                    <a:pt x="4255351" y="3853167"/>
                  </a:lnTo>
                  <a:lnTo>
                    <a:pt x="4257891" y="3853510"/>
                  </a:lnTo>
                  <a:lnTo>
                    <a:pt x="4262018" y="3853510"/>
                  </a:lnTo>
                  <a:lnTo>
                    <a:pt x="4265790" y="3850792"/>
                  </a:lnTo>
                  <a:lnTo>
                    <a:pt x="4765548" y="2060778"/>
                  </a:lnTo>
                  <a:lnTo>
                    <a:pt x="4886350" y="2849600"/>
                  </a:lnTo>
                  <a:lnTo>
                    <a:pt x="4614367" y="3854894"/>
                  </a:lnTo>
                  <a:lnTo>
                    <a:pt x="4617339" y="3860050"/>
                  </a:lnTo>
                  <a:lnTo>
                    <a:pt x="4623181" y="3861638"/>
                  </a:lnTo>
                  <a:lnTo>
                    <a:pt x="4624806" y="3861739"/>
                  </a:lnTo>
                  <a:lnTo>
                    <a:pt x="4628972" y="3861739"/>
                  </a:lnTo>
                  <a:lnTo>
                    <a:pt x="4632769" y="3858984"/>
                  </a:lnTo>
                  <a:lnTo>
                    <a:pt x="4904473" y="2854756"/>
                  </a:lnTo>
                  <a:lnTo>
                    <a:pt x="5284444" y="2435834"/>
                  </a:lnTo>
                  <a:lnTo>
                    <a:pt x="5284152" y="2429878"/>
                  </a:lnTo>
                  <a:lnTo>
                    <a:pt x="5276481" y="2422931"/>
                  </a:lnTo>
                  <a:lnTo>
                    <a:pt x="5270538" y="2423185"/>
                  </a:lnTo>
                  <a:lnTo>
                    <a:pt x="4915268" y="2814853"/>
                  </a:lnTo>
                  <a:lnTo>
                    <a:pt x="5351970" y="120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423596"/>
              <a:ext cx="1682081" cy="26125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4283" y="7034052"/>
            <a:ext cx="10207625" cy="2452370"/>
          </a:xfrm>
          <a:prstGeom prst="rect">
            <a:avLst/>
          </a:prstGeom>
        </p:spPr>
        <p:txBody>
          <a:bodyPr wrap="square" lIns="0" tIns="261620" rIns="0" bIns="0" rtlCol="0" vert="horz">
            <a:spAutoFit/>
          </a:bodyPr>
          <a:lstStyle/>
          <a:p>
            <a:pPr marL="12700" marR="5080">
              <a:lnSpc>
                <a:spcPts val="8550"/>
              </a:lnSpc>
              <a:spcBef>
                <a:spcPts val="2060"/>
              </a:spcBef>
            </a:pPr>
            <a:r>
              <a:rPr dirty="0" sz="8800" spc="-310" b="1">
                <a:solidFill>
                  <a:srgbClr val="171717"/>
                </a:solidFill>
                <a:latin typeface="Arial"/>
                <a:cs typeface="Arial"/>
              </a:rPr>
              <a:t>Ad</a:t>
            </a:r>
            <a:r>
              <a:rPr dirty="0" sz="8800" spc="-290" b="1">
                <a:solidFill>
                  <a:srgbClr val="171717"/>
                </a:solidFill>
                <a:latin typeface="Arial"/>
                <a:cs typeface="Arial"/>
              </a:rPr>
              <a:t>v</a:t>
            </a:r>
            <a:r>
              <a:rPr dirty="0" sz="8800" spc="-24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800" spc="-35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800" spc="-130" b="1">
                <a:solidFill>
                  <a:srgbClr val="171717"/>
                </a:solidFill>
                <a:latin typeface="Arial"/>
                <a:cs typeface="Arial"/>
              </a:rPr>
              <a:t>t</a:t>
            </a:r>
            <a:r>
              <a:rPr dirty="0" sz="8800" spc="-24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800" spc="-310" b="1">
                <a:solidFill>
                  <a:srgbClr val="171717"/>
                </a:solidFill>
                <a:latin typeface="Arial"/>
                <a:cs typeface="Arial"/>
              </a:rPr>
              <a:t>g</a:t>
            </a:r>
            <a:r>
              <a:rPr dirty="0" sz="8800" spc="-28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r>
              <a:rPr dirty="0" sz="8800" spc="260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8800" spc="-160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00" spc="30" b="1">
                <a:solidFill>
                  <a:srgbClr val="171717"/>
                </a:solidFill>
                <a:latin typeface="Arial"/>
                <a:cs typeface="Arial"/>
              </a:rPr>
              <a:t>o</a:t>
            </a:r>
            <a:r>
              <a:rPr dirty="0" sz="8800" spc="605" b="1">
                <a:solidFill>
                  <a:srgbClr val="171717"/>
                </a:solidFill>
                <a:latin typeface="Arial"/>
                <a:cs typeface="Arial"/>
              </a:rPr>
              <a:t>f</a:t>
            </a:r>
            <a:r>
              <a:rPr dirty="0" sz="8800" spc="-159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00" spc="-690" b="1">
                <a:solidFill>
                  <a:srgbClr val="171717"/>
                </a:solidFill>
                <a:latin typeface="Arial"/>
                <a:cs typeface="Arial"/>
              </a:rPr>
              <a:t>U</a:t>
            </a:r>
            <a:r>
              <a:rPr dirty="0" sz="8800" spc="-720" b="1">
                <a:solidFill>
                  <a:srgbClr val="171717"/>
                </a:solidFill>
                <a:latin typeface="Arial"/>
                <a:cs typeface="Arial"/>
              </a:rPr>
              <a:t>s</a:t>
            </a:r>
            <a:r>
              <a:rPr dirty="0" sz="8800" spc="-790" b="1">
                <a:solidFill>
                  <a:srgbClr val="171717"/>
                </a:solidFill>
                <a:latin typeface="Arial"/>
                <a:cs typeface="Arial"/>
              </a:rPr>
              <a:t>i</a:t>
            </a:r>
            <a:r>
              <a:rPr dirty="0" sz="8800" spc="-730" b="1">
                <a:solidFill>
                  <a:srgbClr val="171717"/>
                </a:solidFill>
                <a:latin typeface="Arial"/>
                <a:cs typeface="Arial"/>
              </a:rPr>
              <a:t>n</a:t>
            </a:r>
            <a:r>
              <a:rPr dirty="0" sz="8800" spc="-120" b="1">
                <a:solidFill>
                  <a:srgbClr val="171717"/>
                </a:solidFill>
                <a:latin typeface="Arial"/>
                <a:cs typeface="Arial"/>
              </a:rPr>
              <a:t>g</a:t>
            </a:r>
            <a:r>
              <a:rPr dirty="0" sz="8800" spc="-610" b="1">
                <a:solidFill>
                  <a:srgbClr val="171717"/>
                </a:solidFill>
                <a:latin typeface="Arial"/>
                <a:cs typeface="Arial"/>
              </a:rPr>
              <a:t> </a:t>
            </a:r>
            <a:r>
              <a:rPr dirty="0" sz="8800" spc="-145" b="1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dirty="0" sz="8800" spc="-130" b="1">
                <a:solidFill>
                  <a:srgbClr val="171717"/>
                </a:solidFill>
                <a:latin typeface="Arial"/>
                <a:cs typeface="Arial"/>
              </a:rPr>
              <a:t>z</a:t>
            </a:r>
            <a:r>
              <a:rPr dirty="0" sz="8800" spc="-185" b="1">
                <a:solidFill>
                  <a:srgbClr val="171717"/>
                </a:solidFill>
                <a:latin typeface="Arial"/>
                <a:cs typeface="Arial"/>
              </a:rPr>
              <a:t>u</a:t>
            </a:r>
            <a:r>
              <a:rPr dirty="0" sz="8800" spc="-20" b="1">
                <a:solidFill>
                  <a:srgbClr val="171717"/>
                </a:solidFill>
                <a:latin typeface="Arial"/>
                <a:cs typeface="Arial"/>
              </a:rPr>
              <a:t>r</a:t>
            </a:r>
            <a:r>
              <a:rPr dirty="0" sz="8800" spc="425" b="1">
                <a:solidFill>
                  <a:srgbClr val="171717"/>
                </a:solidFill>
                <a:latin typeface="Arial"/>
                <a:cs typeface="Arial"/>
              </a:rPr>
              <a:t>e</a:t>
            </a:r>
            <a:endParaRPr sz="8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2700" y="1159338"/>
            <a:ext cx="10205720" cy="6832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00" spc="45" b="0">
                <a:latin typeface="Lucida Sans Unicode"/>
                <a:cs typeface="Lucida Sans Unicode"/>
              </a:rPr>
              <a:t>Benefits</a:t>
            </a:r>
            <a:r>
              <a:rPr dirty="0" sz="4300" spc="-204" b="0">
                <a:latin typeface="Lucida Sans Unicode"/>
                <a:cs typeface="Lucida Sans Unicode"/>
              </a:rPr>
              <a:t> </a:t>
            </a:r>
            <a:r>
              <a:rPr dirty="0" sz="4300" spc="130" b="0">
                <a:latin typeface="Lucida Sans Unicode"/>
                <a:cs typeface="Lucida Sans Unicode"/>
              </a:rPr>
              <a:t>of</a:t>
            </a:r>
            <a:r>
              <a:rPr dirty="0" sz="4300" spc="-200" b="0">
                <a:latin typeface="Lucida Sans Unicode"/>
                <a:cs typeface="Lucida Sans Unicode"/>
              </a:rPr>
              <a:t> </a:t>
            </a:r>
            <a:r>
              <a:rPr dirty="0" sz="4300" spc="-175" b="0">
                <a:latin typeface="Lucida Sans Unicode"/>
                <a:cs typeface="Lucida Sans Unicode"/>
              </a:rPr>
              <a:t>Azure-</a:t>
            </a:r>
            <a:r>
              <a:rPr dirty="0" sz="4300" b="0">
                <a:latin typeface="Lucida Sans Unicode"/>
                <a:cs typeface="Lucida Sans Unicode"/>
              </a:rPr>
              <a:t>based</a:t>
            </a:r>
            <a:r>
              <a:rPr dirty="0" sz="4300" spc="-204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stock</a:t>
            </a:r>
            <a:r>
              <a:rPr dirty="0" sz="4300" spc="-200" b="0">
                <a:latin typeface="Lucida Sans Unicode"/>
                <a:cs typeface="Lucida Sans Unicode"/>
              </a:rPr>
              <a:t> </a:t>
            </a:r>
            <a:r>
              <a:rPr dirty="0" sz="4300" spc="-110" b="0">
                <a:latin typeface="Lucida Sans Unicode"/>
                <a:cs typeface="Lucida Sans Unicode"/>
              </a:rPr>
              <a:t>analysis:</a:t>
            </a:r>
            <a:endParaRPr sz="4300">
              <a:latin typeface="Lucida Sans Unicode"/>
              <a:cs typeface="Lucida Sans Unicod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707" y="2267692"/>
            <a:ext cx="136956" cy="1369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707" y="3020954"/>
            <a:ext cx="136956" cy="1369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707" y="3774216"/>
            <a:ext cx="136956" cy="1369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707" y="4527479"/>
            <a:ext cx="136956" cy="1369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707" y="5280741"/>
            <a:ext cx="136956" cy="13695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18445" y="1816730"/>
            <a:ext cx="7994650" cy="379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08075">
              <a:lnSpc>
                <a:spcPct val="114900"/>
              </a:lnSpc>
              <a:spcBef>
                <a:spcPts val="100"/>
              </a:spcBef>
            </a:pPr>
            <a:r>
              <a:rPr dirty="0" sz="4300" spc="-95">
                <a:solidFill>
                  <a:srgbClr val="171717"/>
                </a:solidFill>
                <a:latin typeface="Lucida Sans Unicode"/>
                <a:cs typeface="Lucida Sans Unicode"/>
              </a:rPr>
              <a:t>Real-</a:t>
            </a:r>
            <a:r>
              <a:rPr dirty="0" sz="4300" spc="-55">
                <a:solidFill>
                  <a:srgbClr val="171717"/>
                </a:solidFill>
                <a:latin typeface="Lucida Sans Unicode"/>
                <a:cs typeface="Lucida Sans Unicode"/>
              </a:rPr>
              <a:t>time</a:t>
            </a:r>
            <a:r>
              <a:rPr dirty="0" sz="4300" spc="-21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145">
                <a:solidFill>
                  <a:srgbClr val="171717"/>
                </a:solidFill>
                <a:latin typeface="Lucida Sans Unicode"/>
                <a:cs typeface="Lucida Sans Unicode"/>
              </a:rPr>
              <a:t>data</a:t>
            </a:r>
            <a:r>
              <a:rPr dirty="0" sz="4300" spc="-204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45">
                <a:solidFill>
                  <a:srgbClr val="171717"/>
                </a:solidFill>
                <a:latin typeface="Lucida Sans Unicode"/>
                <a:cs typeface="Lucida Sans Unicode"/>
              </a:rPr>
              <a:t>processing </a:t>
            </a:r>
            <a:r>
              <a:rPr dirty="0" sz="4300" spc="-260">
                <a:solidFill>
                  <a:srgbClr val="171717"/>
                </a:solidFill>
                <a:latin typeface="Lucida Sans Unicode"/>
                <a:cs typeface="Lucida Sans Unicode"/>
              </a:rPr>
              <a:t>High</a:t>
            </a:r>
            <a:r>
              <a:rPr dirty="0" sz="43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140">
                <a:solidFill>
                  <a:srgbClr val="171717"/>
                </a:solidFill>
                <a:latin typeface="Lucida Sans Unicode"/>
                <a:cs typeface="Lucida Sans Unicode"/>
              </a:rPr>
              <a:t>accuracy</a:t>
            </a:r>
            <a:r>
              <a:rPr dirty="0" sz="4300" spc="-18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10">
                <a:solidFill>
                  <a:srgbClr val="171717"/>
                </a:solidFill>
                <a:latin typeface="Lucida Sans Unicode"/>
                <a:cs typeface="Lucida Sans Unicode"/>
              </a:rPr>
              <a:t>prediction </a:t>
            </a:r>
            <a:r>
              <a:rPr dirty="0" sz="4300" spc="-114">
                <a:solidFill>
                  <a:srgbClr val="171717"/>
                </a:solidFill>
                <a:latin typeface="Lucida Sans Unicode"/>
                <a:cs typeface="Lucida Sans Unicode"/>
              </a:rPr>
              <a:t>Cloud</a:t>
            </a:r>
            <a:r>
              <a:rPr dirty="0" sz="4300" spc="-22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10">
                <a:solidFill>
                  <a:srgbClr val="171717"/>
                </a:solidFill>
                <a:latin typeface="Lucida Sans Unicode"/>
                <a:cs typeface="Lucida Sans Unicode"/>
              </a:rPr>
              <a:t>scalability</a:t>
            </a:r>
            <a:endParaRPr sz="4300">
              <a:latin typeface="Lucida Sans Unicode"/>
              <a:cs typeface="Lucida Sans Unicode"/>
            </a:endParaRPr>
          </a:p>
          <a:p>
            <a:pPr marL="12700" marR="5080">
              <a:lnSpc>
                <a:spcPct val="114900"/>
              </a:lnSpc>
            </a:pPr>
            <a:r>
              <a:rPr dirty="0" sz="4300" spc="100">
                <a:solidFill>
                  <a:srgbClr val="171717"/>
                </a:solidFill>
                <a:latin typeface="Lucida Sans Unicode"/>
                <a:cs typeface="Lucida Sans Unicode"/>
              </a:rPr>
              <a:t>Faster</a:t>
            </a:r>
            <a:r>
              <a:rPr dirty="0" sz="43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100">
                <a:solidFill>
                  <a:srgbClr val="171717"/>
                </a:solidFill>
                <a:latin typeface="Lucida Sans Unicode"/>
                <a:cs typeface="Lucida Sans Unicode"/>
              </a:rPr>
              <a:t>analysis</a:t>
            </a:r>
            <a:r>
              <a:rPr dirty="0" sz="43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130">
                <a:solidFill>
                  <a:srgbClr val="171717"/>
                </a:solidFill>
                <a:latin typeface="Lucida Sans Unicode"/>
                <a:cs typeface="Lucida Sans Unicode"/>
              </a:rPr>
              <a:t>of</a:t>
            </a:r>
            <a:r>
              <a:rPr dirty="0" sz="43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204">
                <a:solidFill>
                  <a:srgbClr val="171717"/>
                </a:solidFill>
                <a:latin typeface="Lucida Sans Unicode"/>
                <a:cs typeface="Lucida Sans Unicode"/>
              </a:rPr>
              <a:t>big</a:t>
            </a:r>
            <a:r>
              <a:rPr dirty="0" sz="4300" spc="-185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95">
                <a:solidFill>
                  <a:srgbClr val="171717"/>
                </a:solidFill>
                <a:latin typeface="Lucida Sans Unicode"/>
                <a:cs typeface="Lucida Sans Unicode"/>
              </a:rPr>
              <a:t>datasets Easy</a:t>
            </a:r>
            <a:r>
              <a:rPr dirty="0" sz="4300" spc="-27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40">
                <a:solidFill>
                  <a:srgbClr val="171717"/>
                </a:solidFill>
                <a:latin typeface="Lucida Sans Unicode"/>
                <a:cs typeface="Lucida Sans Unicode"/>
              </a:rPr>
              <a:t>integration</a:t>
            </a:r>
            <a:r>
              <a:rPr dirty="0" sz="4300" spc="-229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25">
                <a:solidFill>
                  <a:srgbClr val="171717"/>
                </a:solidFill>
                <a:latin typeface="Lucida Sans Unicode"/>
                <a:cs typeface="Lucida Sans Unicode"/>
              </a:rPr>
              <a:t>with</a:t>
            </a:r>
            <a:r>
              <a:rPr dirty="0" sz="4300" spc="-229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250">
                <a:solidFill>
                  <a:srgbClr val="171717"/>
                </a:solidFill>
                <a:latin typeface="Lucida Sans Unicode"/>
                <a:cs typeface="Lucida Sans Unicode"/>
              </a:rPr>
              <a:t>AI</a:t>
            </a:r>
            <a:r>
              <a:rPr dirty="0" sz="4300" spc="-190">
                <a:solidFill>
                  <a:srgbClr val="171717"/>
                </a:solidFill>
                <a:latin typeface="Lucida Sans Unicode"/>
                <a:cs typeface="Lucida Sans Unicode"/>
              </a:rPr>
              <a:t> </a:t>
            </a:r>
            <a:r>
              <a:rPr dirty="0" sz="4300" spc="-10">
                <a:solidFill>
                  <a:srgbClr val="171717"/>
                </a:solidFill>
                <a:latin typeface="Lucida Sans Unicode"/>
                <a:cs typeface="Lucida Sans Unicode"/>
              </a:rPr>
              <a:t>tools</a:t>
            </a:r>
            <a:endParaRPr sz="43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913572" y="2625116"/>
            <a:ext cx="7374890" cy="6104890"/>
            <a:chOff x="10913572" y="2625116"/>
            <a:chExt cx="7374890" cy="610489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3572" y="2625116"/>
              <a:ext cx="5694617" cy="610471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4522193" y="6797754"/>
              <a:ext cx="603885" cy="1924050"/>
            </a:xfrm>
            <a:custGeom>
              <a:avLst/>
              <a:gdLst/>
              <a:ahLst/>
              <a:cxnLst/>
              <a:rect l="l" t="t" r="r" b="b"/>
              <a:pathLst>
                <a:path w="603884" h="1924050">
                  <a:moveTo>
                    <a:pt x="603863" y="1924020"/>
                  </a:moveTo>
                  <a:lnTo>
                    <a:pt x="0" y="192402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92402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514147" y="6789703"/>
              <a:ext cx="620395" cy="1940560"/>
            </a:xfrm>
            <a:custGeom>
              <a:avLst/>
              <a:gdLst/>
              <a:ahLst/>
              <a:cxnLst/>
              <a:rect l="l" t="t" r="r" b="b"/>
              <a:pathLst>
                <a:path w="620394" h="1940559">
                  <a:moveTo>
                    <a:pt x="616361" y="1940131"/>
                  </a:moveTo>
                  <a:lnTo>
                    <a:pt x="3595" y="1940131"/>
                  </a:lnTo>
                  <a:lnTo>
                    <a:pt x="0" y="193653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61" y="0"/>
                  </a:lnTo>
                  <a:lnTo>
                    <a:pt x="619956" y="3597"/>
                  </a:lnTo>
                  <a:lnTo>
                    <a:pt x="619956" y="16101"/>
                  </a:lnTo>
                  <a:lnTo>
                    <a:pt x="16103" y="16101"/>
                  </a:lnTo>
                  <a:lnTo>
                    <a:pt x="16103" y="1924020"/>
                  </a:lnTo>
                  <a:lnTo>
                    <a:pt x="619956" y="1924020"/>
                  </a:lnTo>
                  <a:lnTo>
                    <a:pt x="619956" y="1936533"/>
                  </a:lnTo>
                  <a:lnTo>
                    <a:pt x="616361" y="1940131"/>
                  </a:lnTo>
                  <a:close/>
                </a:path>
                <a:path w="620394" h="1940559">
                  <a:moveTo>
                    <a:pt x="619956" y="1924020"/>
                  </a:moveTo>
                  <a:lnTo>
                    <a:pt x="603863" y="1924020"/>
                  </a:lnTo>
                  <a:lnTo>
                    <a:pt x="603863" y="16101"/>
                  </a:lnTo>
                  <a:lnTo>
                    <a:pt x="619956" y="16101"/>
                  </a:lnTo>
                  <a:lnTo>
                    <a:pt x="619956" y="192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89897" y="6984064"/>
              <a:ext cx="603885" cy="1737995"/>
            </a:xfrm>
            <a:custGeom>
              <a:avLst/>
              <a:gdLst/>
              <a:ahLst/>
              <a:cxnLst/>
              <a:rect l="l" t="t" r="r" b="b"/>
              <a:pathLst>
                <a:path w="603884" h="1737995">
                  <a:moveTo>
                    <a:pt x="603863" y="1737700"/>
                  </a:moveTo>
                  <a:lnTo>
                    <a:pt x="0" y="1737700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737700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381850" y="6976023"/>
              <a:ext cx="620395" cy="1753870"/>
            </a:xfrm>
            <a:custGeom>
              <a:avLst/>
              <a:gdLst/>
              <a:ahLst/>
              <a:cxnLst/>
              <a:rect l="l" t="t" r="r" b="b"/>
              <a:pathLst>
                <a:path w="620394" h="1753870">
                  <a:moveTo>
                    <a:pt x="616370" y="1753811"/>
                  </a:moveTo>
                  <a:lnTo>
                    <a:pt x="3595" y="1753811"/>
                  </a:lnTo>
                  <a:lnTo>
                    <a:pt x="0" y="1750213"/>
                  </a:lnTo>
                  <a:lnTo>
                    <a:pt x="0" y="3597"/>
                  </a:lnTo>
                  <a:lnTo>
                    <a:pt x="3595" y="0"/>
                  </a:lnTo>
                  <a:lnTo>
                    <a:pt x="616370" y="0"/>
                  </a:lnTo>
                  <a:lnTo>
                    <a:pt x="619966" y="3597"/>
                  </a:lnTo>
                  <a:lnTo>
                    <a:pt x="619966" y="16101"/>
                  </a:lnTo>
                  <a:lnTo>
                    <a:pt x="16093" y="16101"/>
                  </a:lnTo>
                  <a:lnTo>
                    <a:pt x="16093" y="1737700"/>
                  </a:lnTo>
                  <a:lnTo>
                    <a:pt x="619966" y="1737700"/>
                  </a:lnTo>
                  <a:lnTo>
                    <a:pt x="619966" y="1750213"/>
                  </a:lnTo>
                  <a:lnTo>
                    <a:pt x="616370" y="1753811"/>
                  </a:lnTo>
                  <a:close/>
                </a:path>
                <a:path w="620394" h="1753870">
                  <a:moveTo>
                    <a:pt x="619966" y="1737700"/>
                  </a:moveTo>
                  <a:lnTo>
                    <a:pt x="603863" y="1737700"/>
                  </a:lnTo>
                  <a:lnTo>
                    <a:pt x="603863" y="16101"/>
                  </a:lnTo>
                  <a:lnTo>
                    <a:pt x="619966" y="16101"/>
                  </a:lnTo>
                  <a:lnTo>
                    <a:pt x="619966" y="1737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257601" y="7108877"/>
              <a:ext cx="603885" cy="1612900"/>
            </a:xfrm>
            <a:custGeom>
              <a:avLst/>
              <a:gdLst/>
              <a:ahLst/>
              <a:cxnLst/>
              <a:rect l="l" t="t" r="r" b="b"/>
              <a:pathLst>
                <a:path w="603884" h="1612900">
                  <a:moveTo>
                    <a:pt x="603863" y="1612897"/>
                  </a:moveTo>
                  <a:lnTo>
                    <a:pt x="0" y="1612897"/>
                  </a:lnTo>
                  <a:lnTo>
                    <a:pt x="0" y="0"/>
                  </a:lnTo>
                  <a:lnTo>
                    <a:pt x="603863" y="0"/>
                  </a:lnTo>
                  <a:lnTo>
                    <a:pt x="603863" y="161289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382600" y="6147752"/>
              <a:ext cx="3561079" cy="2582545"/>
            </a:xfrm>
            <a:custGeom>
              <a:avLst/>
              <a:gdLst/>
              <a:ahLst/>
              <a:cxnLst/>
              <a:rect l="l" t="t" r="r" b="b"/>
              <a:pathLst>
                <a:path w="3561080" h="2582545">
                  <a:moveTo>
                    <a:pt x="90043" y="1246022"/>
                  </a:moveTo>
                  <a:lnTo>
                    <a:pt x="86448" y="1242415"/>
                  </a:lnTo>
                  <a:lnTo>
                    <a:pt x="3594" y="1242415"/>
                  </a:lnTo>
                  <a:lnTo>
                    <a:pt x="0" y="1246022"/>
                  </a:lnTo>
                  <a:lnTo>
                    <a:pt x="0" y="2578493"/>
                  </a:lnTo>
                  <a:lnTo>
                    <a:pt x="3594" y="2582087"/>
                  </a:lnTo>
                  <a:lnTo>
                    <a:pt x="86448" y="2582087"/>
                  </a:lnTo>
                  <a:lnTo>
                    <a:pt x="90043" y="2578493"/>
                  </a:lnTo>
                  <a:lnTo>
                    <a:pt x="90043" y="2565984"/>
                  </a:lnTo>
                  <a:lnTo>
                    <a:pt x="90043" y="1258519"/>
                  </a:lnTo>
                  <a:lnTo>
                    <a:pt x="90043" y="1246022"/>
                  </a:lnTo>
                  <a:close/>
                </a:path>
                <a:path w="3561080" h="2582545">
                  <a:moveTo>
                    <a:pt x="957745" y="911288"/>
                  </a:moveTo>
                  <a:lnTo>
                    <a:pt x="954151" y="907694"/>
                  </a:lnTo>
                  <a:lnTo>
                    <a:pt x="871308" y="907694"/>
                  </a:lnTo>
                  <a:lnTo>
                    <a:pt x="867714" y="911288"/>
                  </a:lnTo>
                  <a:lnTo>
                    <a:pt x="867714" y="2578493"/>
                  </a:lnTo>
                  <a:lnTo>
                    <a:pt x="871308" y="2582087"/>
                  </a:lnTo>
                  <a:lnTo>
                    <a:pt x="954151" y="2582087"/>
                  </a:lnTo>
                  <a:lnTo>
                    <a:pt x="957745" y="2578493"/>
                  </a:lnTo>
                  <a:lnTo>
                    <a:pt x="957745" y="2565984"/>
                  </a:lnTo>
                  <a:lnTo>
                    <a:pt x="957745" y="923798"/>
                  </a:lnTo>
                  <a:lnTo>
                    <a:pt x="957745" y="911288"/>
                  </a:lnTo>
                  <a:close/>
                </a:path>
                <a:path w="3561080" h="2582545">
                  <a:moveTo>
                    <a:pt x="1825459" y="645553"/>
                  </a:moveTo>
                  <a:lnTo>
                    <a:pt x="1821865" y="641959"/>
                  </a:lnTo>
                  <a:lnTo>
                    <a:pt x="1738998" y="641959"/>
                  </a:lnTo>
                  <a:lnTo>
                    <a:pt x="1735404" y="645553"/>
                  </a:lnTo>
                  <a:lnTo>
                    <a:pt x="1735404" y="2578493"/>
                  </a:lnTo>
                  <a:lnTo>
                    <a:pt x="1738998" y="2582087"/>
                  </a:lnTo>
                  <a:lnTo>
                    <a:pt x="1821865" y="2582087"/>
                  </a:lnTo>
                  <a:lnTo>
                    <a:pt x="1825459" y="2578493"/>
                  </a:lnTo>
                  <a:lnTo>
                    <a:pt x="1825459" y="2565984"/>
                  </a:lnTo>
                  <a:lnTo>
                    <a:pt x="1825459" y="658063"/>
                  </a:lnTo>
                  <a:lnTo>
                    <a:pt x="1825459" y="645553"/>
                  </a:lnTo>
                  <a:close/>
                </a:path>
                <a:path w="3561080" h="2582545">
                  <a:moveTo>
                    <a:pt x="2693149" y="831875"/>
                  </a:moveTo>
                  <a:lnTo>
                    <a:pt x="2689555" y="828281"/>
                  </a:lnTo>
                  <a:lnTo>
                    <a:pt x="2606713" y="828281"/>
                  </a:lnTo>
                  <a:lnTo>
                    <a:pt x="2603119" y="831875"/>
                  </a:lnTo>
                  <a:lnTo>
                    <a:pt x="2603119" y="2578493"/>
                  </a:lnTo>
                  <a:lnTo>
                    <a:pt x="2606713" y="2582087"/>
                  </a:lnTo>
                  <a:lnTo>
                    <a:pt x="2689555" y="2582087"/>
                  </a:lnTo>
                  <a:lnTo>
                    <a:pt x="2693149" y="2578493"/>
                  </a:lnTo>
                  <a:lnTo>
                    <a:pt x="2693149" y="2565984"/>
                  </a:lnTo>
                  <a:lnTo>
                    <a:pt x="2693149" y="844384"/>
                  </a:lnTo>
                  <a:lnTo>
                    <a:pt x="2693149" y="831875"/>
                  </a:lnTo>
                  <a:close/>
                </a:path>
                <a:path w="3561080" h="2582545">
                  <a:moveTo>
                    <a:pt x="3020860" y="7937"/>
                  </a:moveTo>
                  <a:lnTo>
                    <a:pt x="3020085" y="4978"/>
                  </a:lnTo>
                  <a:lnTo>
                    <a:pt x="3015970" y="787"/>
                  </a:lnTo>
                  <a:lnTo>
                    <a:pt x="3015780" y="787"/>
                  </a:lnTo>
                  <a:lnTo>
                    <a:pt x="3013100" y="0"/>
                  </a:lnTo>
                  <a:lnTo>
                    <a:pt x="3010281" y="787"/>
                  </a:lnTo>
                  <a:lnTo>
                    <a:pt x="2103767" y="238328"/>
                  </a:lnTo>
                  <a:lnTo>
                    <a:pt x="2101329" y="241363"/>
                  </a:lnTo>
                  <a:lnTo>
                    <a:pt x="2101075" y="248450"/>
                  </a:lnTo>
                  <a:lnTo>
                    <a:pt x="2103247" y="251675"/>
                  </a:lnTo>
                  <a:lnTo>
                    <a:pt x="2856166" y="512660"/>
                  </a:lnTo>
                  <a:lnTo>
                    <a:pt x="2857042" y="512800"/>
                  </a:lnTo>
                  <a:lnTo>
                    <a:pt x="2861272" y="512800"/>
                  </a:lnTo>
                  <a:lnTo>
                    <a:pt x="2882481" y="458127"/>
                  </a:lnTo>
                  <a:lnTo>
                    <a:pt x="2899105" y="408711"/>
                  </a:lnTo>
                  <a:lnTo>
                    <a:pt x="2915424" y="359143"/>
                  </a:lnTo>
                  <a:lnTo>
                    <a:pt x="2931414" y="309473"/>
                  </a:lnTo>
                  <a:lnTo>
                    <a:pt x="2947073" y="259727"/>
                  </a:lnTo>
                  <a:lnTo>
                    <a:pt x="2962389" y="209918"/>
                  </a:lnTo>
                  <a:lnTo>
                    <a:pt x="2977362" y="160096"/>
                  </a:lnTo>
                  <a:lnTo>
                    <a:pt x="2991980" y="110261"/>
                  </a:lnTo>
                  <a:lnTo>
                    <a:pt x="3006229" y="60464"/>
                  </a:lnTo>
                  <a:lnTo>
                    <a:pt x="3017532" y="19913"/>
                  </a:lnTo>
                  <a:lnTo>
                    <a:pt x="3020098" y="10718"/>
                  </a:lnTo>
                  <a:lnTo>
                    <a:pt x="3020860" y="7937"/>
                  </a:lnTo>
                  <a:close/>
                </a:path>
                <a:path w="3561080" h="2582545">
                  <a:moveTo>
                    <a:pt x="3560876" y="956678"/>
                  </a:moveTo>
                  <a:lnTo>
                    <a:pt x="3557282" y="953084"/>
                  </a:lnTo>
                  <a:lnTo>
                    <a:pt x="3483318" y="953084"/>
                  </a:lnTo>
                  <a:lnTo>
                    <a:pt x="3474415" y="953084"/>
                  </a:lnTo>
                  <a:lnTo>
                    <a:pt x="3470821" y="953084"/>
                  </a:lnTo>
                  <a:lnTo>
                    <a:pt x="3470821" y="969187"/>
                  </a:lnTo>
                  <a:lnTo>
                    <a:pt x="3470821" y="2565984"/>
                  </a:lnTo>
                  <a:lnTo>
                    <a:pt x="2883065" y="2565984"/>
                  </a:lnTo>
                  <a:lnTo>
                    <a:pt x="2883065" y="969187"/>
                  </a:lnTo>
                  <a:lnTo>
                    <a:pt x="3470821" y="969187"/>
                  </a:lnTo>
                  <a:lnTo>
                    <a:pt x="3470821" y="953084"/>
                  </a:lnTo>
                  <a:lnTo>
                    <a:pt x="2870555" y="953084"/>
                  </a:lnTo>
                  <a:lnTo>
                    <a:pt x="2866961" y="956678"/>
                  </a:lnTo>
                  <a:lnTo>
                    <a:pt x="2866961" y="2578493"/>
                  </a:lnTo>
                  <a:lnTo>
                    <a:pt x="2870555" y="2582087"/>
                  </a:lnTo>
                  <a:lnTo>
                    <a:pt x="3474415" y="2582087"/>
                  </a:lnTo>
                  <a:lnTo>
                    <a:pt x="3483318" y="2582087"/>
                  </a:lnTo>
                  <a:lnTo>
                    <a:pt x="3557282" y="2582087"/>
                  </a:lnTo>
                  <a:lnTo>
                    <a:pt x="3560876" y="2578493"/>
                  </a:lnTo>
                  <a:lnTo>
                    <a:pt x="3560876" y="2565984"/>
                  </a:lnTo>
                  <a:lnTo>
                    <a:pt x="3560876" y="969187"/>
                  </a:lnTo>
                  <a:lnTo>
                    <a:pt x="3560876" y="956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356835" y="3314460"/>
              <a:ext cx="2931160" cy="3355975"/>
            </a:xfrm>
            <a:custGeom>
              <a:avLst/>
              <a:gdLst/>
              <a:ahLst/>
              <a:cxnLst/>
              <a:rect l="l" t="t" r="r" b="b"/>
              <a:pathLst>
                <a:path w="2931159" h="3355975">
                  <a:moveTo>
                    <a:pt x="2931163" y="3355689"/>
                  </a:moveTo>
                  <a:lnTo>
                    <a:pt x="134956" y="3078567"/>
                  </a:lnTo>
                  <a:lnTo>
                    <a:pt x="91508" y="3067544"/>
                  </a:lnTo>
                  <a:lnTo>
                    <a:pt x="54362" y="3044997"/>
                  </a:lnTo>
                  <a:lnTo>
                    <a:pt x="25445" y="3013056"/>
                  </a:lnTo>
                  <a:lnTo>
                    <a:pt x="6682" y="2973849"/>
                  </a:lnTo>
                  <a:lnTo>
                    <a:pt x="0" y="2929503"/>
                  </a:lnTo>
                  <a:lnTo>
                    <a:pt x="0" y="873513"/>
                  </a:lnTo>
                  <a:lnTo>
                    <a:pt x="8247" y="824440"/>
                  </a:lnTo>
                  <a:lnTo>
                    <a:pt x="31350" y="781791"/>
                  </a:lnTo>
                  <a:lnTo>
                    <a:pt x="66845" y="748744"/>
                  </a:lnTo>
                  <a:lnTo>
                    <a:pt x="112270" y="728480"/>
                  </a:lnTo>
                  <a:lnTo>
                    <a:pt x="2931163" y="0"/>
                  </a:lnTo>
                  <a:lnTo>
                    <a:pt x="2931163" y="3355689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48779" y="3306140"/>
              <a:ext cx="2939415" cy="3372485"/>
            </a:xfrm>
            <a:custGeom>
              <a:avLst/>
              <a:gdLst/>
              <a:ahLst/>
              <a:cxnLst/>
              <a:rect l="l" t="t" r="r" b="b"/>
              <a:pathLst>
                <a:path w="2939415" h="3372484">
                  <a:moveTo>
                    <a:pt x="2939219" y="3372112"/>
                  </a:moveTo>
                  <a:lnTo>
                    <a:pt x="142216" y="3094919"/>
                  </a:lnTo>
                  <a:lnTo>
                    <a:pt x="96289" y="3083314"/>
                  </a:lnTo>
                  <a:lnTo>
                    <a:pt x="57127" y="3059616"/>
                  </a:lnTo>
                  <a:lnTo>
                    <a:pt x="26707" y="3026012"/>
                  </a:lnTo>
                  <a:lnTo>
                    <a:pt x="7006" y="2984686"/>
                  </a:lnTo>
                  <a:lnTo>
                    <a:pt x="0" y="2937814"/>
                  </a:lnTo>
                  <a:lnTo>
                    <a:pt x="1" y="881824"/>
                  </a:lnTo>
                  <a:lnTo>
                    <a:pt x="8689" y="830122"/>
                  </a:lnTo>
                  <a:lnTo>
                    <a:pt x="33031" y="785182"/>
                  </a:lnTo>
                  <a:lnTo>
                    <a:pt x="70438" y="750360"/>
                  </a:lnTo>
                  <a:lnTo>
                    <a:pt x="118322" y="729005"/>
                  </a:lnTo>
                  <a:lnTo>
                    <a:pt x="2939219" y="0"/>
                  </a:lnTo>
                  <a:lnTo>
                    <a:pt x="2939219" y="16628"/>
                  </a:lnTo>
                  <a:lnTo>
                    <a:pt x="122341" y="744595"/>
                  </a:lnTo>
                  <a:lnTo>
                    <a:pt x="79353" y="763768"/>
                  </a:lnTo>
                  <a:lnTo>
                    <a:pt x="45762" y="795036"/>
                  </a:lnTo>
                  <a:lnTo>
                    <a:pt x="23899" y="835392"/>
                  </a:lnTo>
                  <a:lnTo>
                    <a:pt x="16093" y="881824"/>
                  </a:lnTo>
                  <a:lnTo>
                    <a:pt x="16093" y="2937814"/>
                  </a:lnTo>
                  <a:lnTo>
                    <a:pt x="25808" y="2989717"/>
                  </a:lnTo>
                  <a:lnTo>
                    <a:pt x="52641" y="3033080"/>
                  </a:lnTo>
                  <a:lnTo>
                    <a:pt x="93127" y="3064076"/>
                  </a:lnTo>
                  <a:lnTo>
                    <a:pt x="143799" y="3078876"/>
                  </a:lnTo>
                  <a:lnTo>
                    <a:pt x="2939219" y="3355898"/>
                  </a:lnTo>
                  <a:lnTo>
                    <a:pt x="2939219" y="3372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882075" y="4419853"/>
              <a:ext cx="406400" cy="621665"/>
            </a:xfrm>
            <a:custGeom>
              <a:avLst/>
              <a:gdLst/>
              <a:ahLst/>
              <a:cxnLst/>
              <a:rect l="l" t="t" r="r" b="b"/>
              <a:pathLst>
                <a:path w="406400" h="621664">
                  <a:moveTo>
                    <a:pt x="100627" y="621139"/>
                  </a:moveTo>
                  <a:lnTo>
                    <a:pt x="61553" y="613703"/>
                  </a:lnTo>
                  <a:lnTo>
                    <a:pt x="29560" y="592489"/>
                  </a:lnTo>
                  <a:lnTo>
                    <a:pt x="7946" y="560755"/>
                  </a:lnTo>
                  <a:lnTo>
                    <a:pt x="9" y="521757"/>
                  </a:lnTo>
                  <a:lnTo>
                    <a:pt x="0" y="153835"/>
                  </a:lnTo>
                  <a:lnTo>
                    <a:pt x="6181" y="119280"/>
                  </a:lnTo>
                  <a:lnTo>
                    <a:pt x="23355" y="89806"/>
                  </a:lnTo>
                  <a:lnTo>
                    <a:pt x="49461" y="67860"/>
                  </a:lnTo>
                  <a:lnTo>
                    <a:pt x="82441" y="55887"/>
                  </a:lnTo>
                  <a:lnTo>
                    <a:pt x="405924" y="0"/>
                  </a:lnTo>
                  <a:lnTo>
                    <a:pt x="405924" y="617199"/>
                  </a:lnTo>
                  <a:lnTo>
                    <a:pt x="100627" y="62113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348001" y="3997261"/>
              <a:ext cx="2940050" cy="1052195"/>
            </a:xfrm>
            <a:custGeom>
              <a:avLst/>
              <a:gdLst/>
              <a:ahLst/>
              <a:cxnLst/>
              <a:rect l="l" t="t" r="r" b="b"/>
              <a:pathLst>
                <a:path w="2940050" h="1052195">
                  <a:moveTo>
                    <a:pt x="2939986" y="414426"/>
                  </a:moveTo>
                  <a:lnTo>
                    <a:pt x="2787078" y="440842"/>
                  </a:lnTo>
                  <a:lnTo>
                    <a:pt x="2783421" y="440842"/>
                  </a:lnTo>
                  <a:lnTo>
                    <a:pt x="2782646" y="441617"/>
                  </a:lnTo>
                  <a:lnTo>
                    <a:pt x="2779826" y="442112"/>
                  </a:lnTo>
                  <a:lnTo>
                    <a:pt x="2779826" y="458457"/>
                  </a:lnTo>
                  <a:lnTo>
                    <a:pt x="2779826" y="729170"/>
                  </a:lnTo>
                  <a:lnTo>
                    <a:pt x="2764180" y="786930"/>
                  </a:lnTo>
                  <a:lnTo>
                    <a:pt x="2721610" y="828979"/>
                  </a:lnTo>
                  <a:lnTo>
                    <a:pt x="2542121" y="930554"/>
                  </a:lnTo>
                  <a:lnTo>
                    <a:pt x="2542121" y="576427"/>
                  </a:lnTo>
                  <a:lnTo>
                    <a:pt x="2563545" y="517563"/>
                  </a:lnTo>
                  <a:lnTo>
                    <a:pt x="2617889" y="486435"/>
                  </a:lnTo>
                  <a:lnTo>
                    <a:pt x="2779826" y="458457"/>
                  </a:lnTo>
                  <a:lnTo>
                    <a:pt x="2779826" y="442112"/>
                  </a:lnTo>
                  <a:lnTo>
                    <a:pt x="2615146" y="470547"/>
                  </a:lnTo>
                  <a:lnTo>
                    <a:pt x="2551214" y="507174"/>
                  </a:lnTo>
                  <a:lnTo>
                    <a:pt x="2526017" y="576427"/>
                  </a:lnTo>
                  <a:lnTo>
                    <a:pt x="2526017" y="940371"/>
                  </a:lnTo>
                  <a:lnTo>
                    <a:pt x="2524887" y="944448"/>
                  </a:lnTo>
                  <a:lnTo>
                    <a:pt x="2526258" y="946886"/>
                  </a:lnTo>
                  <a:lnTo>
                    <a:pt x="2528112" y="965669"/>
                  </a:lnTo>
                  <a:lnTo>
                    <a:pt x="2534272" y="985824"/>
                  </a:lnTo>
                  <a:lnTo>
                    <a:pt x="2557919" y="1020762"/>
                  </a:lnTo>
                  <a:lnTo>
                    <a:pt x="2592616" y="1043825"/>
                  </a:lnTo>
                  <a:lnTo>
                    <a:pt x="2633154" y="1051788"/>
                  </a:lnTo>
                  <a:lnTo>
                    <a:pt x="2634805" y="1051788"/>
                  </a:lnTo>
                  <a:lnTo>
                    <a:pt x="2939986" y="1047851"/>
                  </a:lnTo>
                  <a:lnTo>
                    <a:pt x="2939986" y="1035685"/>
                  </a:lnTo>
                  <a:lnTo>
                    <a:pt x="2939986" y="1031748"/>
                  </a:lnTo>
                  <a:lnTo>
                    <a:pt x="2634602" y="1035685"/>
                  </a:lnTo>
                  <a:lnTo>
                    <a:pt x="2616479" y="1033957"/>
                  </a:lnTo>
                  <a:lnTo>
                    <a:pt x="2599283" y="1028979"/>
                  </a:lnTo>
                  <a:lnTo>
                    <a:pt x="2557653" y="995375"/>
                  </a:lnTo>
                  <a:lnTo>
                    <a:pt x="2542552" y="948817"/>
                  </a:lnTo>
                  <a:lnTo>
                    <a:pt x="2729522" y="843013"/>
                  </a:lnTo>
                  <a:lnTo>
                    <a:pt x="2757170" y="822071"/>
                  </a:lnTo>
                  <a:lnTo>
                    <a:pt x="2778074" y="795045"/>
                  </a:lnTo>
                  <a:lnTo>
                    <a:pt x="2791295" y="763549"/>
                  </a:lnTo>
                  <a:lnTo>
                    <a:pt x="2795917" y="729170"/>
                  </a:lnTo>
                  <a:lnTo>
                    <a:pt x="2795917" y="455676"/>
                  </a:lnTo>
                  <a:lnTo>
                    <a:pt x="2939986" y="430784"/>
                  </a:lnTo>
                  <a:lnTo>
                    <a:pt x="2939986" y="414426"/>
                  </a:lnTo>
                  <a:close/>
                </a:path>
                <a:path w="2940050" h="1052195">
                  <a:moveTo>
                    <a:pt x="2939986" y="0"/>
                  </a:moveTo>
                  <a:lnTo>
                    <a:pt x="2743" y="644702"/>
                  </a:lnTo>
                  <a:lnTo>
                    <a:pt x="0" y="649008"/>
                  </a:lnTo>
                  <a:lnTo>
                    <a:pt x="1790" y="657110"/>
                  </a:lnTo>
                  <a:lnTo>
                    <a:pt x="5118" y="659676"/>
                  </a:lnTo>
                  <a:lnTo>
                    <a:pt x="9385" y="659676"/>
                  </a:lnTo>
                  <a:lnTo>
                    <a:pt x="2939986" y="16484"/>
                  </a:lnTo>
                  <a:lnTo>
                    <a:pt x="2939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898" y="3666921"/>
            <a:ext cx="133350" cy="1333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898" y="4428921"/>
            <a:ext cx="133350" cy="1333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898" y="5190921"/>
            <a:ext cx="133350" cy="1333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898" y="5952921"/>
            <a:ext cx="133350" cy="133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898" y="6714921"/>
            <a:ext cx="133350" cy="13334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pc="150"/>
              <a:t>Future</a:t>
            </a:r>
            <a:r>
              <a:rPr dirty="0" spc="-225"/>
              <a:t> </a:t>
            </a:r>
            <a:r>
              <a:rPr dirty="0" spc="70"/>
              <a:t>improvements:</a:t>
            </a:r>
          </a:p>
          <a:p>
            <a:pPr marL="948055" marR="1932939">
              <a:lnSpc>
                <a:spcPts val="6000"/>
              </a:lnSpc>
              <a:spcBef>
                <a:spcPts val="320"/>
              </a:spcBef>
            </a:pPr>
            <a:r>
              <a:rPr dirty="0" sz="4300" spc="-95" b="0">
                <a:latin typeface="Lucida Sans Unicode"/>
                <a:cs typeface="Lucida Sans Unicode"/>
              </a:rPr>
              <a:t>Real-</a:t>
            </a:r>
            <a:r>
              <a:rPr dirty="0" sz="4300" spc="-40" b="0">
                <a:latin typeface="Lucida Sans Unicode"/>
                <a:cs typeface="Lucida Sans Unicode"/>
              </a:rPr>
              <a:t>time</a:t>
            </a:r>
            <a:r>
              <a:rPr dirty="0" sz="4300" spc="-250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stock</a:t>
            </a:r>
            <a:r>
              <a:rPr dirty="0" sz="4300" spc="-250" b="0">
                <a:latin typeface="Lucida Sans Unicode"/>
                <a:cs typeface="Lucida Sans Unicode"/>
              </a:rPr>
              <a:t> </a:t>
            </a:r>
            <a:r>
              <a:rPr dirty="0" sz="4300" spc="-45" b="0">
                <a:latin typeface="Lucida Sans Unicode"/>
                <a:cs typeface="Lucida Sans Unicode"/>
              </a:rPr>
              <a:t>prediction</a:t>
            </a:r>
            <a:r>
              <a:rPr dirty="0" sz="4300" spc="-250" b="0">
                <a:latin typeface="Lucida Sans Unicode"/>
                <a:cs typeface="Lucida Sans Unicode"/>
              </a:rPr>
              <a:t> </a:t>
            </a:r>
            <a:r>
              <a:rPr dirty="0" sz="4300" spc="-10" b="0">
                <a:latin typeface="Lucida Sans Unicode"/>
                <a:cs typeface="Lucida Sans Unicode"/>
              </a:rPr>
              <a:t>system </a:t>
            </a:r>
            <a:r>
              <a:rPr dirty="0" sz="4300" spc="-315" b="0">
                <a:latin typeface="Lucida Sans Unicode"/>
                <a:cs typeface="Lucida Sans Unicode"/>
              </a:rPr>
              <a:t>AI-</a:t>
            </a:r>
            <a:r>
              <a:rPr dirty="0" sz="4300" b="0">
                <a:latin typeface="Lucida Sans Unicode"/>
                <a:cs typeface="Lucida Sans Unicode"/>
              </a:rPr>
              <a:t>based</a:t>
            </a:r>
            <a:r>
              <a:rPr dirty="0" sz="4300" spc="-240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trading</a:t>
            </a:r>
            <a:r>
              <a:rPr dirty="0" sz="4300" spc="-240" b="0">
                <a:latin typeface="Lucida Sans Unicode"/>
                <a:cs typeface="Lucida Sans Unicode"/>
              </a:rPr>
              <a:t> </a:t>
            </a:r>
            <a:r>
              <a:rPr dirty="0" sz="4300" spc="-10" b="0">
                <a:latin typeface="Lucida Sans Unicode"/>
                <a:cs typeface="Lucida Sans Unicode"/>
              </a:rPr>
              <a:t>signals </a:t>
            </a:r>
            <a:r>
              <a:rPr dirty="0" sz="4300" b="0">
                <a:latin typeface="Lucida Sans Unicode"/>
                <a:cs typeface="Lucida Sans Unicode"/>
              </a:rPr>
              <a:t>Sentiment</a:t>
            </a:r>
            <a:r>
              <a:rPr dirty="0" sz="4300" spc="-225" b="0">
                <a:latin typeface="Lucida Sans Unicode"/>
                <a:cs typeface="Lucida Sans Unicode"/>
              </a:rPr>
              <a:t> </a:t>
            </a:r>
            <a:r>
              <a:rPr dirty="0" sz="4300" spc="-95" b="0">
                <a:latin typeface="Lucida Sans Unicode"/>
                <a:cs typeface="Lucida Sans Unicode"/>
              </a:rPr>
              <a:t>analysis</a:t>
            </a:r>
            <a:r>
              <a:rPr dirty="0" sz="4300" spc="-204" b="0">
                <a:latin typeface="Lucida Sans Unicode"/>
                <a:cs typeface="Lucida Sans Unicode"/>
              </a:rPr>
              <a:t> </a:t>
            </a:r>
            <a:r>
              <a:rPr dirty="0" sz="4300" spc="-229" b="0">
                <a:latin typeface="Lucida Sans Unicode"/>
                <a:cs typeface="Lucida Sans Unicode"/>
              </a:rPr>
              <a:t>using</a:t>
            </a:r>
            <a:r>
              <a:rPr dirty="0" sz="4300" spc="-185" b="0">
                <a:latin typeface="Lucida Sans Unicode"/>
                <a:cs typeface="Lucida Sans Unicode"/>
              </a:rPr>
              <a:t> </a:t>
            </a:r>
            <a:r>
              <a:rPr dirty="0" sz="4300" spc="-20" b="0">
                <a:latin typeface="Lucida Sans Unicode"/>
                <a:cs typeface="Lucida Sans Unicode"/>
              </a:rPr>
              <a:t>news</a:t>
            </a:r>
            <a:endParaRPr sz="4300">
              <a:latin typeface="Lucida Sans Unicode"/>
              <a:cs typeface="Lucida Sans Unicode"/>
            </a:endParaRPr>
          </a:p>
          <a:p>
            <a:pPr marL="948055" marR="5080">
              <a:lnSpc>
                <a:spcPts val="6000"/>
              </a:lnSpc>
            </a:pPr>
            <a:r>
              <a:rPr dirty="0" sz="4300" b="0">
                <a:latin typeface="Lucida Sans Unicode"/>
                <a:cs typeface="Lucida Sans Unicode"/>
              </a:rPr>
              <a:t>Deep</a:t>
            </a:r>
            <a:r>
              <a:rPr dirty="0" sz="4300" spc="-195" b="0">
                <a:latin typeface="Lucida Sans Unicode"/>
                <a:cs typeface="Lucida Sans Unicode"/>
              </a:rPr>
              <a:t> </a:t>
            </a:r>
            <a:r>
              <a:rPr dirty="0" sz="4300" spc="-140" b="0">
                <a:latin typeface="Lucida Sans Unicode"/>
                <a:cs typeface="Lucida Sans Unicode"/>
              </a:rPr>
              <a:t>learning</a:t>
            </a:r>
            <a:r>
              <a:rPr dirty="0" sz="4300" spc="-190" b="0">
                <a:latin typeface="Lucida Sans Unicode"/>
                <a:cs typeface="Lucida Sans Unicode"/>
              </a:rPr>
              <a:t> </a:t>
            </a:r>
            <a:r>
              <a:rPr dirty="0" sz="4300" spc="-150" b="0">
                <a:latin typeface="Lucida Sans Unicode"/>
                <a:cs typeface="Lucida Sans Unicode"/>
              </a:rPr>
              <a:t>models</a:t>
            </a:r>
            <a:r>
              <a:rPr dirty="0" sz="4300" spc="-190" b="0">
                <a:latin typeface="Lucida Sans Unicode"/>
                <a:cs typeface="Lucida Sans Unicode"/>
              </a:rPr>
              <a:t> </a:t>
            </a:r>
            <a:r>
              <a:rPr dirty="0" sz="4300" spc="150" b="0">
                <a:latin typeface="Lucida Sans Unicode"/>
                <a:cs typeface="Lucida Sans Unicode"/>
              </a:rPr>
              <a:t>for</a:t>
            </a:r>
            <a:r>
              <a:rPr dirty="0" sz="4300" spc="-190" b="0">
                <a:latin typeface="Lucida Sans Unicode"/>
                <a:cs typeface="Lucida Sans Unicode"/>
              </a:rPr>
              <a:t> </a:t>
            </a:r>
            <a:r>
              <a:rPr dirty="0" sz="4300" spc="-135" b="0">
                <a:latin typeface="Lucida Sans Unicode"/>
                <a:cs typeface="Lucida Sans Unicode"/>
              </a:rPr>
              <a:t>higher</a:t>
            </a:r>
            <a:r>
              <a:rPr dirty="0" sz="4300" spc="-190" b="0">
                <a:latin typeface="Lucida Sans Unicode"/>
                <a:cs typeface="Lucida Sans Unicode"/>
              </a:rPr>
              <a:t> </a:t>
            </a:r>
            <a:r>
              <a:rPr dirty="0" sz="4300" spc="140" b="0">
                <a:latin typeface="Lucida Sans Unicode"/>
                <a:cs typeface="Lucida Sans Unicode"/>
              </a:rPr>
              <a:t>accuracy </a:t>
            </a:r>
            <a:r>
              <a:rPr dirty="0" sz="4300" b="0">
                <a:latin typeface="Lucida Sans Unicode"/>
                <a:cs typeface="Lucida Sans Unicode"/>
              </a:rPr>
              <a:t>Automated</a:t>
            </a:r>
            <a:r>
              <a:rPr dirty="0" sz="4300" spc="-170" b="0">
                <a:latin typeface="Lucida Sans Unicode"/>
                <a:cs typeface="Lucida Sans Unicode"/>
              </a:rPr>
              <a:t> </a:t>
            </a:r>
            <a:r>
              <a:rPr dirty="0" sz="4300" b="0">
                <a:latin typeface="Lucida Sans Unicode"/>
                <a:cs typeface="Lucida Sans Unicode"/>
              </a:rPr>
              <a:t>trading</a:t>
            </a:r>
            <a:r>
              <a:rPr dirty="0" sz="4300" spc="-165" b="0">
                <a:latin typeface="Lucida Sans Unicode"/>
                <a:cs typeface="Lucida Sans Unicode"/>
              </a:rPr>
              <a:t> </a:t>
            </a:r>
            <a:r>
              <a:rPr dirty="0" sz="4300" spc="-10" b="0">
                <a:latin typeface="Lucida Sans Unicode"/>
                <a:cs typeface="Lucida Sans Unicode"/>
              </a:rPr>
              <a:t>systems</a:t>
            </a:r>
            <a:endParaRPr sz="43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628580" y="177675"/>
            <a:ext cx="12252960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440"/>
              <a:t>F</a:t>
            </a:r>
            <a:r>
              <a:rPr dirty="0" sz="10000" spc="-409"/>
              <a:t>u</a:t>
            </a:r>
            <a:r>
              <a:rPr dirty="0" sz="10000" spc="-160"/>
              <a:t>t</a:t>
            </a:r>
            <a:r>
              <a:rPr dirty="0" sz="10000" spc="-409"/>
              <a:t>u</a:t>
            </a:r>
            <a:r>
              <a:rPr dirty="0" sz="10000" spc="-225"/>
              <a:t>r</a:t>
            </a:r>
            <a:r>
              <a:rPr dirty="0" sz="10000" spc="280"/>
              <a:t>e</a:t>
            </a:r>
            <a:r>
              <a:rPr dirty="0" sz="10000" spc="-1820"/>
              <a:t> </a:t>
            </a:r>
            <a:r>
              <a:rPr dirty="0" sz="10000" spc="-670"/>
              <a:t>E</a:t>
            </a:r>
            <a:r>
              <a:rPr dirty="0" sz="10000" spc="-615"/>
              <a:t>nh</a:t>
            </a:r>
            <a:r>
              <a:rPr dirty="0" sz="10000" spc="-500"/>
              <a:t>a</a:t>
            </a:r>
            <a:r>
              <a:rPr dirty="0" sz="10000" spc="-615"/>
              <a:t>n</a:t>
            </a:r>
            <a:r>
              <a:rPr dirty="0" sz="10000" spc="-545"/>
              <a:t>ce</a:t>
            </a:r>
            <a:r>
              <a:rPr dirty="0" sz="10000" spc="-575"/>
              <a:t>m</a:t>
            </a:r>
            <a:r>
              <a:rPr dirty="0" sz="10000" spc="-545"/>
              <a:t>e</a:t>
            </a:r>
            <a:r>
              <a:rPr dirty="0" sz="10000" spc="-615"/>
              <a:t>n</a:t>
            </a:r>
            <a:r>
              <a:rPr dirty="0" sz="10000" spc="-365"/>
              <a:t>t</a:t>
            </a:r>
            <a:r>
              <a:rPr dirty="0" sz="10000" spc="75"/>
              <a:t>s</a:t>
            </a:r>
            <a:endParaRPr sz="10000"/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1915810"/>
            <a:ext cx="7673975" cy="7522209"/>
            <a:chOff x="0" y="1915810"/>
            <a:chExt cx="7673975" cy="7522209"/>
          </a:xfrm>
        </p:grpSpPr>
        <p:sp>
          <p:nvSpPr>
            <p:cNvPr id="10" name="object 10" descr=""/>
            <p:cNvSpPr/>
            <p:nvPr/>
          </p:nvSpPr>
          <p:spPr>
            <a:xfrm>
              <a:off x="436473" y="1915819"/>
              <a:ext cx="5762625" cy="3122930"/>
            </a:xfrm>
            <a:custGeom>
              <a:avLst/>
              <a:gdLst/>
              <a:ahLst/>
              <a:cxnLst/>
              <a:rect l="l" t="t" r="r" b="b"/>
              <a:pathLst>
                <a:path w="5762625" h="3122929">
                  <a:moveTo>
                    <a:pt x="5762447" y="4203"/>
                  </a:moveTo>
                  <a:lnTo>
                    <a:pt x="5758243" y="0"/>
                  </a:lnTo>
                  <a:lnTo>
                    <a:pt x="5743626" y="0"/>
                  </a:lnTo>
                  <a:lnTo>
                    <a:pt x="5743626" y="18821"/>
                  </a:lnTo>
                  <a:lnTo>
                    <a:pt x="5743626" y="485127"/>
                  </a:lnTo>
                  <a:lnTo>
                    <a:pt x="5743626" y="503936"/>
                  </a:lnTo>
                  <a:lnTo>
                    <a:pt x="5743626" y="970241"/>
                  </a:lnTo>
                  <a:lnTo>
                    <a:pt x="5743626" y="989063"/>
                  </a:lnTo>
                  <a:lnTo>
                    <a:pt x="5743626" y="1455369"/>
                  </a:lnTo>
                  <a:lnTo>
                    <a:pt x="5270284" y="1455369"/>
                  </a:lnTo>
                  <a:lnTo>
                    <a:pt x="5270284" y="1474177"/>
                  </a:lnTo>
                  <a:lnTo>
                    <a:pt x="5743626" y="1474177"/>
                  </a:lnTo>
                  <a:lnTo>
                    <a:pt x="5743626" y="1940483"/>
                  </a:lnTo>
                  <a:lnTo>
                    <a:pt x="5270284" y="1940483"/>
                  </a:lnTo>
                  <a:lnTo>
                    <a:pt x="5270284" y="1959292"/>
                  </a:lnTo>
                  <a:lnTo>
                    <a:pt x="5743626" y="1959292"/>
                  </a:lnTo>
                  <a:lnTo>
                    <a:pt x="5743626" y="2425611"/>
                  </a:lnTo>
                  <a:lnTo>
                    <a:pt x="5270284" y="2425611"/>
                  </a:lnTo>
                  <a:lnTo>
                    <a:pt x="5270284" y="2444419"/>
                  </a:lnTo>
                  <a:lnTo>
                    <a:pt x="5743626" y="2444419"/>
                  </a:lnTo>
                  <a:lnTo>
                    <a:pt x="5743626" y="3103499"/>
                  </a:lnTo>
                  <a:lnTo>
                    <a:pt x="4718151" y="3103499"/>
                  </a:lnTo>
                  <a:lnTo>
                    <a:pt x="4718151" y="2444419"/>
                  </a:lnTo>
                  <a:lnTo>
                    <a:pt x="4766170" y="2444419"/>
                  </a:lnTo>
                  <a:lnTo>
                    <a:pt x="4766170" y="2425611"/>
                  </a:lnTo>
                  <a:lnTo>
                    <a:pt x="4718151" y="2425611"/>
                  </a:lnTo>
                  <a:lnTo>
                    <a:pt x="4718151" y="1959292"/>
                  </a:lnTo>
                  <a:lnTo>
                    <a:pt x="4766170" y="1959292"/>
                  </a:lnTo>
                  <a:lnTo>
                    <a:pt x="4766170" y="1940483"/>
                  </a:lnTo>
                  <a:lnTo>
                    <a:pt x="4718151" y="1940483"/>
                  </a:lnTo>
                  <a:lnTo>
                    <a:pt x="4718151" y="1474177"/>
                  </a:lnTo>
                  <a:lnTo>
                    <a:pt x="4766170" y="1474177"/>
                  </a:lnTo>
                  <a:lnTo>
                    <a:pt x="4766170" y="1455369"/>
                  </a:lnTo>
                  <a:lnTo>
                    <a:pt x="4718151" y="1455369"/>
                  </a:lnTo>
                  <a:lnTo>
                    <a:pt x="4718151" y="989063"/>
                  </a:lnTo>
                  <a:lnTo>
                    <a:pt x="5221490" y="989063"/>
                  </a:lnTo>
                  <a:lnTo>
                    <a:pt x="5221490" y="1192758"/>
                  </a:lnTo>
                  <a:lnTo>
                    <a:pt x="5240312" y="1192758"/>
                  </a:lnTo>
                  <a:lnTo>
                    <a:pt x="5240312" y="989063"/>
                  </a:lnTo>
                  <a:lnTo>
                    <a:pt x="5743626" y="989063"/>
                  </a:lnTo>
                  <a:lnTo>
                    <a:pt x="5743626" y="970241"/>
                  </a:lnTo>
                  <a:lnTo>
                    <a:pt x="5240312" y="970241"/>
                  </a:lnTo>
                  <a:lnTo>
                    <a:pt x="5240312" y="503936"/>
                  </a:lnTo>
                  <a:lnTo>
                    <a:pt x="5743626" y="503936"/>
                  </a:lnTo>
                  <a:lnTo>
                    <a:pt x="5743626" y="485127"/>
                  </a:lnTo>
                  <a:lnTo>
                    <a:pt x="5240312" y="485127"/>
                  </a:lnTo>
                  <a:lnTo>
                    <a:pt x="5240312" y="18821"/>
                  </a:lnTo>
                  <a:lnTo>
                    <a:pt x="5743626" y="18821"/>
                  </a:lnTo>
                  <a:lnTo>
                    <a:pt x="5743626" y="0"/>
                  </a:lnTo>
                  <a:lnTo>
                    <a:pt x="5240312" y="0"/>
                  </a:lnTo>
                  <a:lnTo>
                    <a:pt x="5221490" y="0"/>
                  </a:lnTo>
                  <a:lnTo>
                    <a:pt x="5221490" y="18821"/>
                  </a:lnTo>
                  <a:lnTo>
                    <a:pt x="5221490" y="485127"/>
                  </a:lnTo>
                  <a:lnTo>
                    <a:pt x="5221490" y="503936"/>
                  </a:lnTo>
                  <a:lnTo>
                    <a:pt x="5221490" y="970241"/>
                  </a:lnTo>
                  <a:lnTo>
                    <a:pt x="4718151" y="970241"/>
                  </a:lnTo>
                  <a:lnTo>
                    <a:pt x="4718151" y="503936"/>
                  </a:lnTo>
                  <a:lnTo>
                    <a:pt x="5221490" y="503936"/>
                  </a:lnTo>
                  <a:lnTo>
                    <a:pt x="5221490" y="485127"/>
                  </a:lnTo>
                  <a:lnTo>
                    <a:pt x="4718151" y="485127"/>
                  </a:lnTo>
                  <a:lnTo>
                    <a:pt x="4718151" y="18821"/>
                  </a:lnTo>
                  <a:lnTo>
                    <a:pt x="5221490" y="18821"/>
                  </a:lnTo>
                  <a:lnTo>
                    <a:pt x="5221490" y="0"/>
                  </a:lnTo>
                  <a:lnTo>
                    <a:pt x="4713948" y="0"/>
                  </a:lnTo>
                  <a:lnTo>
                    <a:pt x="4703534" y="0"/>
                  </a:lnTo>
                  <a:lnTo>
                    <a:pt x="4699330" y="0"/>
                  </a:lnTo>
                  <a:lnTo>
                    <a:pt x="4699330" y="18821"/>
                  </a:lnTo>
                  <a:lnTo>
                    <a:pt x="4699330" y="485127"/>
                  </a:lnTo>
                  <a:lnTo>
                    <a:pt x="4699330" y="503936"/>
                  </a:lnTo>
                  <a:lnTo>
                    <a:pt x="4699330" y="970241"/>
                  </a:lnTo>
                  <a:lnTo>
                    <a:pt x="4379125" y="970241"/>
                  </a:lnTo>
                  <a:lnTo>
                    <a:pt x="4379125" y="989063"/>
                  </a:lnTo>
                  <a:lnTo>
                    <a:pt x="4699330" y="989063"/>
                  </a:lnTo>
                  <a:lnTo>
                    <a:pt x="4699330" y="1455369"/>
                  </a:lnTo>
                  <a:lnTo>
                    <a:pt x="4379125" y="1455369"/>
                  </a:lnTo>
                  <a:lnTo>
                    <a:pt x="4379125" y="1474177"/>
                  </a:lnTo>
                  <a:lnTo>
                    <a:pt x="4699330" y="1474177"/>
                  </a:lnTo>
                  <a:lnTo>
                    <a:pt x="4699330" y="1940483"/>
                  </a:lnTo>
                  <a:lnTo>
                    <a:pt x="4379125" y="1940483"/>
                  </a:lnTo>
                  <a:lnTo>
                    <a:pt x="4379125" y="1959292"/>
                  </a:lnTo>
                  <a:lnTo>
                    <a:pt x="4699330" y="1959292"/>
                  </a:lnTo>
                  <a:lnTo>
                    <a:pt x="4699330" y="2425611"/>
                  </a:lnTo>
                  <a:lnTo>
                    <a:pt x="4379125" y="2425611"/>
                  </a:lnTo>
                  <a:lnTo>
                    <a:pt x="4379125" y="2444419"/>
                  </a:lnTo>
                  <a:lnTo>
                    <a:pt x="4699330" y="2444419"/>
                  </a:lnTo>
                  <a:lnTo>
                    <a:pt x="4699330" y="3103499"/>
                  </a:lnTo>
                  <a:lnTo>
                    <a:pt x="3673868" y="3103499"/>
                  </a:lnTo>
                  <a:lnTo>
                    <a:pt x="3673868" y="2444419"/>
                  </a:lnTo>
                  <a:lnTo>
                    <a:pt x="3875011" y="2444419"/>
                  </a:lnTo>
                  <a:lnTo>
                    <a:pt x="3875011" y="2425611"/>
                  </a:lnTo>
                  <a:lnTo>
                    <a:pt x="3673868" y="2425611"/>
                  </a:lnTo>
                  <a:lnTo>
                    <a:pt x="3673868" y="1959292"/>
                  </a:lnTo>
                  <a:lnTo>
                    <a:pt x="3875011" y="1959292"/>
                  </a:lnTo>
                  <a:lnTo>
                    <a:pt x="3875011" y="1940483"/>
                  </a:lnTo>
                  <a:lnTo>
                    <a:pt x="3673868" y="1940483"/>
                  </a:lnTo>
                  <a:lnTo>
                    <a:pt x="3673868" y="1474177"/>
                  </a:lnTo>
                  <a:lnTo>
                    <a:pt x="3875011" y="1474177"/>
                  </a:lnTo>
                  <a:lnTo>
                    <a:pt x="3875011" y="1455369"/>
                  </a:lnTo>
                  <a:lnTo>
                    <a:pt x="3673868" y="1455369"/>
                  </a:lnTo>
                  <a:lnTo>
                    <a:pt x="3673868" y="989063"/>
                  </a:lnTo>
                  <a:lnTo>
                    <a:pt x="3875011" y="989063"/>
                  </a:lnTo>
                  <a:lnTo>
                    <a:pt x="3875011" y="970241"/>
                  </a:lnTo>
                  <a:lnTo>
                    <a:pt x="3673868" y="970241"/>
                  </a:lnTo>
                  <a:lnTo>
                    <a:pt x="3673868" y="503936"/>
                  </a:lnTo>
                  <a:lnTo>
                    <a:pt x="4177182" y="503936"/>
                  </a:lnTo>
                  <a:lnTo>
                    <a:pt x="4177182" y="796404"/>
                  </a:lnTo>
                  <a:lnTo>
                    <a:pt x="4196003" y="796404"/>
                  </a:lnTo>
                  <a:lnTo>
                    <a:pt x="4196003" y="503936"/>
                  </a:lnTo>
                  <a:lnTo>
                    <a:pt x="4699330" y="503936"/>
                  </a:lnTo>
                  <a:lnTo>
                    <a:pt x="4699330" y="485127"/>
                  </a:lnTo>
                  <a:lnTo>
                    <a:pt x="4196003" y="485127"/>
                  </a:lnTo>
                  <a:lnTo>
                    <a:pt x="4196003" y="18821"/>
                  </a:lnTo>
                  <a:lnTo>
                    <a:pt x="4699330" y="18821"/>
                  </a:lnTo>
                  <a:lnTo>
                    <a:pt x="4699330" y="0"/>
                  </a:lnTo>
                  <a:lnTo>
                    <a:pt x="4196003" y="0"/>
                  </a:lnTo>
                  <a:lnTo>
                    <a:pt x="4177182" y="0"/>
                  </a:lnTo>
                  <a:lnTo>
                    <a:pt x="4177182" y="18821"/>
                  </a:lnTo>
                  <a:lnTo>
                    <a:pt x="4177182" y="485127"/>
                  </a:lnTo>
                  <a:lnTo>
                    <a:pt x="3673868" y="485127"/>
                  </a:lnTo>
                  <a:lnTo>
                    <a:pt x="3673868" y="18821"/>
                  </a:lnTo>
                  <a:lnTo>
                    <a:pt x="4177182" y="18821"/>
                  </a:lnTo>
                  <a:lnTo>
                    <a:pt x="4177182" y="0"/>
                  </a:lnTo>
                  <a:lnTo>
                    <a:pt x="3669665" y="0"/>
                  </a:lnTo>
                  <a:lnTo>
                    <a:pt x="3659251" y="0"/>
                  </a:lnTo>
                  <a:lnTo>
                    <a:pt x="3655047" y="0"/>
                  </a:lnTo>
                  <a:lnTo>
                    <a:pt x="3655047" y="18821"/>
                  </a:lnTo>
                  <a:lnTo>
                    <a:pt x="3655047" y="1455369"/>
                  </a:lnTo>
                  <a:lnTo>
                    <a:pt x="3487966" y="1455369"/>
                  </a:lnTo>
                  <a:lnTo>
                    <a:pt x="3487966" y="1474177"/>
                  </a:lnTo>
                  <a:lnTo>
                    <a:pt x="3655047" y="1474177"/>
                  </a:lnTo>
                  <a:lnTo>
                    <a:pt x="3655047" y="1940483"/>
                  </a:lnTo>
                  <a:lnTo>
                    <a:pt x="3487966" y="1940483"/>
                  </a:lnTo>
                  <a:lnTo>
                    <a:pt x="3487966" y="1959292"/>
                  </a:lnTo>
                  <a:lnTo>
                    <a:pt x="3655047" y="1959292"/>
                  </a:lnTo>
                  <a:lnTo>
                    <a:pt x="3655047" y="2425611"/>
                  </a:lnTo>
                  <a:lnTo>
                    <a:pt x="3487966" y="2425611"/>
                  </a:lnTo>
                  <a:lnTo>
                    <a:pt x="3487966" y="2444419"/>
                  </a:lnTo>
                  <a:lnTo>
                    <a:pt x="3655047" y="2444419"/>
                  </a:lnTo>
                  <a:lnTo>
                    <a:pt x="3655047" y="3103499"/>
                  </a:lnTo>
                  <a:lnTo>
                    <a:pt x="2629560" y="3103499"/>
                  </a:lnTo>
                  <a:lnTo>
                    <a:pt x="2629560" y="2444419"/>
                  </a:lnTo>
                  <a:lnTo>
                    <a:pt x="2983852" y="2444419"/>
                  </a:lnTo>
                  <a:lnTo>
                    <a:pt x="2983852" y="2425611"/>
                  </a:lnTo>
                  <a:lnTo>
                    <a:pt x="2629560" y="2425611"/>
                  </a:lnTo>
                  <a:lnTo>
                    <a:pt x="2629560" y="1959292"/>
                  </a:lnTo>
                  <a:lnTo>
                    <a:pt x="2983852" y="1959292"/>
                  </a:lnTo>
                  <a:lnTo>
                    <a:pt x="2983852" y="1940483"/>
                  </a:lnTo>
                  <a:lnTo>
                    <a:pt x="2629560" y="1940483"/>
                  </a:lnTo>
                  <a:lnTo>
                    <a:pt x="2629560" y="1474177"/>
                  </a:lnTo>
                  <a:lnTo>
                    <a:pt x="2983852" y="1474177"/>
                  </a:lnTo>
                  <a:lnTo>
                    <a:pt x="2983852" y="1455369"/>
                  </a:lnTo>
                  <a:lnTo>
                    <a:pt x="2629560" y="1455369"/>
                  </a:lnTo>
                  <a:lnTo>
                    <a:pt x="2629560" y="989063"/>
                  </a:lnTo>
                  <a:lnTo>
                    <a:pt x="3132899" y="989063"/>
                  </a:lnTo>
                  <a:lnTo>
                    <a:pt x="3132899" y="1301115"/>
                  </a:lnTo>
                  <a:lnTo>
                    <a:pt x="3151721" y="1301115"/>
                  </a:lnTo>
                  <a:lnTo>
                    <a:pt x="3151721" y="989063"/>
                  </a:lnTo>
                  <a:lnTo>
                    <a:pt x="3655047" y="989063"/>
                  </a:lnTo>
                  <a:lnTo>
                    <a:pt x="3655047" y="970241"/>
                  </a:lnTo>
                  <a:lnTo>
                    <a:pt x="3151721" y="970241"/>
                  </a:lnTo>
                  <a:lnTo>
                    <a:pt x="3151721" y="503936"/>
                  </a:lnTo>
                  <a:lnTo>
                    <a:pt x="3655047" y="503936"/>
                  </a:lnTo>
                  <a:lnTo>
                    <a:pt x="3655047" y="485127"/>
                  </a:lnTo>
                  <a:lnTo>
                    <a:pt x="3151721" y="485127"/>
                  </a:lnTo>
                  <a:lnTo>
                    <a:pt x="3151721" y="18821"/>
                  </a:lnTo>
                  <a:lnTo>
                    <a:pt x="3655047" y="18821"/>
                  </a:lnTo>
                  <a:lnTo>
                    <a:pt x="3655047" y="0"/>
                  </a:lnTo>
                  <a:lnTo>
                    <a:pt x="3151721" y="0"/>
                  </a:lnTo>
                  <a:lnTo>
                    <a:pt x="3132899" y="0"/>
                  </a:lnTo>
                  <a:lnTo>
                    <a:pt x="3132899" y="18821"/>
                  </a:lnTo>
                  <a:lnTo>
                    <a:pt x="3132899" y="485127"/>
                  </a:lnTo>
                  <a:lnTo>
                    <a:pt x="3132899" y="503936"/>
                  </a:lnTo>
                  <a:lnTo>
                    <a:pt x="3132899" y="970241"/>
                  </a:lnTo>
                  <a:lnTo>
                    <a:pt x="2629560" y="970241"/>
                  </a:lnTo>
                  <a:lnTo>
                    <a:pt x="2629560" y="503936"/>
                  </a:lnTo>
                  <a:lnTo>
                    <a:pt x="3132899" y="503936"/>
                  </a:lnTo>
                  <a:lnTo>
                    <a:pt x="3132899" y="485127"/>
                  </a:lnTo>
                  <a:lnTo>
                    <a:pt x="2629560" y="485127"/>
                  </a:lnTo>
                  <a:lnTo>
                    <a:pt x="2629560" y="18821"/>
                  </a:lnTo>
                  <a:lnTo>
                    <a:pt x="3132899" y="18821"/>
                  </a:lnTo>
                  <a:lnTo>
                    <a:pt x="3132899" y="0"/>
                  </a:lnTo>
                  <a:lnTo>
                    <a:pt x="2625344" y="0"/>
                  </a:lnTo>
                  <a:lnTo>
                    <a:pt x="2614942" y="0"/>
                  </a:lnTo>
                  <a:lnTo>
                    <a:pt x="2610739" y="0"/>
                  </a:lnTo>
                  <a:lnTo>
                    <a:pt x="2610739" y="18821"/>
                  </a:lnTo>
                  <a:lnTo>
                    <a:pt x="2610739" y="1940483"/>
                  </a:lnTo>
                  <a:lnTo>
                    <a:pt x="2596794" y="1940483"/>
                  </a:lnTo>
                  <a:lnTo>
                    <a:pt x="2596794" y="1959292"/>
                  </a:lnTo>
                  <a:lnTo>
                    <a:pt x="2610739" y="1959292"/>
                  </a:lnTo>
                  <a:lnTo>
                    <a:pt x="2610739" y="2425611"/>
                  </a:lnTo>
                  <a:lnTo>
                    <a:pt x="2596794" y="2425611"/>
                  </a:lnTo>
                  <a:lnTo>
                    <a:pt x="2596794" y="2444419"/>
                  </a:lnTo>
                  <a:lnTo>
                    <a:pt x="2610739" y="2444419"/>
                  </a:lnTo>
                  <a:lnTo>
                    <a:pt x="2610739" y="3103499"/>
                  </a:lnTo>
                  <a:lnTo>
                    <a:pt x="2107412" y="3103499"/>
                  </a:lnTo>
                  <a:lnTo>
                    <a:pt x="2107412" y="1474177"/>
                  </a:lnTo>
                  <a:lnTo>
                    <a:pt x="2610739" y="1474177"/>
                  </a:lnTo>
                  <a:lnTo>
                    <a:pt x="2610739" y="1455369"/>
                  </a:lnTo>
                  <a:lnTo>
                    <a:pt x="2107412" y="1455369"/>
                  </a:lnTo>
                  <a:lnTo>
                    <a:pt x="2107412" y="989063"/>
                  </a:lnTo>
                  <a:lnTo>
                    <a:pt x="2610739" y="989063"/>
                  </a:lnTo>
                  <a:lnTo>
                    <a:pt x="2610739" y="970241"/>
                  </a:lnTo>
                  <a:lnTo>
                    <a:pt x="2107412" y="970241"/>
                  </a:lnTo>
                  <a:lnTo>
                    <a:pt x="2107412" y="503936"/>
                  </a:lnTo>
                  <a:lnTo>
                    <a:pt x="2610739" y="503936"/>
                  </a:lnTo>
                  <a:lnTo>
                    <a:pt x="2610739" y="485127"/>
                  </a:lnTo>
                  <a:lnTo>
                    <a:pt x="2107412" y="485127"/>
                  </a:lnTo>
                  <a:lnTo>
                    <a:pt x="2107412" y="18821"/>
                  </a:lnTo>
                  <a:lnTo>
                    <a:pt x="2610739" y="18821"/>
                  </a:lnTo>
                  <a:lnTo>
                    <a:pt x="2610739" y="0"/>
                  </a:lnTo>
                  <a:lnTo>
                    <a:pt x="2103208" y="0"/>
                  </a:lnTo>
                  <a:lnTo>
                    <a:pt x="2092807" y="0"/>
                  </a:lnTo>
                  <a:lnTo>
                    <a:pt x="2088603" y="0"/>
                  </a:lnTo>
                  <a:lnTo>
                    <a:pt x="2088603" y="18821"/>
                  </a:lnTo>
                  <a:lnTo>
                    <a:pt x="2088603" y="1940483"/>
                  </a:lnTo>
                  <a:lnTo>
                    <a:pt x="1705635" y="1940483"/>
                  </a:lnTo>
                  <a:lnTo>
                    <a:pt x="1705635" y="1959292"/>
                  </a:lnTo>
                  <a:lnTo>
                    <a:pt x="2088603" y="1959292"/>
                  </a:lnTo>
                  <a:lnTo>
                    <a:pt x="2088603" y="2425611"/>
                  </a:lnTo>
                  <a:lnTo>
                    <a:pt x="1705635" y="2425611"/>
                  </a:lnTo>
                  <a:lnTo>
                    <a:pt x="1705635" y="2444419"/>
                  </a:lnTo>
                  <a:lnTo>
                    <a:pt x="2088603" y="2444419"/>
                  </a:lnTo>
                  <a:lnTo>
                    <a:pt x="2088603" y="3103499"/>
                  </a:lnTo>
                  <a:lnTo>
                    <a:pt x="1063104" y="3103499"/>
                  </a:lnTo>
                  <a:lnTo>
                    <a:pt x="1063104" y="2444419"/>
                  </a:lnTo>
                  <a:lnTo>
                    <a:pt x="1201521" y="2444419"/>
                  </a:lnTo>
                  <a:lnTo>
                    <a:pt x="1201521" y="2425611"/>
                  </a:lnTo>
                  <a:lnTo>
                    <a:pt x="1063104" y="2425611"/>
                  </a:lnTo>
                  <a:lnTo>
                    <a:pt x="1063104" y="1959292"/>
                  </a:lnTo>
                  <a:lnTo>
                    <a:pt x="1201521" y="1959292"/>
                  </a:lnTo>
                  <a:lnTo>
                    <a:pt x="1201521" y="1940483"/>
                  </a:lnTo>
                  <a:lnTo>
                    <a:pt x="1063104" y="1940483"/>
                  </a:lnTo>
                  <a:lnTo>
                    <a:pt x="1063104" y="1474177"/>
                  </a:lnTo>
                  <a:lnTo>
                    <a:pt x="1566443" y="1474177"/>
                  </a:lnTo>
                  <a:lnTo>
                    <a:pt x="1566443" y="1831949"/>
                  </a:lnTo>
                  <a:lnTo>
                    <a:pt x="1585264" y="1831949"/>
                  </a:lnTo>
                  <a:lnTo>
                    <a:pt x="1585264" y="1474177"/>
                  </a:lnTo>
                  <a:lnTo>
                    <a:pt x="2088603" y="1474177"/>
                  </a:lnTo>
                  <a:lnTo>
                    <a:pt x="2088603" y="1455369"/>
                  </a:lnTo>
                  <a:lnTo>
                    <a:pt x="1585264" y="1455369"/>
                  </a:lnTo>
                  <a:lnTo>
                    <a:pt x="1585264" y="989063"/>
                  </a:lnTo>
                  <a:lnTo>
                    <a:pt x="2088603" y="989063"/>
                  </a:lnTo>
                  <a:lnTo>
                    <a:pt x="2088603" y="970241"/>
                  </a:lnTo>
                  <a:lnTo>
                    <a:pt x="1585264" y="970241"/>
                  </a:lnTo>
                  <a:lnTo>
                    <a:pt x="1585264" y="503936"/>
                  </a:lnTo>
                  <a:lnTo>
                    <a:pt x="2088603" y="503936"/>
                  </a:lnTo>
                  <a:lnTo>
                    <a:pt x="2088603" y="485127"/>
                  </a:lnTo>
                  <a:lnTo>
                    <a:pt x="1585264" y="485127"/>
                  </a:lnTo>
                  <a:lnTo>
                    <a:pt x="1585264" y="18821"/>
                  </a:lnTo>
                  <a:lnTo>
                    <a:pt x="2088603" y="18821"/>
                  </a:lnTo>
                  <a:lnTo>
                    <a:pt x="2088603" y="0"/>
                  </a:lnTo>
                  <a:lnTo>
                    <a:pt x="1585264" y="0"/>
                  </a:lnTo>
                  <a:lnTo>
                    <a:pt x="1566443" y="0"/>
                  </a:lnTo>
                  <a:lnTo>
                    <a:pt x="1566443" y="18821"/>
                  </a:lnTo>
                  <a:lnTo>
                    <a:pt x="1566443" y="1455369"/>
                  </a:lnTo>
                  <a:lnTo>
                    <a:pt x="1063104" y="1455369"/>
                  </a:lnTo>
                  <a:lnTo>
                    <a:pt x="1063104" y="989063"/>
                  </a:lnTo>
                  <a:lnTo>
                    <a:pt x="1566443" y="989063"/>
                  </a:lnTo>
                  <a:lnTo>
                    <a:pt x="1566443" y="970241"/>
                  </a:lnTo>
                  <a:lnTo>
                    <a:pt x="1063104" y="970241"/>
                  </a:lnTo>
                  <a:lnTo>
                    <a:pt x="1063104" y="503936"/>
                  </a:lnTo>
                  <a:lnTo>
                    <a:pt x="1566443" y="503936"/>
                  </a:lnTo>
                  <a:lnTo>
                    <a:pt x="1566443" y="485127"/>
                  </a:lnTo>
                  <a:lnTo>
                    <a:pt x="1063104" y="485127"/>
                  </a:lnTo>
                  <a:lnTo>
                    <a:pt x="1063104" y="18821"/>
                  </a:lnTo>
                  <a:lnTo>
                    <a:pt x="1566443" y="18821"/>
                  </a:lnTo>
                  <a:lnTo>
                    <a:pt x="1566443" y="0"/>
                  </a:lnTo>
                  <a:lnTo>
                    <a:pt x="1058900" y="0"/>
                  </a:lnTo>
                  <a:lnTo>
                    <a:pt x="1048499" y="0"/>
                  </a:lnTo>
                  <a:lnTo>
                    <a:pt x="1044282" y="0"/>
                  </a:lnTo>
                  <a:lnTo>
                    <a:pt x="1044282" y="18821"/>
                  </a:lnTo>
                  <a:lnTo>
                    <a:pt x="1044282" y="2425611"/>
                  </a:lnTo>
                  <a:lnTo>
                    <a:pt x="814463" y="2425611"/>
                  </a:lnTo>
                  <a:lnTo>
                    <a:pt x="814463" y="2444419"/>
                  </a:lnTo>
                  <a:lnTo>
                    <a:pt x="1044282" y="2444419"/>
                  </a:lnTo>
                  <a:lnTo>
                    <a:pt x="1044282" y="3103499"/>
                  </a:lnTo>
                  <a:lnTo>
                    <a:pt x="18834" y="3103499"/>
                  </a:lnTo>
                  <a:lnTo>
                    <a:pt x="18834" y="2444419"/>
                  </a:lnTo>
                  <a:lnTo>
                    <a:pt x="310349" y="2444419"/>
                  </a:lnTo>
                  <a:lnTo>
                    <a:pt x="310349" y="2425611"/>
                  </a:lnTo>
                  <a:lnTo>
                    <a:pt x="18834" y="2425611"/>
                  </a:lnTo>
                  <a:lnTo>
                    <a:pt x="18834" y="1959292"/>
                  </a:lnTo>
                  <a:lnTo>
                    <a:pt x="522147" y="1959292"/>
                  </a:lnTo>
                  <a:lnTo>
                    <a:pt x="522147" y="2078507"/>
                  </a:lnTo>
                  <a:lnTo>
                    <a:pt x="540969" y="2078507"/>
                  </a:lnTo>
                  <a:lnTo>
                    <a:pt x="540969" y="1959292"/>
                  </a:lnTo>
                  <a:lnTo>
                    <a:pt x="1044282" y="1959292"/>
                  </a:lnTo>
                  <a:lnTo>
                    <a:pt x="1044282" y="1940483"/>
                  </a:lnTo>
                  <a:lnTo>
                    <a:pt x="540969" y="1940483"/>
                  </a:lnTo>
                  <a:lnTo>
                    <a:pt x="540969" y="1474177"/>
                  </a:lnTo>
                  <a:lnTo>
                    <a:pt x="1044282" y="1474177"/>
                  </a:lnTo>
                  <a:lnTo>
                    <a:pt x="1044282" y="1455369"/>
                  </a:lnTo>
                  <a:lnTo>
                    <a:pt x="540969" y="1455369"/>
                  </a:lnTo>
                  <a:lnTo>
                    <a:pt x="540969" y="989063"/>
                  </a:lnTo>
                  <a:lnTo>
                    <a:pt x="1044282" y="989063"/>
                  </a:lnTo>
                  <a:lnTo>
                    <a:pt x="1044282" y="970241"/>
                  </a:lnTo>
                  <a:lnTo>
                    <a:pt x="540969" y="970241"/>
                  </a:lnTo>
                  <a:lnTo>
                    <a:pt x="540969" y="503936"/>
                  </a:lnTo>
                  <a:lnTo>
                    <a:pt x="1044282" y="503936"/>
                  </a:lnTo>
                  <a:lnTo>
                    <a:pt x="1044282" y="485127"/>
                  </a:lnTo>
                  <a:lnTo>
                    <a:pt x="540969" y="485127"/>
                  </a:lnTo>
                  <a:lnTo>
                    <a:pt x="540969" y="18821"/>
                  </a:lnTo>
                  <a:lnTo>
                    <a:pt x="1044282" y="18821"/>
                  </a:lnTo>
                  <a:lnTo>
                    <a:pt x="1044282" y="0"/>
                  </a:lnTo>
                  <a:lnTo>
                    <a:pt x="540969" y="0"/>
                  </a:lnTo>
                  <a:lnTo>
                    <a:pt x="522147" y="0"/>
                  </a:lnTo>
                  <a:lnTo>
                    <a:pt x="522147" y="18821"/>
                  </a:lnTo>
                  <a:lnTo>
                    <a:pt x="522147" y="1940483"/>
                  </a:lnTo>
                  <a:lnTo>
                    <a:pt x="18834" y="1940483"/>
                  </a:lnTo>
                  <a:lnTo>
                    <a:pt x="18834" y="1474177"/>
                  </a:lnTo>
                  <a:lnTo>
                    <a:pt x="522147" y="1474177"/>
                  </a:lnTo>
                  <a:lnTo>
                    <a:pt x="522147" y="1455369"/>
                  </a:lnTo>
                  <a:lnTo>
                    <a:pt x="18834" y="1455369"/>
                  </a:lnTo>
                  <a:lnTo>
                    <a:pt x="18834" y="989063"/>
                  </a:lnTo>
                  <a:lnTo>
                    <a:pt x="522147" y="989063"/>
                  </a:lnTo>
                  <a:lnTo>
                    <a:pt x="522147" y="970241"/>
                  </a:lnTo>
                  <a:lnTo>
                    <a:pt x="18834" y="970241"/>
                  </a:lnTo>
                  <a:lnTo>
                    <a:pt x="18834" y="503936"/>
                  </a:lnTo>
                  <a:lnTo>
                    <a:pt x="522147" y="503936"/>
                  </a:lnTo>
                  <a:lnTo>
                    <a:pt x="522147" y="485127"/>
                  </a:lnTo>
                  <a:lnTo>
                    <a:pt x="18834" y="485127"/>
                  </a:lnTo>
                  <a:lnTo>
                    <a:pt x="18834" y="18821"/>
                  </a:lnTo>
                  <a:lnTo>
                    <a:pt x="522147" y="18821"/>
                  </a:lnTo>
                  <a:lnTo>
                    <a:pt x="522147" y="0"/>
                  </a:lnTo>
                  <a:lnTo>
                    <a:pt x="4203" y="0"/>
                  </a:lnTo>
                  <a:lnTo>
                    <a:pt x="0" y="4203"/>
                  </a:lnTo>
                  <a:lnTo>
                    <a:pt x="0" y="489331"/>
                  </a:lnTo>
                  <a:lnTo>
                    <a:pt x="0" y="499732"/>
                  </a:lnTo>
                  <a:lnTo>
                    <a:pt x="0" y="3118104"/>
                  </a:lnTo>
                  <a:lnTo>
                    <a:pt x="4191" y="3122307"/>
                  </a:lnTo>
                  <a:lnTo>
                    <a:pt x="522147" y="3122307"/>
                  </a:lnTo>
                  <a:lnTo>
                    <a:pt x="540969" y="3122320"/>
                  </a:lnTo>
                  <a:lnTo>
                    <a:pt x="1048473" y="3122307"/>
                  </a:lnTo>
                  <a:lnTo>
                    <a:pt x="1053693" y="3122320"/>
                  </a:lnTo>
                  <a:lnTo>
                    <a:pt x="1058900" y="3122307"/>
                  </a:lnTo>
                  <a:lnTo>
                    <a:pt x="1566443" y="3122307"/>
                  </a:lnTo>
                  <a:lnTo>
                    <a:pt x="1585264" y="3122320"/>
                  </a:lnTo>
                  <a:lnTo>
                    <a:pt x="2092794" y="3122307"/>
                  </a:lnTo>
                  <a:lnTo>
                    <a:pt x="2098001" y="3122320"/>
                  </a:lnTo>
                  <a:lnTo>
                    <a:pt x="2103208" y="3122307"/>
                  </a:lnTo>
                  <a:lnTo>
                    <a:pt x="2614930" y="3122307"/>
                  </a:lnTo>
                  <a:lnTo>
                    <a:pt x="2620149" y="3122320"/>
                  </a:lnTo>
                  <a:lnTo>
                    <a:pt x="2625344" y="3122307"/>
                  </a:lnTo>
                  <a:lnTo>
                    <a:pt x="3132899" y="3122307"/>
                  </a:lnTo>
                  <a:lnTo>
                    <a:pt x="3151721" y="3122320"/>
                  </a:lnTo>
                  <a:lnTo>
                    <a:pt x="3659238" y="3122307"/>
                  </a:lnTo>
                  <a:lnTo>
                    <a:pt x="3664458" y="3122320"/>
                  </a:lnTo>
                  <a:lnTo>
                    <a:pt x="3669665" y="3122307"/>
                  </a:lnTo>
                  <a:lnTo>
                    <a:pt x="4177182" y="3122307"/>
                  </a:lnTo>
                  <a:lnTo>
                    <a:pt x="4196003" y="3122320"/>
                  </a:lnTo>
                  <a:lnTo>
                    <a:pt x="4703521" y="3122307"/>
                  </a:lnTo>
                  <a:lnTo>
                    <a:pt x="4708741" y="3122320"/>
                  </a:lnTo>
                  <a:lnTo>
                    <a:pt x="4713948" y="3122307"/>
                  </a:lnTo>
                  <a:lnTo>
                    <a:pt x="5221490" y="3122307"/>
                  </a:lnTo>
                  <a:lnTo>
                    <a:pt x="5240312" y="3122320"/>
                  </a:lnTo>
                  <a:lnTo>
                    <a:pt x="5758243" y="3122307"/>
                  </a:lnTo>
                  <a:lnTo>
                    <a:pt x="5762447" y="3118104"/>
                  </a:lnTo>
                  <a:lnTo>
                    <a:pt x="5762447" y="18821"/>
                  </a:lnTo>
                  <a:lnTo>
                    <a:pt x="5762447" y="4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46832" y="3994325"/>
              <a:ext cx="504190" cy="1034415"/>
            </a:xfrm>
            <a:custGeom>
              <a:avLst/>
              <a:gdLst/>
              <a:ahLst/>
              <a:cxnLst/>
              <a:rect l="l" t="t" r="r" b="b"/>
              <a:pathLst>
                <a:path w="504190" h="1034414">
                  <a:moveTo>
                    <a:pt x="504111" y="1034388"/>
                  </a:moveTo>
                  <a:lnTo>
                    <a:pt x="0" y="1034388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034388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7422" y="3984931"/>
              <a:ext cx="523240" cy="1053465"/>
            </a:xfrm>
            <a:custGeom>
              <a:avLst/>
              <a:gdLst/>
              <a:ahLst/>
              <a:cxnLst/>
              <a:rect l="l" t="t" r="r" b="b"/>
              <a:pathLst>
                <a:path w="523240" h="1053464">
                  <a:moveTo>
                    <a:pt x="518714" y="1053198"/>
                  </a:moveTo>
                  <a:lnTo>
                    <a:pt x="4204" y="1053198"/>
                  </a:lnTo>
                  <a:lnTo>
                    <a:pt x="0" y="1048995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9" y="4203"/>
                  </a:lnTo>
                  <a:lnTo>
                    <a:pt x="522919" y="18798"/>
                  </a:lnTo>
                  <a:lnTo>
                    <a:pt x="18819" y="18798"/>
                  </a:lnTo>
                  <a:lnTo>
                    <a:pt x="18819" y="1034376"/>
                  </a:lnTo>
                  <a:lnTo>
                    <a:pt x="522919" y="1034376"/>
                  </a:lnTo>
                  <a:lnTo>
                    <a:pt x="522919" y="1048995"/>
                  </a:lnTo>
                  <a:lnTo>
                    <a:pt x="518714" y="1053198"/>
                  </a:lnTo>
                  <a:close/>
                </a:path>
                <a:path w="523240" h="1053464">
                  <a:moveTo>
                    <a:pt x="522919" y="1034376"/>
                  </a:moveTo>
                  <a:lnTo>
                    <a:pt x="504089" y="1034376"/>
                  </a:lnTo>
                  <a:lnTo>
                    <a:pt x="504089" y="18798"/>
                  </a:lnTo>
                  <a:lnTo>
                    <a:pt x="522919" y="18798"/>
                  </a:lnTo>
                  <a:lnTo>
                    <a:pt x="522919" y="1034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50943" y="3831324"/>
              <a:ext cx="182245" cy="1197610"/>
            </a:xfrm>
            <a:custGeom>
              <a:avLst/>
              <a:gdLst/>
              <a:ahLst/>
              <a:cxnLst/>
              <a:rect l="l" t="t" r="r" b="b"/>
              <a:pathLst>
                <a:path w="182244" h="1197610">
                  <a:moveTo>
                    <a:pt x="181812" y="1197389"/>
                  </a:moveTo>
                  <a:lnTo>
                    <a:pt x="0" y="1197389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197389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41523" y="3821219"/>
              <a:ext cx="200660" cy="1217295"/>
            </a:xfrm>
            <a:custGeom>
              <a:avLst/>
              <a:gdLst/>
              <a:ahLst/>
              <a:cxnLst/>
              <a:rect l="l" t="t" r="r" b="b"/>
              <a:pathLst>
                <a:path w="200659" h="1217295">
                  <a:moveTo>
                    <a:pt x="196460" y="1216911"/>
                  </a:moveTo>
                  <a:lnTo>
                    <a:pt x="4204" y="1216911"/>
                  </a:lnTo>
                  <a:lnTo>
                    <a:pt x="0" y="1212708"/>
                  </a:lnTo>
                  <a:lnTo>
                    <a:pt x="0" y="170441"/>
                  </a:lnTo>
                  <a:lnTo>
                    <a:pt x="1137" y="167892"/>
                  </a:lnTo>
                  <a:lnTo>
                    <a:pt x="187706" y="631"/>
                  </a:lnTo>
                  <a:lnTo>
                    <a:pt x="191681" y="0"/>
                  </a:lnTo>
                  <a:lnTo>
                    <a:pt x="198459" y="3043"/>
                  </a:lnTo>
                  <a:lnTo>
                    <a:pt x="200653" y="6407"/>
                  </a:lnTo>
                  <a:lnTo>
                    <a:pt x="200653" y="31178"/>
                  </a:lnTo>
                  <a:lnTo>
                    <a:pt x="181812" y="31178"/>
                  </a:lnTo>
                  <a:lnTo>
                    <a:pt x="18818" y="177297"/>
                  </a:lnTo>
                  <a:lnTo>
                    <a:pt x="18818" y="1198077"/>
                  </a:lnTo>
                  <a:lnTo>
                    <a:pt x="200653" y="1198077"/>
                  </a:lnTo>
                  <a:lnTo>
                    <a:pt x="200653" y="1212708"/>
                  </a:lnTo>
                  <a:lnTo>
                    <a:pt x="196460" y="1216911"/>
                  </a:lnTo>
                  <a:close/>
                </a:path>
                <a:path w="200659" h="1217295">
                  <a:moveTo>
                    <a:pt x="200653" y="1198077"/>
                  </a:moveTo>
                  <a:lnTo>
                    <a:pt x="181812" y="1198077"/>
                  </a:lnTo>
                  <a:lnTo>
                    <a:pt x="181812" y="31178"/>
                  </a:lnTo>
                  <a:lnTo>
                    <a:pt x="200653" y="31178"/>
                  </a:lnTo>
                  <a:lnTo>
                    <a:pt x="200653" y="119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46832" y="3831324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4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6641" y="3821907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0" y="18821"/>
                  </a:lnTo>
                  <a:lnTo>
                    <a:pt x="195587" y="18821"/>
                  </a:lnTo>
                  <a:lnTo>
                    <a:pt x="34777" y="163012"/>
                  </a:lnTo>
                  <a:lnTo>
                    <a:pt x="538885" y="163012"/>
                  </a:lnTo>
                  <a:lnTo>
                    <a:pt x="518852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0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38006" y="3747768"/>
              <a:ext cx="504190" cy="1281430"/>
            </a:xfrm>
            <a:custGeom>
              <a:avLst/>
              <a:gdLst/>
              <a:ahLst/>
              <a:cxnLst/>
              <a:rect l="l" t="t" r="r" b="b"/>
              <a:pathLst>
                <a:path w="504189" h="1281429">
                  <a:moveTo>
                    <a:pt x="504111" y="1280944"/>
                  </a:moveTo>
                  <a:lnTo>
                    <a:pt x="0" y="1280944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280944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28596" y="3738363"/>
              <a:ext cx="523240" cy="1299845"/>
            </a:xfrm>
            <a:custGeom>
              <a:avLst/>
              <a:gdLst/>
              <a:ahLst/>
              <a:cxnLst/>
              <a:rect l="l" t="t" r="r" b="b"/>
              <a:pathLst>
                <a:path w="523239" h="1299845">
                  <a:moveTo>
                    <a:pt x="518713" y="1299766"/>
                  </a:moveTo>
                  <a:lnTo>
                    <a:pt x="4204" y="1299766"/>
                  </a:lnTo>
                  <a:lnTo>
                    <a:pt x="0" y="1295563"/>
                  </a:lnTo>
                  <a:lnTo>
                    <a:pt x="0" y="4203"/>
                  </a:lnTo>
                  <a:lnTo>
                    <a:pt x="4204" y="0"/>
                  </a:lnTo>
                  <a:lnTo>
                    <a:pt x="518714" y="0"/>
                  </a:lnTo>
                  <a:lnTo>
                    <a:pt x="522918" y="4203"/>
                  </a:lnTo>
                  <a:lnTo>
                    <a:pt x="522918" y="18810"/>
                  </a:lnTo>
                  <a:lnTo>
                    <a:pt x="18818" y="18810"/>
                  </a:lnTo>
                  <a:lnTo>
                    <a:pt x="18818" y="1280944"/>
                  </a:lnTo>
                  <a:lnTo>
                    <a:pt x="522918" y="1280944"/>
                  </a:lnTo>
                  <a:lnTo>
                    <a:pt x="522918" y="1295563"/>
                  </a:lnTo>
                  <a:lnTo>
                    <a:pt x="518713" y="1299766"/>
                  </a:lnTo>
                  <a:close/>
                </a:path>
                <a:path w="523239" h="1299845">
                  <a:moveTo>
                    <a:pt x="522918" y="1280944"/>
                  </a:moveTo>
                  <a:lnTo>
                    <a:pt x="504088" y="1280944"/>
                  </a:lnTo>
                  <a:lnTo>
                    <a:pt x="504088" y="18810"/>
                  </a:lnTo>
                  <a:lnTo>
                    <a:pt x="522918" y="18810"/>
                  </a:lnTo>
                  <a:lnTo>
                    <a:pt x="522918" y="1280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42105" y="3584768"/>
              <a:ext cx="182245" cy="1443990"/>
            </a:xfrm>
            <a:custGeom>
              <a:avLst/>
              <a:gdLst/>
              <a:ahLst/>
              <a:cxnLst/>
              <a:rect l="l" t="t" r="r" b="b"/>
              <a:pathLst>
                <a:path w="182244" h="1443989">
                  <a:moveTo>
                    <a:pt x="181812" y="1443945"/>
                  </a:moveTo>
                  <a:lnTo>
                    <a:pt x="0" y="1443945"/>
                  </a:lnTo>
                  <a:lnTo>
                    <a:pt x="0" y="163000"/>
                  </a:lnTo>
                  <a:lnTo>
                    <a:pt x="181812" y="0"/>
                  </a:lnTo>
                  <a:lnTo>
                    <a:pt x="181812" y="1443945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32697" y="3574662"/>
              <a:ext cx="200660" cy="1463675"/>
            </a:xfrm>
            <a:custGeom>
              <a:avLst/>
              <a:gdLst/>
              <a:ahLst/>
              <a:cxnLst/>
              <a:rect l="l" t="t" r="r" b="b"/>
              <a:pathLst>
                <a:path w="200660" h="1463675">
                  <a:moveTo>
                    <a:pt x="196425" y="1463467"/>
                  </a:moveTo>
                  <a:lnTo>
                    <a:pt x="4204" y="1463467"/>
                  </a:lnTo>
                  <a:lnTo>
                    <a:pt x="0" y="1459264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78"/>
                  </a:lnTo>
                  <a:lnTo>
                    <a:pt x="181799" y="31178"/>
                  </a:lnTo>
                  <a:lnTo>
                    <a:pt x="18818" y="177297"/>
                  </a:lnTo>
                  <a:lnTo>
                    <a:pt x="18818" y="1444645"/>
                  </a:lnTo>
                  <a:lnTo>
                    <a:pt x="200630" y="1444645"/>
                  </a:lnTo>
                  <a:lnTo>
                    <a:pt x="200630" y="1459264"/>
                  </a:lnTo>
                  <a:lnTo>
                    <a:pt x="196425" y="1463467"/>
                  </a:lnTo>
                  <a:close/>
                </a:path>
                <a:path w="200660" h="1463675">
                  <a:moveTo>
                    <a:pt x="200630" y="1444645"/>
                  </a:moveTo>
                  <a:lnTo>
                    <a:pt x="181799" y="1444645"/>
                  </a:lnTo>
                  <a:lnTo>
                    <a:pt x="181799" y="31178"/>
                  </a:lnTo>
                  <a:lnTo>
                    <a:pt x="200630" y="31178"/>
                  </a:lnTo>
                  <a:lnTo>
                    <a:pt x="200630" y="1444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38006" y="3584768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099" y="163000"/>
                  </a:moveTo>
                  <a:lnTo>
                    <a:pt x="0" y="163000"/>
                  </a:lnTo>
                  <a:lnTo>
                    <a:pt x="181800" y="0"/>
                  </a:lnTo>
                  <a:lnTo>
                    <a:pt x="685912" y="0"/>
                  </a:lnTo>
                  <a:lnTo>
                    <a:pt x="504099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27814" y="3575340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699986" y="0"/>
                  </a:lnTo>
                  <a:lnTo>
                    <a:pt x="703479" y="2411"/>
                  </a:lnTo>
                  <a:lnTo>
                    <a:pt x="706282" y="9692"/>
                  </a:lnTo>
                  <a:lnTo>
                    <a:pt x="705282" y="13814"/>
                  </a:lnTo>
                  <a:lnTo>
                    <a:pt x="699698" y="18821"/>
                  </a:lnTo>
                  <a:lnTo>
                    <a:pt x="195600" y="18821"/>
                  </a:lnTo>
                  <a:lnTo>
                    <a:pt x="34789" y="163011"/>
                  </a:lnTo>
                  <a:lnTo>
                    <a:pt x="538883" y="163011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5" h="182245">
                  <a:moveTo>
                    <a:pt x="538883" y="163011"/>
                  </a:moveTo>
                  <a:lnTo>
                    <a:pt x="510684" y="163011"/>
                  </a:lnTo>
                  <a:lnTo>
                    <a:pt x="671494" y="18821"/>
                  </a:lnTo>
                  <a:lnTo>
                    <a:pt x="699698" y="18821"/>
                  </a:lnTo>
                  <a:lnTo>
                    <a:pt x="538883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29168" y="3621838"/>
              <a:ext cx="504190" cy="1407160"/>
            </a:xfrm>
            <a:custGeom>
              <a:avLst/>
              <a:gdLst/>
              <a:ahLst/>
              <a:cxnLst/>
              <a:rect l="l" t="t" r="r" b="b"/>
              <a:pathLst>
                <a:path w="504189" h="1407160">
                  <a:moveTo>
                    <a:pt x="504111" y="1406887"/>
                  </a:moveTo>
                  <a:lnTo>
                    <a:pt x="0" y="1406887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406887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519747" y="3612432"/>
              <a:ext cx="523240" cy="1426210"/>
            </a:xfrm>
            <a:custGeom>
              <a:avLst/>
              <a:gdLst/>
              <a:ahLst/>
              <a:cxnLst/>
              <a:rect l="l" t="t" r="r" b="b"/>
              <a:pathLst>
                <a:path w="523239" h="1426210">
                  <a:moveTo>
                    <a:pt x="518736" y="1425697"/>
                  </a:moveTo>
                  <a:lnTo>
                    <a:pt x="4204" y="1425697"/>
                  </a:lnTo>
                  <a:lnTo>
                    <a:pt x="0" y="1421494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7" y="0"/>
                  </a:lnTo>
                  <a:lnTo>
                    <a:pt x="522941" y="4203"/>
                  </a:lnTo>
                  <a:lnTo>
                    <a:pt x="522941" y="18810"/>
                  </a:lnTo>
                  <a:lnTo>
                    <a:pt x="18830" y="18810"/>
                  </a:lnTo>
                  <a:lnTo>
                    <a:pt x="18830" y="1406875"/>
                  </a:lnTo>
                  <a:lnTo>
                    <a:pt x="522941" y="1406875"/>
                  </a:lnTo>
                  <a:lnTo>
                    <a:pt x="522941" y="1421494"/>
                  </a:lnTo>
                  <a:lnTo>
                    <a:pt x="518736" y="1425697"/>
                  </a:lnTo>
                  <a:close/>
                </a:path>
                <a:path w="523239" h="1426210">
                  <a:moveTo>
                    <a:pt x="522941" y="1406875"/>
                  </a:moveTo>
                  <a:lnTo>
                    <a:pt x="504122" y="1406875"/>
                  </a:lnTo>
                  <a:lnTo>
                    <a:pt x="504122" y="18810"/>
                  </a:lnTo>
                  <a:lnTo>
                    <a:pt x="522941" y="18810"/>
                  </a:lnTo>
                  <a:lnTo>
                    <a:pt x="522941" y="1406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33268" y="3458825"/>
              <a:ext cx="182245" cy="1570355"/>
            </a:xfrm>
            <a:custGeom>
              <a:avLst/>
              <a:gdLst/>
              <a:ahLst/>
              <a:cxnLst/>
              <a:rect l="l" t="t" r="r" b="b"/>
              <a:pathLst>
                <a:path w="182244" h="1570354">
                  <a:moveTo>
                    <a:pt x="181812" y="1569887"/>
                  </a:moveTo>
                  <a:lnTo>
                    <a:pt x="0" y="1569887"/>
                  </a:lnTo>
                  <a:lnTo>
                    <a:pt x="0" y="163011"/>
                  </a:lnTo>
                  <a:lnTo>
                    <a:pt x="181812" y="0"/>
                  </a:lnTo>
                  <a:lnTo>
                    <a:pt x="181812" y="1569887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023871" y="3448731"/>
              <a:ext cx="200660" cy="1589405"/>
            </a:xfrm>
            <a:custGeom>
              <a:avLst/>
              <a:gdLst/>
              <a:ahLst/>
              <a:cxnLst/>
              <a:rect l="l" t="t" r="r" b="b"/>
              <a:pathLst>
                <a:path w="200660" h="1589404">
                  <a:moveTo>
                    <a:pt x="196437" y="1589398"/>
                  </a:moveTo>
                  <a:lnTo>
                    <a:pt x="4204" y="1589398"/>
                  </a:lnTo>
                  <a:lnTo>
                    <a:pt x="0" y="1585195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682" y="608"/>
                  </a:lnTo>
                  <a:lnTo>
                    <a:pt x="191657" y="0"/>
                  </a:lnTo>
                  <a:lnTo>
                    <a:pt x="198436" y="3031"/>
                  </a:lnTo>
                  <a:lnTo>
                    <a:pt x="200630" y="6396"/>
                  </a:lnTo>
                  <a:lnTo>
                    <a:pt x="200630" y="31166"/>
                  </a:lnTo>
                  <a:lnTo>
                    <a:pt x="181800" y="31166"/>
                  </a:lnTo>
                  <a:lnTo>
                    <a:pt x="18818" y="177286"/>
                  </a:lnTo>
                  <a:lnTo>
                    <a:pt x="18818" y="1570565"/>
                  </a:lnTo>
                  <a:lnTo>
                    <a:pt x="200630" y="1570565"/>
                  </a:lnTo>
                  <a:lnTo>
                    <a:pt x="200630" y="1585195"/>
                  </a:lnTo>
                  <a:lnTo>
                    <a:pt x="196437" y="1589398"/>
                  </a:lnTo>
                  <a:close/>
                </a:path>
                <a:path w="200660" h="1589404">
                  <a:moveTo>
                    <a:pt x="200630" y="1570565"/>
                  </a:moveTo>
                  <a:lnTo>
                    <a:pt x="181800" y="1570565"/>
                  </a:lnTo>
                  <a:lnTo>
                    <a:pt x="181800" y="31166"/>
                  </a:lnTo>
                  <a:lnTo>
                    <a:pt x="200630" y="31166"/>
                  </a:lnTo>
                  <a:lnTo>
                    <a:pt x="200630" y="1570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529168" y="3458825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5">
                  <a:moveTo>
                    <a:pt x="504100" y="163011"/>
                  </a:moveTo>
                  <a:lnTo>
                    <a:pt x="0" y="163011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1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518965" y="3449409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5" h="182245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9"/>
                  </a:lnTo>
                  <a:lnTo>
                    <a:pt x="187453" y="861"/>
                  </a:lnTo>
                  <a:lnTo>
                    <a:pt x="189705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4"/>
                  </a:lnTo>
                  <a:lnTo>
                    <a:pt x="699721" y="18821"/>
                  </a:lnTo>
                  <a:lnTo>
                    <a:pt x="195634" y="18821"/>
                  </a:lnTo>
                  <a:lnTo>
                    <a:pt x="34812" y="163011"/>
                  </a:lnTo>
                  <a:lnTo>
                    <a:pt x="538906" y="163011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5" h="182245">
                  <a:moveTo>
                    <a:pt x="538906" y="163011"/>
                  </a:moveTo>
                  <a:lnTo>
                    <a:pt x="510718" y="163011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420330" y="3216932"/>
              <a:ext cx="504190" cy="1812289"/>
            </a:xfrm>
            <a:custGeom>
              <a:avLst/>
              <a:gdLst/>
              <a:ahLst/>
              <a:cxnLst/>
              <a:rect l="l" t="t" r="r" b="b"/>
              <a:pathLst>
                <a:path w="504189" h="1812289">
                  <a:moveTo>
                    <a:pt x="504111" y="1811793"/>
                  </a:moveTo>
                  <a:lnTo>
                    <a:pt x="0" y="18117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18117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10909" y="3207515"/>
              <a:ext cx="523240" cy="1830705"/>
            </a:xfrm>
            <a:custGeom>
              <a:avLst/>
              <a:gdLst/>
              <a:ahLst/>
              <a:cxnLst/>
              <a:rect l="l" t="t" r="r" b="b"/>
              <a:pathLst>
                <a:path w="523239" h="1830704">
                  <a:moveTo>
                    <a:pt x="518736" y="1830603"/>
                  </a:moveTo>
                  <a:lnTo>
                    <a:pt x="4193" y="1830603"/>
                  </a:lnTo>
                  <a:lnTo>
                    <a:pt x="0" y="18264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36" y="0"/>
                  </a:lnTo>
                  <a:lnTo>
                    <a:pt x="522941" y="4203"/>
                  </a:lnTo>
                  <a:lnTo>
                    <a:pt x="522941" y="18821"/>
                  </a:lnTo>
                  <a:lnTo>
                    <a:pt x="18830" y="18821"/>
                  </a:lnTo>
                  <a:lnTo>
                    <a:pt x="18830" y="1811793"/>
                  </a:lnTo>
                  <a:lnTo>
                    <a:pt x="522941" y="1811793"/>
                  </a:lnTo>
                  <a:lnTo>
                    <a:pt x="522941" y="1826400"/>
                  </a:lnTo>
                  <a:lnTo>
                    <a:pt x="518736" y="1830603"/>
                  </a:lnTo>
                  <a:close/>
                </a:path>
                <a:path w="523239" h="1830704">
                  <a:moveTo>
                    <a:pt x="522941" y="1811793"/>
                  </a:moveTo>
                  <a:lnTo>
                    <a:pt x="504122" y="1811793"/>
                  </a:lnTo>
                  <a:lnTo>
                    <a:pt x="504122" y="18821"/>
                  </a:lnTo>
                  <a:lnTo>
                    <a:pt x="522941" y="18821"/>
                  </a:lnTo>
                  <a:lnTo>
                    <a:pt x="522941" y="1811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924430" y="3053919"/>
              <a:ext cx="182245" cy="1974850"/>
            </a:xfrm>
            <a:custGeom>
              <a:avLst/>
              <a:gdLst/>
              <a:ahLst/>
              <a:cxnLst/>
              <a:rect l="l" t="t" r="r" b="b"/>
              <a:pathLst>
                <a:path w="182245" h="1974850">
                  <a:moveTo>
                    <a:pt x="181812" y="1974793"/>
                  </a:moveTo>
                  <a:lnTo>
                    <a:pt x="0" y="1974793"/>
                  </a:lnTo>
                  <a:lnTo>
                    <a:pt x="0" y="163012"/>
                  </a:lnTo>
                  <a:lnTo>
                    <a:pt x="181812" y="0"/>
                  </a:lnTo>
                  <a:lnTo>
                    <a:pt x="181812" y="19747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915034" y="3043814"/>
              <a:ext cx="200660" cy="1994535"/>
            </a:xfrm>
            <a:custGeom>
              <a:avLst/>
              <a:gdLst/>
              <a:ahLst/>
              <a:cxnLst/>
              <a:rect l="l" t="t" r="r" b="b"/>
              <a:pathLst>
                <a:path w="200660" h="1994535">
                  <a:moveTo>
                    <a:pt x="196425" y="1994315"/>
                  </a:moveTo>
                  <a:lnTo>
                    <a:pt x="4204" y="1994315"/>
                  </a:lnTo>
                  <a:lnTo>
                    <a:pt x="0" y="1990112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799" y="31189"/>
                  </a:lnTo>
                  <a:lnTo>
                    <a:pt x="18818" y="177309"/>
                  </a:lnTo>
                  <a:lnTo>
                    <a:pt x="18818" y="1975494"/>
                  </a:lnTo>
                  <a:lnTo>
                    <a:pt x="200630" y="1975494"/>
                  </a:lnTo>
                  <a:lnTo>
                    <a:pt x="200630" y="1990112"/>
                  </a:lnTo>
                  <a:lnTo>
                    <a:pt x="196425" y="1994315"/>
                  </a:lnTo>
                  <a:close/>
                </a:path>
                <a:path w="200660" h="1994535">
                  <a:moveTo>
                    <a:pt x="200630" y="1975494"/>
                  </a:moveTo>
                  <a:lnTo>
                    <a:pt x="181799" y="1975494"/>
                  </a:lnTo>
                  <a:lnTo>
                    <a:pt x="181799" y="31189"/>
                  </a:lnTo>
                  <a:lnTo>
                    <a:pt x="200630" y="31189"/>
                  </a:lnTo>
                  <a:lnTo>
                    <a:pt x="200630" y="197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20330" y="3053919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00" y="163012"/>
                  </a:moveTo>
                  <a:lnTo>
                    <a:pt x="0" y="163012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00" y="163012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10128" y="30445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23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5" y="13815"/>
                  </a:lnTo>
                  <a:lnTo>
                    <a:pt x="699721" y="18821"/>
                  </a:lnTo>
                  <a:lnTo>
                    <a:pt x="195611" y="18821"/>
                  </a:lnTo>
                  <a:lnTo>
                    <a:pt x="34800" y="163012"/>
                  </a:lnTo>
                  <a:lnTo>
                    <a:pt x="538906" y="163012"/>
                  </a:lnTo>
                  <a:lnTo>
                    <a:pt x="518875" y="180972"/>
                  </a:lnTo>
                  <a:lnTo>
                    <a:pt x="516623" y="181833"/>
                  </a:lnTo>
                  <a:close/>
                </a:path>
                <a:path w="706754" h="182244">
                  <a:moveTo>
                    <a:pt x="538906" y="163012"/>
                  </a:moveTo>
                  <a:lnTo>
                    <a:pt x="510718" y="163012"/>
                  </a:lnTo>
                  <a:lnTo>
                    <a:pt x="671529" y="18821"/>
                  </a:lnTo>
                  <a:lnTo>
                    <a:pt x="699721" y="18821"/>
                  </a:lnTo>
                  <a:lnTo>
                    <a:pt x="538906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311493" y="2712220"/>
              <a:ext cx="504190" cy="2317115"/>
            </a:xfrm>
            <a:custGeom>
              <a:avLst/>
              <a:gdLst/>
              <a:ahLst/>
              <a:cxnLst/>
              <a:rect l="l" t="t" r="r" b="b"/>
              <a:pathLst>
                <a:path w="504189" h="2317115">
                  <a:moveTo>
                    <a:pt x="504111" y="2316493"/>
                  </a:moveTo>
                  <a:lnTo>
                    <a:pt x="0" y="2316493"/>
                  </a:lnTo>
                  <a:lnTo>
                    <a:pt x="0" y="0"/>
                  </a:lnTo>
                  <a:lnTo>
                    <a:pt x="504111" y="0"/>
                  </a:lnTo>
                  <a:lnTo>
                    <a:pt x="504111" y="2316493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302084" y="2702815"/>
              <a:ext cx="523240" cy="2335530"/>
            </a:xfrm>
            <a:custGeom>
              <a:avLst/>
              <a:gdLst/>
              <a:ahLst/>
              <a:cxnLst/>
              <a:rect l="l" t="t" r="r" b="b"/>
              <a:pathLst>
                <a:path w="523239" h="2335529">
                  <a:moveTo>
                    <a:pt x="518713" y="2335303"/>
                  </a:moveTo>
                  <a:lnTo>
                    <a:pt x="4193" y="2335303"/>
                  </a:lnTo>
                  <a:lnTo>
                    <a:pt x="0" y="233110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2316493"/>
                  </a:lnTo>
                  <a:lnTo>
                    <a:pt x="522918" y="2316493"/>
                  </a:lnTo>
                  <a:lnTo>
                    <a:pt x="522918" y="2331100"/>
                  </a:lnTo>
                  <a:lnTo>
                    <a:pt x="518713" y="2335303"/>
                  </a:lnTo>
                  <a:close/>
                </a:path>
                <a:path w="523239" h="2335529">
                  <a:moveTo>
                    <a:pt x="522918" y="2316493"/>
                  </a:moveTo>
                  <a:lnTo>
                    <a:pt x="504088" y="2316493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231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15604" y="2549220"/>
              <a:ext cx="182245" cy="2479675"/>
            </a:xfrm>
            <a:custGeom>
              <a:avLst/>
              <a:gdLst/>
              <a:ahLst/>
              <a:cxnLst/>
              <a:rect l="l" t="t" r="r" b="b"/>
              <a:pathLst>
                <a:path w="182245" h="2479675">
                  <a:moveTo>
                    <a:pt x="181800" y="2479493"/>
                  </a:moveTo>
                  <a:lnTo>
                    <a:pt x="0" y="2479493"/>
                  </a:lnTo>
                  <a:lnTo>
                    <a:pt x="0" y="163000"/>
                  </a:lnTo>
                  <a:lnTo>
                    <a:pt x="181800" y="0"/>
                  </a:lnTo>
                  <a:lnTo>
                    <a:pt x="181800" y="247949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06184" y="2539114"/>
              <a:ext cx="200660" cy="2499360"/>
            </a:xfrm>
            <a:custGeom>
              <a:avLst/>
              <a:gdLst/>
              <a:ahLst/>
              <a:cxnLst/>
              <a:rect l="l" t="t" r="r" b="b"/>
              <a:pathLst>
                <a:path w="200660" h="2499360">
                  <a:moveTo>
                    <a:pt x="196448" y="2499004"/>
                  </a:moveTo>
                  <a:lnTo>
                    <a:pt x="4193" y="2499004"/>
                  </a:lnTo>
                  <a:lnTo>
                    <a:pt x="0" y="249480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28" y="608"/>
                  </a:lnTo>
                  <a:lnTo>
                    <a:pt x="191680" y="0"/>
                  </a:lnTo>
                  <a:lnTo>
                    <a:pt x="198459" y="3031"/>
                  </a:lnTo>
                  <a:lnTo>
                    <a:pt x="200653" y="6396"/>
                  </a:lnTo>
                  <a:lnTo>
                    <a:pt x="200653" y="31189"/>
                  </a:lnTo>
                  <a:lnTo>
                    <a:pt x="181811" y="31189"/>
                  </a:lnTo>
                  <a:lnTo>
                    <a:pt x="18818" y="177309"/>
                  </a:lnTo>
                  <a:lnTo>
                    <a:pt x="18818" y="2480194"/>
                  </a:lnTo>
                  <a:lnTo>
                    <a:pt x="200653" y="2480194"/>
                  </a:lnTo>
                  <a:lnTo>
                    <a:pt x="200653" y="2494801"/>
                  </a:lnTo>
                  <a:lnTo>
                    <a:pt x="196448" y="2499004"/>
                  </a:lnTo>
                  <a:close/>
                </a:path>
                <a:path w="200660" h="2499360">
                  <a:moveTo>
                    <a:pt x="200653" y="2480194"/>
                  </a:moveTo>
                  <a:lnTo>
                    <a:pt x="181811" y="2480194"/>
                  </a:lnTo>
                  <a:lnTo>
                    <a:pt x="181811" y="31189"/>
                  </a:lnTo>
                  <a:lnTo>
                    <a:pt x="200653" y="31189"/>
                  </a:lnTo>
                  <a:lnTo>
                    <a:pt x="200653" y="2480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311493" y="254922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1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12" y="0"/>
                  </a:lnTo>
                  <a:lnTo>
                    <a:pt x="504111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301302" y="2539803"/>
              <a:ext cx="706755" cy="182245"/>
            </a:xfrm>
            <a:custGeom>
              <a:avLst/>
              <a:gdLst/>
              <a:ahLst/>
              <a:cxnLst/>
              <a:rect l="l" t="t" r="r" b="b"/>
              <a:pathLst>
                <a:path w="706754" h="182244">
                  <a:moveTo>
                    <a:pt x="516600" y="181833"/>
                  </a:moveTo>
                  <a:lnTo>
                    <a:pt x="6296" y="181833"/>
                  </a:lnTo>
                  <a:lnTo>
                    <a:pt x="2803" y="179422"/>
                  </a:lnTo>
                  <a:lnTo>
                    <a:pt x="0" y="172141"/>
                  </a:lnTo>
                  <a:lnTo>
                    <a:pt x="999" y="168018"/>
                  </a:lnTo>
                  <a:lnTo>
                    <a:pt x="187430" y="861"/>
                  </a:lnTo>
                  <a:lnTo>
                    <a:pt x="189682" y="0"/>
                  </a:lnTo>
                  <a:lnTo>
                    <a:pt x="700009" y="0"/>
                  </a:lnTo>
                  <a:lnTo>
                    <a:pt x="703502" y="2411"/>
                  </a:lnTo>
                  <a:lnTo>
                    <a:pt x="706305" y="9692"/>
                  </a:lnTo>
                  <a:lnTo>
                    <a:pt x="705306" y="13814"/>
                  </a:lnTo>
                  <a:lnTo>
                    <a:pt x="699721" y="18821"/>
                  </a:lnTo>
                  <a:lnTo>
                    <a:pt x="195587" y="18821"/>
                  </a:lnTo>
                  <a:lnTo>
                    <a:pt x="34776" y="163012"/>
                  </a:lnTo>
                  <a:lnTo>
                    <a:pt x="538885" y="163012"/>
                  </a:lnTo>
                  <a:lnTo>
                    <a:pt x="518851" y="180972"/>
                  </a:lnTo>
                  <a:lnTo>
                    <a:pt x="516600" y="181833"/>
                  </a:lnTo>
                  <a:close/>
                </a:path>
                <a:path w="706754" h="182244">
                  <a:moveTo>
                    <a:pt x="538885" y="163012"/>
                  </a:moveTo>
                  <a:lnTo>
                    <a:pt x="510683" y="163012"/>
                  </a:lnTo>
                  <a:lnTo>
                    <a:pt x="671505" y="18821"/>
                  </a:lnTo>
                  <a:lnTo>
                    <a:pt x="699721" y="18821"/>
                  </a:lnTo>
                  <a:lnTo>
                    <a:pt x="538885" y="163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202655" y="3108571"/>
              <a:ext cx="504190" cy="1920239"/>
            </a:xfrm>
            <a:custGeom>
              <a:avLst/>
              <a:gdLst/>
              <a:ahLst/>
              <a:cxnLst/>
              <a:rect l="l" t="t" r="r" b="b"/>
              <a:pathLst>
                <a:path w="504189" h="1920239">
                  <a:moveTo>
                    <a:pt x="504112" y="1920142"/>
                  </a:moveTo>
                  <a:lnTo>
                    <a:pt x="0" y="1920142"/>
                  </a:lnTo>
                  <a:lnTo>
                    <a:pt x="0" y="0"/>
                  </a:lnTo>
                  <a:lnTo>
                    <a:pt x="504112" y="0"/>
                  </a:lnTo>
                  <a:lnTo>
                    <a:pt x="504112" y="1920142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193258" y="3099165"/>
              <a:ext cx="523240" cy="1939289"/>
            </a:xfrm>
            <a:custGeom>
              <a:avLst/>
              <a:gdLst/>
              <a:ahLst/>
              <a:cxnLst/>
              <a:rect l="l" t="t" r="r" b="b"/>
              <a:pathLst>
                <a:path w="523239" h="1939289">
                  <a:moveTo>
                    <a:pt x="518713" y="1938953"/>
                  </a:moveTo>
                  <a:lnTo>
                    <a:pt x="4193" y="1938953"/>
                  </a:lnTo>
                  <a:lnTo>
                    <a:pt x="0" y="1934750"/>
                  </a:lnTo>
                  <a:lnTo>
                    <a:pt x="0" y="4203"/>
                  </a:lnTo>
                  <a:lnTo>
                    <a:pt x="4205" y="0"/>
                  </a:lnTo>
                  <a:lnTo>
                    <a:pt x="518713" y="0"/>
                  </a:lnTo>
                  <a:lnTo>
                    <a:pt x="522918" y="4203"/>
                  </a:lnTo>
                  <a:lnTo>
                    <a:pt x="522918" y="18821"/>
                  </a:lnTo>
                  <a:lnTo>
                    <a:pt x="18818" y="18821"/>
                  </a:lnTo>
                  <a:lnTo>
                    <a:pt x="18818" y="1920142"/>
                  </a:lnTo>
                  <a:lnTo>
                    <a:pt x="522918" y="1920142"/>
                  </a:lnTo>
                  <a:lnTo>
                    <a:pt x="522918" y="1934750"/>
                  </a:lnTo>
                  <a:lnTo>
                    <a:pt x="518713" y="1938953"/>
                  </a:lnTo>
                  <a:close/>
                </a:path>
                <a:path w="523239" h="1939289">
                  <a:moveTo>
                    <a:pt x="522918" y="1920142"/>
                  </a:moveTo>
                  <a:lnTo>
                    <a:pt x="504088" y="1920142"/>
                  </a:lnTo>
                  <a:lnTo>
                    <a:pt x="504088" y="18821"/>
                  </a:lnTo>
                  <a:lnTo>
                    <a:pt x="522918" y="18821"/>
                  </a:lnTo>
                  <a:lnTo>
                    <a:pt x="522918" y="19201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706767" y="2945570"/>
              <a:ext cx="182245" cy="2083435"/>
            </a:xfrm>
            <a:custGeom>
              <a:avLst/>
              <a:gdLst/>
              <a:ahLst/>
              <a:cxnLst/>
              <a:rect l="l" t="t" r="r" b="b"/>
              <a:pathLst>
                <a:path w="182245" h="2083435">
                  <a:moveTo>
                    <a:pt x="181811" y="2083143"/>
                  </a:moveTo>
                  <a:lnTo>
                    <a:pt x="0" y="2083143"/>
                  </a:lnTo>
                  <a:lnTo>
                    <a:pt x="0" y="163000"/>
                  </a:lnTo>
                  <a:lnTo>
                    <a:pt x="181811" y="0"/>
                  </a:lnTo>
                  <a:lnTo>
                    <a:pt x="181811" y="2083143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697358" y="2935465"/>
              <a:ext cx="200660" cy="2103120"/>
            </a:xfrm>
            <a:custGeom>
              <a:avLst/>
              <a:gdLst/>
              <a:ahLst/>
              <a:cxnLst/>
              <a:rect l="l" t="t" r="r" b="b"/>
              <a:pathLst>
                <a:path w="200660" h="2103120">
                  <a:moveTo>
                    <a:pt x="196425" y="2102654"/>
                  </a:moveTo>
                  <a:lnTo>
                    <a:pt x="4193" y="2102654"/>
                  </a:lnTo>
                  <a:lnTo>
                    <a:pt x="0" y="2098451"/>
                  </a:lnTo>
                  <a:lnTo>
                    <a:pt x="0" y="170430"/>
                  </a:lnTo>
                  <a:lnTo>
                    <a:pt x="1137" y="167881"/>
                  </a:lnTo>
                  <a:lnTo>
                    <a:pt x="187705" y="608"/>
                  </a:lnTo>
                  <a:lnTo>
                    <a:pt x="191669" y="0"/>
                  </a:lnTo>
                  <a:lnTo>
                    <a:pt x="198448" y="3031"/>
                  </a:lnTo>
                  <a:lnTo>
                    <a:pt x="200630" y="6396"/>
                  </a:lnTo>
                  <a:lnTo>
                    <a:pt x="200630" y="31189"/>
                  </a:lnTo>
                  <a:lnTo>
                    <a:pt x="181800" y="31189"/>
                  </a:lnTo>
                  <a:lnTo>
                    <a:pt x="18818" y="177309"/>
                  </a:lnTo>
                  <a:lnTo>
                    <a:pt x="18818" y="2083843"/>
                  </a:lnTo>
                  <a:lnTo>
                    <a:pt x="200630" y="2083843"/>
                  </a:lnTo>
                  <a:lnTo>
                    <a:pt x="200630" y="2098451"/>
                  </a:lnTo>
                  <a:lnTo>
                    <a:pt x="196425" y="2102654"/>
                  </a:lnTo>
                  <a:close/>
                </a:path>
                <a:path w="200660" h="2103120">
                  <a:moveTo>
                    <a:pt x="200630" y="2083843"/>
                  </a:moveTo>
                  <a:lnTo>
                    <a:pt x="181800" y="2083843"/>
                  </a:lnTo>
                  <a:lnTo>
                    <a:pt x="181800" y="31189"/>
                  </a:lnTo>
                  <a:lnTo>
                    <a:pt x="200630" y="31189"/>
                  </a:lnTo>
                  <a:lnTo>
                    <a:pt x="200630" y="2083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202655" y="2945570"/>
              <a:ext cx="686435" cy="163195"/>
            </a:xfrm>
            <a:custGeom>
              <a:avLst/>
              <a:gdLst/>
              <a:ahLst/>
              <a:cxnLst/>
              <a:rect l="l" t="t" r="r" b="b"/>
              <a:pathLst>
                <a:path w="686435" h="163194">
                  <a:moveTo>
                    <a:pt x="504112" y="163000"/>
                  </a:moveTo>
                  <a:lnTo>
                    <a:pt x="0" y="163000"/>
                  </a:lnTo>
                  <a:lnTo>
                    <a:pt x="181812" y="0"/>
                  </a:lnTo>
                  <a:lnTo>
                    <a:pt x="685923" y="0"/>
                  </a:lnTo>
                  <a:lnTo>
                    <a:pt x="504112" y="163000"/>
                  </a:lnTo>
                  <a:close/>
                </a:path>
              </a:pathLst>
            </a:custGeom>
            <a:solidFill>
              <a:srgbClr val="BD67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192471" y="2936163"/>
              <a:ext cx="2481580" cy="6279515"/>
            </a:xfrm>
            <a:custGeom>
              <a:avLst/>
              <a:gdLst/>
              <a:ahLst/>
              <a:cxnLst/>
              <a:rect l="l" t="t" r="r" b="b"/>
              <a:pathLst>
                <a:path w="2481579" h="6279515">
                  <a:moveTo>
                    <a:pt x="706285" y="9690"/>
                  </a:moveTo>
                  <a:lnTo>
                    <a:pt x="703478" y="2413"/>
                  </a:lnTo>
                  <a:lnTo>
                    <a:pt x="699985" y="0"/>
                  </a:lnTo>
                  <a:lnTo>
                    <a:pt x="671487" y="0"/>
                  </a:lnTo>
                  <a:lnTo>
                    <a:pt x="671487" y="18821"/>
                  </a:lnTo>
                  <a:lnTo>
                    <a:pt x="510679" y="163004"/>
                  </a:lnTo>
                  <a:lnTo>
                    <a:pt x="34785" y="163004"/>
                  </a:lnTo>
                  <a:lnTo>
                    <a:pt x="195592" y="18821"/>
                  </a:lnTo>
                  <a:lnTo>
                    <a:pt x="671487" y="18821"/>
                  </a:lnTo>
                  <a:lnTo>
                    <a:pt x="671487" y="0"/>
                  </a:lnTo>
                  <a:lnTo>
                    <a:pt x="189674" y="0"/>
                  </a:lnTo>
                  <a:lnTo>
                    <a:pt x="187426" y="863"/>
                  </a:lnTo>
                  <a:lnTo>
                    <a:pt x="1003" y="168021"/>
                  </a:lnTo>
                  <a:lnTo>
                    <a:pt x="0" y="172135"/>
                  </a:lnTo>
                  <a:lnTo>
                    <a:pt x="2806" y="179412"/>
                  </a:lnTo>
                  <a:lnTo>
                    <a:pt x="6299" y="181825"/>
                  </a:lnTo>
                  <a:lnTo>
                    <a:pt x="516597" y="181825"/>
                  </a:lnTo>
                  <a:lnTo>
                    <a:pt x="518845" y="180975"/>
                  </a:lnTo>
                  <a:lnTo>
                    <a:pt x="538886" y="163004"/>
                  </a:lnTo>
                  <a:lnTo>
                    <a:pt x="699693" y="18821"/>
                  </a:lnTo>
                  <a:lnTo>
                    <a:pt x="705281" y="13817"/>
                  </a:lnTo>
                  <a:lnTo>
                    <a:pt x="706285" y="9690"/>
                  </a:lnTo>
                  <a:close/>
                </a:path>
                <a:path w="2481579" h="6279515">
                  <a:moveTo>
                    <a:pt x="2481161" y="5821527"/>
                  </a:moveTo>
                  <a:lnTo>
                    <a:pt x="2480767" y="5817628"/>
                  </a:lnTo>
                  <a:lnTo>
                    <a:pt x="2480183" y="5811939"/>
                  </a:lnTo>
                  <a:lnTo>
                    <a:pt x="2476144" y="5808269"/>
                  </a:lnTo>
                  <a:lnTo>
                    <a:pt x="558965" y="5798782"/>
                  </a:lnTo>
                  <a:lnTo>
                    <a:pt x="555625" y="5798782"/>
                  </a:lnTo>
                  <a:lnTo>
                    <a:pt x="552526" y="5800560"/>
                  </a:lnTo>
                  <a:lnTo>
                    <a:pt x="279615" y="6268758"/>
                  </a:lnTo>
                  <a:lnTo>
                    <a:pt x="279793" y="6272758"/>
                  </a:lnTo>
                  <a:lnTo>
                    <a:pt x="283781" y="6278257"/>
                  </a:lnTo>
                  <a:lnTo>
                    <a:pt x="286258" y="6279502"/>
                  </a:lnTo>
                  <a:lnTo>
                    <a:pt x="291528" y="6279502"/>
                  </a:lnTo>
                  <a:lnTo>
                    <a:pt x="401078" y="6256782"/>
                  </a:lnTo>
                  <a:lnTo>
                    <a:pt x="2477947" y="5825922"/>
                  </a:lnTo>
                  <a:lnTo>
                    <a:pt x="2481161" y="5821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482054" y="4615125"/>
              <a:ext cx="1270635" cy="4591685"/>
            </a:xfrm>
            <a:custGeom>
              <a:avLst/>
              <a:gdLst/>
              <a:ahLst/>
              <a:cxnLst/>
              <a:rect l="l" t="t" r="r" b="b"/>
              <a:pathLst>
                <a:path w="1270634" h="4591684">
                  <a:moveTo>
                    <a:pt x="0" y="4591266"/>
                  </a:moveTo>
                  <a:lnTo>
                    <a:pt x="1002674" y="598556"/>
                  </a:lnTo>
                  <a:lnTo>
                    <a:pt x="1043792" y="0"/>
                  </a:lnTo>
                  <a:lnTo>
                    <a:pt x="1090047" y="46233"/>
                  </a:lnTo>
                  <a:lnTo>
                    <a:pt x="1124058" y="83038"/>
                  </a:lnTo>
                  <a:lnTo>
                    <a:pt x="1154684" y="122112"/>
                  </a:lnTo>
                  <a:lnTo>
                    <a:pt x="1181863" y="163227"/>
                  </a:lnTo>
                  <a:lnTo>
                    <a:pt x="1205531" y="206153"/>
                  </a:lnTo>
                  <a:lnTo>
                    <a:pt x="1225628" y="250663"/>
                  </a:lnTo>
                  <a:lnTo>
                    <a:pt x="1242091" y="296527"/>
                  </a:lnTo>
                  <a:lnTo>
                    <a:pt x="1254858" y="343516"/>
                  </a:lnTo>
                  <a:lnTo>
                    <a:pt x="1263866" y="391402"/>
                  </a:lnTo>
                  <a:lnTo>
                    <a:pt x="1269054" y="439956"/>
                  </a:lnTo>
                  <a:lnTo>
                    <a:pt x="1270360" y="488948"/>
                  </a:lnTo>
                  <a:lnTo>
                    <a:pt x="1267722" y="538150"/>
                  </a:lnTo>
                  <a:lnTo>
                    <a:pt x="1261077" y="587333"/>
                  </a:lnTo>
                  <a:lnTo>
                    <a:pt x="1250363" y="636269"/>
                  </a:lnTo>
                  <a:lnTo>
                    <a:pt x="281042" y="4335534"/>
                  </a:lnTo>
                  <a:lnTo>
                    <a:pt x="264519" y="4383868"/>
                  </a:lnTo>
                  <a:lnTo>
                    <a:pt x="241523" y="4428579"/>
                  </a:lnTo>
                  <a:lnTo>
                    <a:pt x="212633" y="4469138"/>
                  </a:lnTo>
                  <a:lnTo>
                    <a:pt x="178425" y="4505021"/>
                  </a:lnTo>
                  <a:lnTo>
                    <a:pt x="139480" y="4535702"/>
                  </a:lnTo>
                  <a:lnTo>
                    <a:pt x="96375" y="4560653"/>
                  </a:lnTo>
                  <a:lnTo>
                    <a:pt x="49689" y="4579350"/>
                  </a:lnTo>
                  <a:lnTo>
                    <a:pt x="0" y="4591266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0" y="4536807"/>
              <a:ext cx="6762115" cy="4679315"/>
            </a:xfrm>
            <a:custGeom>
              <a:avLst/>
              <a:gdLst/>
              <a:ahLst/>
              <a:cxnLst/>
              <a:rect l="l" t="t" r="r" b="b"/>
              <a:pathLst>
                <a:path w="6762115" h="4679315">
                  <a:moveTo>
                    <a:pt x="6761670" y="567664"/>
                  </a:moveTo>
                  <a:lnTo>
                    <a:pt x="6761658" y="567423"/>
                  </a:lnTo>
                  <a:lnTo>
                    <a:pt x="6760286" y="517906"/>
                  </a:lnTo>
                  <a:lnTo>
                    <a:pt x="6754965" y="468553"/>
                  </a:lnTo>
                  <a:lnTo>
                    <a:pt x="6745783" y="419862"/>
                  </a:lnTo>
                  <a:lnTo>
                    <a:pt x="6742849" y="409079"/>
                  </a:lnTo>
                  <a:lnTo>
                    <a:pt x="6742849" y="567423"/>
                  </a:lnTo>
                  <a:lnTo>
                    <a:pt x="6742836" y="567664"/>
                  </a:lnTo>
                  <a:lnTo>
                    <a:pt x="6740309" y="615848"/>
                  </a:lnTo>
                  <a:lnTo>
                    <a:pt x="6733819" y="664184"/>
                  </a:lnTo>
                  <a:lnTo>
                    <a:pt x="6723329" y="712216"/>
                  </a:lnTo>
                  <a:lnTo>
                    <a:pt x="5753989" y="4411484"/>
                  </a:lnTo>
                  <a:lnTo>
                    <a:pt x="5738609" y="4456836"/>
                  </a:lnTo>
                  <a:lnTo>
                    <a:pt x="5717349" y="4498949"/>
                  </a:lnTo>
                  <a:lnTo>
                    <a:pt x="5690717" y="4537354"/>
                  </a:lnTo>
                  <a:lnTo>
                    <a:pt x="5659209" y="4571606"/>
                  </a:lnTo>
                  <a:lnTo>
                    <a:pt x="5623357" y="4601222"/>
                  </a:lnTo>
                  <a:lnTo>
                    <a:pt x="5583656" y="4625746"/>
                  </a:lnTo>
                  <a:lnTo>
                    <a:pt x="5540629" y="4644720"/>
                  </a:lnTo>
                  <a:lnTo>
                    <a:pt x="5494998" y="4657610"/>
                  </a:lnTo>
                  <a:lnTo>
                    <a:pt x="6620891" y="361099"/>
                  </a:lnTo>
                  <a:lnTo>
                    <a:pt x="6629781" y="307416"/>
                  </a:lnTo>
                  <a:lnTo>
                    <a:pt x="6629730" y="304838"/>
                  </a:lnTo>
                  <a:lnTo>
                    <a:pt x="6629616" y="300037"/>
                  </a:lnTo>
                  <a:lnTo>
                    <a:pt x="6628587" y="254101"/>
                  </a:lnTo>
                  <a:lnTo>
                    <a:pt x="6617551" y="202285"/>
                  </a:lnTo>
                  <a:lnTo>
                    <a:pt x="6607607" y="178625"/>
                  </a:lnTo>
                  <a:lnTo>
                    <a:pt x="6628879" y="205790"/>
                  </a:lnTo>
                  <a:lnTo>
                    <a:pt x="6655575" y="246278"/>
                  </a:lnTo>
                  <a:lnTo>
                    <a:pt x="6678841" y="288582"/>
                  </a:lnTo>
                  <a:lnTo>
                    <a:pt x="6698628" y="332486"/>
                  </a:lnTo>
                  <a:lnTo>
                    <a:pt x="6714845" y="377723"/>
                  </a:lnTo>
                  <a:lnTo>
                    <a:pt x="6727444" y="424078"/>
                  </a:lnTo>
                  <a:lnTo>
                    <a:pt x="6736347" y="471297"/>
                  </a:lnTo>
                  <a:lnTo>
                    <a:pt x="6741503" y="519163"/>
                  </a:lnTo>
                  <a:lnTo>
                    <a:pt x="6742849" y="567423"/>
                  </a:lnTo>
                  <a:lnTo>
                    <a:pt x="6742849" y="409079"/>
                  </a:lnTo>
                  <a:lnTo>
                    <a:pt x="6732791" y="372059"/>
                  </a:lnTo>
                  <a:lnTo>
                    <a:pt x="6716077" y="325412"/>
                  </a:lnTo>
                  <a:lnTo>
                    <a:pt x="6695681" y="280149"/>
                  </a:lnTo>
                  <a:lnTo>
                    <a:pt x="6671691" y="236524"/>
                  </a:lnTo>
                  <a:lnTo>
                    <a:pt x="6644157" y="194779"/>
                  </a:lnTo>
                  <a:lnTo>
                    <a:pt x="6613157" y="155155"/>
                  </a:lnTo>
                  <a:lnTo>
                    <a:pt x="6578752" y="117894"/>
                  </a:lnTo>
                  <a:lnTo>
                    <a:pt x="6529908" y="69062"/>
                  </a:lnTo>
                  <a:lnTo>
                    <a:pt x="6529438" y="68961"/>
                  </a:lnTo>
                  <a:lnTo>
                    <a:pt x="6529057" y="68554"/>
                  </a:lnTo>
                  <a:lnTo>
                    <a:pt x="6485483" y="37731"/>
                  </a:lnTo>
                  <a:lnTo>
                    <a:pt x="6444005" y="18796"/>
                  </a:lnTo>
                  <a:lnTo>
                    <a:pt x="6437249" y="15709"/>
                  </a:lnTo>
                  <a:lnTo>
                    <a:pt x="6385446" y="2971"/>
                  </a:lnTo>
                  <a:lnTo>
                    <a:pt x="6331140" y="0"/>
                  </a:lnTo>
                  <a:lnTo>
                    <a:pt x="172339" y="230162"/>
                  </a:lnTo>
                  <a:lnTo>
                    <a:pt x="125196" y="234759"/>
                  </a:lnTo>
                  <a:lnTo>
                    <a:pt x="79768" y="244805"/>
                  </a:lnTo>
                  <a:lnTo>
                    <a:pt x="36436" y="260019"/>
                  </a:lnTo>
                  <a:lnTo>
                    <a:pt x="0" y="277939"/>
                  </a:lnTo>
                  <a:lnTo>
                    <a:pt x="0" y="289788"/>
                  </a:lnTo>
                  <a:lnTo>
                    <a:pt x="0" y="300037"/>
                  </a:lnTo>
                  <a:lnTo>
                    <a:pt x="0" y="4392244"/>
                  </a:lnTo>
                  <a:lnTo>
                    <a:pt x="0" y="4401667"/>
                  </a:lnTo>
                  <a:lnTo>
                    <a:pt x="0" y="4411091"/>
                  </a:lnTo>
                  <a:lnTo>
                    <a:pt x="5481637" y="4679035"/>
                  </a:lnTo>
                  <a:lnTo>
                    <a:pt x="5486412" y="4679035"/>
                  </a:lnTo>
                  <a:lnTo>
                    <a:pt x="5487936" y="4677867"/>
                  </a:lnTo>
                  <a:lnTo>
                    <a:pt x="5529059" y="4668342"/>
                  </a:lnTo>
                  <a:lnTo>
                    <a:pt x="5572150" y="4652264"/>
                  </a:lnTo>
                  <a:lnTo>
                    <a:pt x="5612460" y="4631004"/>
                  </a:lnTo>
                  <a:lnTo>
                    <a:pt x="5649569" y="4604956"/>
                  </a:lnTo>
                  <a:lnTo>
                    <a:pt x="5683047" y="4574489"/>
                  </a:lnTo>
                  <a:lnTo>
                    <a:pt x="5712460" y="4540008"/>
                  </a:lnTo>
                  <a:lnTo>
                    <a:pt x="5737415" y="4501870"/>
                  </a:lnTo>
                  <a:lnTo>
                    <a:pt x="5757469" y="4460481"/>
                  </a:lnTo>
                  <a:lnTo>
                    <a:pt x="5772201" y="4416222"/>
                  </a:lnTo>
                  <a:lnTo>
                    <a:pt x="6741528" y="716953"/>
                  </a:lnTo>
                  <a:lnTo>
                    <a:pt x="6752361" y="667435"/>
                  </a:lnTo>
                  <a:lnTo>
                    <a:pt x="6759041" y="617588"/>
                  </a:lnTo>
                  <a:lnTo>
                    <a:pt x="6759130" y="615848"/>
                  </a:lnTo>
                  <a:lnTo>
                    <a:pt x="6761670" y="567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0" y="4701506"/>
              <a:ext cx="6453505" cy="4034790"/>
            </a:xfrm>
            <a:custGeom>
              <a:avLst/>
              <a:gdLst/>
              <a:ahLst/>
              <a:cxnLst/>
              <a:rect l="l" t="t" r="r" b="b"/>
              <a:pathLst>
                <a:path w="6453505" h="4034790">
                  <a:moveTo>
                    <a:pt x="5224025" y="4034177"/>
                  </a:moveTo>
                  <a:lnTo>
                    <a:pt x="0" y="3829006"/>
                  </a:lnTo>
                  <a:lnTo>
                    <a:pt x="0" y="343619"/>
                  </a:lnTo>
                  <a:lnTo>
                    <a:pt x="42790" y="294552"/>
                  </a:lnTo>
                  <a:lnTo>
                    <a:pt x="80088" y="267020"/>
                  </a:lnTo>
                  <a:lnTo>
                    <a:pt x="121612" y="246077"/>
                  </a:lnTo>
                  <a:lnTo>
                    <a:pt x="166529" y="232337"/>
                  </a:lnTo>
                  <a:lnTo>
                    <a:pt x="214010" y="226413"/>
                  </a:lnTo>
                  <a:lnTo>
                    <a:pt x="6274044" y="0"/>
                  </a:lnTo>
                  <a:lnTo>
                    <a:pt x="6321662" y="4739"/>
                  </a:lnTo>
                  <a:lnTo>
                    <a:pt x="6364235" y="21392"/>
                  </a:lnTo>
                  <a:lnTo>
                    <a:pt x="6400226" y="48042"/>
                  </a:lnTo>
                  <a:lnTo>
                    <a:pt x="6428099" y="82775"/>
                  </a:lnTo>
                  <a:lnTo>
                    <a:pt x="6446315" y="123676"/>
                  </a:lnTo>
                  <a:lnTo>
                    <a:pt x="6453338" y="168829"/>
                  </a:lnTo>
                  <a:lnTo>
                    <a:pt x="6447631" y="216319"/>
                  </a:lnTo>
                  <a:lnTo>
                    <a:pt x="5500954" y="3829088"/>
                  </a:lnTo>
                  <a:lnTo>
                    <a:pt x="5484952" y="3873954"/>
                  </a:lnTo>
                  <a:lnTo>
                    <a:pt x="5462023" y="3914517"/>
                  </a:lnTo>
                  <a:lnTo>
                    <a:pt x="5432972" y="3950181"/>
                  </a:lnTo>
                  <a:lnTo>
                    <a:pt x="5398602" y="3980351"/>
                  </a:lnTo>
                  <a:lnTo>
                    <a:pt x="5359718" y="4004431"/>
                  </a:lnTo>
                  <a:lnTo>
                    <a:pt x="5317124" y="4021825"/>
                  </a:lnTo>
                  <a:lnTo>
                    <a:pt x="5271625" y="4031939"/>
                  </a:lnTo>
                  <a:lnTo>
                    <a:pt x="5224025" y="4034177"/>
                  </a:lnTo>
                  <a:close/>
                </a:path>
              </a:pathLst>
            </a:custGeom>
            <a:solidFill>
              <a:srgbClr val="99D4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0" y="4692090"/>
              <a:ext cx="6463030" cy="4053204"/>
            </a:xfrm>
            <a:custGeom>
              <a:avLst/>
              <a:gdLst/>
              <a:ahLst/>
              <a:cxnLst/>
              <a:rect l="l" t="t" r="r" b="b"/>
              <a:pathLst>
                <a:path w="6463030" h="4053204">
                  <a:moveTo>
                    <a:pt x="0" y="369528"/>
                  </a:moveTo>
                  <a:lnTo>
                    <a:pt x="3219" y="331191"/>
                  </a:lnTo>
                  <a:lnTo>
                    <a:pt x="36440" y="296557"/>
                  </a:lnTo>
                  <a:lnTo>
                    <a:pt x="74897" y="268170"/>
                  </a:lnTo>
                  <a:lnTo>
                    <a:pt x="117790" y="246623"/>
                  </a:lnTo>
                  <a:lnTo>
                    <a:pt x="164317" y="232507"/>
                  </a:lnTo>
                  <a:lnTo>
                    <a:pt x="213676" y="226413"/>
                  </a:lnTo>
                  <a:lnTo>
                    <a:pt x="6273711" y="0"/>
                  </a:lnTo>
                  <a:lnTo>
                    <a:pt x="6316282" y="3312"/>
                  </a:lnTo>
                  <a:lnTo>
                    <a:pt x="6356216" y="16157"/>
                  </a:lnTo>
                  <a:lnTo>
                    <a:pt x="6360382" y="18683"/>
                  </a:lnTo>
                  <a:lnTo>
                    <a:pt x="6277782" y="18683"/>
                  </a:lnTo>
                  <a:lnTo>
                    <a:pt x="214366" y="245223"/>
                  </a:lnTo>
                  <a:lnTo>
                    <a:pt x="168278" y="250915"/>
                  </a:lnTo>
                  <a:lnTo>
                    <a:pt x="124833" y="264099"/>
                  </a:lnTo>
                  <a:lnTo>
                    <a:pt x="84781" y="284222"/>
                  </a:lnTo>
                  <a:lnTo>
                    <a:pt x="48869" y="310732"/>
                  </a:lnTo>
                  <a:lnTo>
                    <a:pt x="17847" y="343075"/>
                  </a:lnTo>
                  <a:lnTo>
                    <a:pt x="0" y="369528"/>
                  </a:lnTo>
                  <a:close/>
                </a:path>
                <a:path w="6463030" h="4053204">
                  <a:moveTo>
                    <a:pt x="5334705" y="4034188"/>
                  </a:moveTo>
                  <a:lnTo>
                    <a:pt x="5224381" y="4034188"/>
                  </a:lnTo>
                  <a:lnTo>
                    <a:pt x="5270066" y="4031896"/>
                  </a:lnTo>
                  <a:lnTo>
                    <a:pt x="5313894" y="4021991"/>
                  </a:lnTo>
                  <a:lnTo>
                    <a:pt x="5355043" y="4005069"/>
                  </a:lnTo>
                  <a:lnTo>
                    <a:pt x="5392691" y="3981728"/>
                  </a:lnTo>
                  <a:lnTo>
                    <a:pt x="5426016" y="3952564"/>
                  </a:lnTo>
                  <a:lnTo>
                    <a:pt x="5454198" y="3918174"/>
                  </a:lnTo>
                  <a:lnTo>
                    <a:pt x="5476414" y="3879155"/>
                  </a:lnTo>
                  <a:lnTo>
                    <a:pt x="5491844" y="3836104"/>
                  </a:lnTo>
                  <a:lnTo>
                    <a:pt x="6438521" y="223347"/>
                  </a:lnTo>
                  <a:lnTo>
                    <a:pt x="6443859" y="185724"/>
                  </a:lnTo>
                  <a:lnTo>
                    <a:pt x="6443914" y="185338"/>
                  </a:lnTo>
                  <a:lnTo>
                    <a:pt x="6428350" y="112315"/>
                  </a:lnTo>
                  <a:lnTo>
                    <a:pt x="6407925" y="79811"/>
                  </a:lnTo>
                  <a:lnTo>
                    <a:pt x="6351232" y="34597"/>
                  </a:lnTo>
                  <a:lnTo>
                    <a:pt x="6280708" y="18683"/>
                  </a:lnTo>
                  <a:lnTo>
                    <a:pt x="6360382" y="18683"/>
                  </a:lnTo>
                  <a:lnTo>
                    <a:pt x="6422643" y="68041"/>
                  </a:lnTo>
                  <a:lnTo>
                    <a:pt x="6445423" y="104288"/>
                  </a:lnTo>
                  <a:lnTo>
                    <a:pt x="6458900" y="143984"/>
                  </a:lnTo>
                  <a:lnTo>
                    <a:pt x="6462741" y="185338"/>
                  </a:lnTo>
                  <a:lnTo>
                    <a:pt x="6462777" y="185724"/>
                  </a:lnTo>
                  <a:lnTo>
                    <a:pt x="6456753" y="228102"/>
                  </a:lnTo>
                  <a:lnTo>
                    <a:pt x="5510076" y="3840870"/>
                  </a:lnTo>
                  <a:lnTo>
                    <a:pt x="5494121" y="3885754"/>
                  </a:lnTo>
                  <a:lnTo>
                    <a:pt x="5471274" y="3926592"/>
                  </a:lnTo>
                  <a:lnTo>
                    <a:pt x="5442343" y="3962786"/>
                  </a:lnTo>
                  <a:lnTo>
                    <a:pt x="5408134" y="3993741"/>
                  </a:lnTo>
                  <a:lnTo>
                    <a:pt x="5369454" y="4018857"/>
                  </a:lnTo>
                  <a:lnTo>
                    <a:pt x="5334705" y="4034188"/>
                  </a:lnTo>
                  <a:close/>
                </a:path>
                <a:path w="6463030" h="4053204">
                  <a:moveTo>
                    <a:pt x="5235471" y="4053136"/>
                  </a:moveTo>
                  <a:lnTo>
                    <a:pt x="5227333" y="4053136"/>
                  </a:lnTo>
                  <a:lnTo>
                    <a:pt x="0" y="3847831"/>
                  </a:lnTo>
                  <a:lnTo>
                    <a:pt x="0" y="3829003"/>
                  </a:lnTo>
                  <a:lnTo>
                    <a:pt x="5224381" y="4034188"/>
                  </a:lnTo>
                  <a:lnTo>
                    <a:pt x="5334705" y="4034188"/>
                  </a:lnTo>
                  <a:lnTo>
                    <a:pt x="5327111" y="4037538"/>
                  </a:lnTo>
                  <a:lnTo>
                    <a:pt x="5281912" y="4049186"/>
                  </a:lnTo>
                  <a:lnTo>
                    <a:pt x="5235471" y="4053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689488" y="5394632"/>
              <a:ext cx="4000500" cy="2663825"/>
            </a:xfrm>
            <a:custGeom>
              <a:avLst/>
              <a:gdLst/>
              <a:ahLst/>
              <a:cxnLst/>
              <a:rect l="l" t="t" r="r" b="b"/>
              <a:pathLst>
                <a:path w="4000500" h="2663825">
                  <a:moveTo>
                    <a:pt x="3302253" y="2663636"/>
                  </a:moveTo>
                  <a:lnTo>
                    <a:pt x="0" y="2589668"/>
                  </a:lnTo>
                  <a:lnTo>
                    <a:pt x="866679" y="58280"/>
                  </a:lnTo>
                  <a:lnTo>
                    <a:pt x="4000206" y="0"/>
                  </a:lnTo>
                  <a:lnTo>
                    <a:pt x="3302253" y="2663636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79607" y="5385205"/>
              <a:ext cx="4020185" cy="2682875"/>
            </a:xfrm>
            <a:custGeom>
              <a:avLst/>
              <a:gdLst/>
              <a:ahLst/>
              <a:cxnLst/>
              <a:rect l="l" t="t" r="r" b="b"/>
              <a:pathLst>
                <a:path w="4020185" h="2682875">
                  <a:moveTo>
                    <a:pt x="3316396" y="2682457"/>
                  </a:moveTo>
                  <a:lnTo>
                    <a:pt x="3311631" y="2682457"/>
                  </a:lnTo>
                  <a:lnTo>
                    <a:pt x="6663" y="2608432"/>
                  </a:lnTo>
                  <a:lnTo>
                    <a:pt x="3883" y="2606939"/>
                  </a:lnTo>
                  <a:lnTo>
                    <a:pt x="436" y="2602025"/>
                  </a:lnTo>
                  <a:lnTo>
                    <a:pt x="0" y="2598889"/>
                  </a:lnTo>
                  <a:lnTo>
                    <a:pt x="867655" y="64653"/>
                  </a:lnTo>
                  <a:lnTo>
                    <a:pt x="868919" y="60909"/>
                  </a:lnTo>
                  <a:lnTo>
                    <a:pt x="872412" y="58371"/>
                  </a:lnTo>
                  <a:lnTo>
                    <a:pt x="4009914" y="0"/>
                  </a:lnTo>
                  <a:lnTo>
                    <a:pt x="4013591" y="183"/>
                  </a:lnTo>
                  <a:lnTo>
                    <a:pt x="4015670" y="1274"/>
                  </a:lnTo>
                  <a:lnTo>
                    <a:pt x="4019323" y="5913"/>
                  </a:lnTo>
                  <a:lnTo>
                    <a:pt x="4019944" y="8945"/>
                  </a:lnTo>
                  <a:lnTo>
                    <a:pt x="4017293" y="19062"/>
                  </a:lnTo>
                  <a:lnTo>
                    <a:pt x="3997839" y="19062"/>
                  </a:lnTo>
                  <a:lnTo>
                    <a:pt x="883337" y="76986"/>
                  </a:lnTo>
                  <a:lnTo>
                    <a:pt x="22965" y="2589977"/>
                  </a:lnTo>
                  <a:lnTo>
                    <a:pt x="3304907" y="2663485"/>
                  </a:lnTo>
                  <a:lnTo>
                    <a:pt x="3324372" y="2663485"/>
                  </a:lnTo>
                  <a:lnTo>
                    <a:pt x="3320153" y="2679586"/>
                  </a:lnTo>
                  <a:lnTo>
                    <a:pt x="3316396" y="2682457"/>
                  </a:lnTo>
                  <a:close/>
                </a:path>
                <a:path w="4020185" h="2682875">
                  <a:moveTo>
                    <a:pt x="3324372" y="2663485"/>
                  </a:moveTo>
                  <a:lnTo>
                    <a:pt x="3304907" y="2663485"/>
                  </a:lnTo>
                  <a:lnTo>
                    <a:pt x="3997839" y="19062"/>
                  </a:lnTo>
                  <a:lnTo>
                    <a:pt x="4017293" y="19062"/>
                  </a:lnTo>
                  <a:lnTo>
                    <a:pt x="3324372" y="2663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0" y="8938476"/>
              <a:ext cx="5482590" cy="490220"/>
            </a:xfrm>
            <a:custGeom>
              <a:avLst/>
              <a:gdLst/>
              <a:ahLst/>
              <a:cxnLst/>
              <a:rect l="l" t="t" r="r" b="b"/>
              <a:pathLst>
                <a:path w="5482590" h="490220">
                  <a:moveTo>
                    <a:pt x="5482090" y="489759"/>
                  </a:moveTo>
                  <a:lnTo>
                    <a:pt x="0" y="221780"/>
                  </a:lnTo>
                  <a:lnTo>
                    <a:pt x="0" y="0"/>
                  </a:lnTo>
                  <a:lnTo>
                    <a:pt x="5482090" y="267974"/>
                  </a:lnTo>
                  <a:lnTo>
                    <a:pt x="5482090" y="489759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0" y="8929044"/>
              <a:ext cx="5492115" cy="508634"/>
            </a:xfrm>
            <a:custGeom>
              <a:avLst/>
              <a:gdLst/>
              <a:ahLst/>
              <a:cxnLst/>
              <a:rect l="l" t="t" r="r" b="b"/>
              <a:pathLst>
                <a:path w="5492115" h="508634">
                  <a:moveTo>
                    <a:pt x="5491511" y="489290"/>
                  </a:moveTo>
                  <a:lnTo>
                    <a:pt x="5472681" y="489290"/>
                  </a:lnTo>
                  <a:lnTo>
                    <a:pt x="5472681" y="286338"/>
                  </a:lnTo>
                  <a:lnTo>
                    <a:pt x="0" y="18833"/>
                  </a:lnTo>
                  <a:lnTo>
                    <a:pt x="0" y="0"/>
                  </a:lnTo>
                  <a:lnTo>
                    <a:pt x="5487582" y="268240"/>
                  </a:lnTo>
                  <a:lnTo>
                    <a:pt x="5491511" y="272374"/>
                  </a:lnTo>
                  <a:lnTo>
                    <a:pt x="5491511" y="489290"/>
                  </a:lnTo>
                  <a:close/>
                </a:path>
                <a:path w="5492115" h="508634">
                  <a:moveTo>
                    <a:pt x="5484542" y="508584"/>
                  </a:moveTo>
                  <a:lnTo>
                    <a:pt x="5481642" y="508584"/>
                  </a:lnTo>
                  <a:lnTo>
                    <a:pt x="0" y="240628"/>
                  </a:lnTo>
                  <a:lnTo>
                    <a:pt x="0" y="221774"/>
                  </a:lnTo>
                  <a:lnTo>
                    <a:pt x="5472681" y="489290"/>
                  </a:lnTo>
                  <a:lnTo>
                    <a:pt x="5491511" y="489290"/>
                  </a:lnTo>
                  <a:lnTo>
                    <a:pt x="5491511" y="501750"/>
                  </a:lnTo>
                  <a:lnTo>
                    <a:pt x="5490465" y="504208"/>
                  </a:lnTo>
                  <a:lnTo>
                    <a:pt x="5486846" y="507665"/>
                  </a:lnTo>
                  <a:lnTo>
                    <a:pt x="5484542" y="50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482101" y="8753827"/>
              <a:ext cx="2181860" cy="675005"/>
            </a:xfrm>
            <a:custGeom>
              <a:avLst/>
              <a:gdLst/>
              <a:ahLst/>
              <a:cxnLst/>
              <a:rect l="l" t="t" r="r" b="b"/>
              <a:pathLst>
                <a:path w="2181859" h="675004">
                  <a:moveTo>
                    <a:pt x="0" y="674395"/>
                  </a:moveTo>
                  <a:lnTo>
                    <a:pt x="0" y="452609"/>
                  </a:lnTo>
                  <a:lnTo>
                    <a:pt x="2181691" y="0"/>
                  </a:lnTo>
                  <a:lnTo>
                    <a:pt x="2176729" y="45560"/>
                  </a:lnTo>
                  <a:lnTo>
                    <a:pt x="2162329" y="86479"/>
                  </a:lnTo>
                  <a:lnTo>
                    <a:pt x="2139220" y="122996"/>
                  </a:lnTo>
                  <a:lnTo>
                    <a:pt x="2108129" y="155351"/>
                  </a:lnTo>
                  <a:lnTo>
                    <a:pt x="2069786" y="183781"/>
                  </a:lnTo>
                  <a:lnTo>
                    <a:pt x="2024918" y="208527"/>
                  </a:lnTo>
                  <a:lnTo>
                    <a:pt x="1974255" y="229828"/>
                  </a:lnTo>
                  <a:lnTo>
                    <a:pt x="1918526" y="247922"/>
                  </a:lnTo>
                  <a:lnTo>
                    <a:pt x="0" y="674395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472691" y="8744078"/>
              <a:ext cx="2200910" cy="694055"/>
            </a:xfrm>
            <a:custGeom>
              <a:avLst/>
              <a:gdLst/>
              <a:ahLst/>
              <a:cxnLst/>
              <a:rect l="l" t="t" r="r" b="b"/>
              <a:pathLst>
                <a:path w="2200909" h="694054">
                  <a:moveTo>
                    <a:pt x="10765" y="693470"/>
                  </a:moveTo>
                  <a:lnTo>
                    <a:pt x="7060" y="693470"/>
                  </a:lnTo>
                  <a:lnTo>
                    <a:pt x="5204" y="692838"/>
                  </a:lnTo>
                  <a:lnTo>
                    <a:pt x="1286" y="689691"/>
                  </a:lnTo>
                  <a:lnTo>
                    <a:pt x="0" y="687004"/>
                  </a:lnTo>
                  <a:lnTo>
                    <a:pt x="0" y="457903"/>
                  </a:lnTo>
                  <a:lnTo>
                    <a:pt x="3124" y="454056"/>
                  </a:lnTo>
                  <a:lnTo>
                    <a:pt x="2189194" y="528"/>
                  </a:lnTo>
                  <a:lnTo>
                    <a:pt x="2191894" y="0"/>
                  </a:lnTo>
                  <a:lnTo>
                    <a:pt x="2194858" y="666"/>
                  </a:lnTo>
                  <a:lnTo>
                    <a:pt x="2199247" y="4226"/>
                  </a:lnTo>
                  <a:lnTo>
                    <a:pt x="2200510" y="6913"/>
                  </a:lnTo>
                  <a:lnTo>
                    <a:pt x="2200510" y="9738"/>
                  </a:lnTo>
                  <a:lnTo>
                    <a:pt x="2199364" y="21382"/>
                  </a:lnTo>
                  <a:lnTo>
                    <a:pt x="2181346" y="21382"/>
                  </a:lnTo>
                  <a:lnTo>
                    <a:pt x="18818" y="470007"/>
                  </a:lnTo>
                  <a:lnTo>
                    <a:pt x="18818" y="672408"/>
                  </a:lnTo>
                  <a:lnTo>
                    <a:pt x="105510" y="672408"/>
                  </a:lnTo>
                  <a:lnTo>
                    <a:pt x="10765" y="693470"/>
                  </a:lnTo>
                  <a:close/>
                </a:path>
                <a:path w="2200909" h="694054">
                  <a:moveTo>
                    <a:pt x="105510" y="672408"/>
                  </a:moveTo>
                  <a:lnTo>
                    <a:pt x="18818" y="672408"/>
                  </a:lnTo>
                  <a:lnTo>
                    <a:pt x="1925890" y="248485"/>
                  </a:lnTo>
                  <a:lnTo>
                    <a:pt x="1983569" y="229583"/>
                  </a:lnTo>
                  <a:lnTo>
                    <a:pt x="2033954" y="207920"/>
                  </a:lnTo>
                  <a:lnTo>
                    <a:pt x="2077013" y="183522"/>
                  </a:lnTo>
                  <a:lnTo>
                    <a:pt x="2112716" y="156414"/>
                  </a:lnTo>
                  <a:lnTo>
                    <a:pt x="2141031" y="126621"/>
                  </a:lnTo>
                  <a:lnTo>
                    <a:pt x="2161929" y="94168"/>
                  </a:lnTo>
                  <a:lnTo>
                    <a:pt x="2181346" y="21382"/>
                  </a:lnTo>
                  <a:lnTo>
                    <a:pt x="2199364" y="21382"/>
                  </a:lnTo>
                  <a:lnTo>
                    <a:pt x="2183517" y="93047"/>
                  </a:lnTo>
                  <a:lnTo>
                    <a:pt x="2162320" y="130005"/>
                  </a:lnTo>
                  <a:lnTo>
                    <a:pt x="2132695" y="163796"/>
                  </a:lnTo>
                  <a:lnTo>
                    <a:pt x="2094674" y="194390"/>
                  </a:lnTo>
                  <a:lnTo>
                    <a:pt x="2048284" y="221759"/>
                  </a:lnTo>
                  <a:lnTo>
                    <a:pt x="1993556" y="245875"/>
                  </a:lnTo>
                  <a:lnTo>
                    <a:pt x="1930520" y="266710"/>
                  </a:lnTo>
                  <a:lnTo>
                    <a:pt x="105510" y="672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25324" y="8680263"/>
              <a:ext cx="2057400" cy="289560"/>
            </a:xfrm>
            <a:custGeom>
              <a:avLst/>
              <a:gdLst/>
              <a:ahLst/>
              <a:cxnLst/>
              <a:rect l="l" t="t" r="r" b="b"/>
              <a:pathLst>
                <a:path w="2057400" h="289559">
                  <a:moveTo>
                    <a:pt x="1949097" y="289252"/>
                  </a:moveTo>
                  <a:lnTo>
                    <a:pt x="94013" y="198577"/>
                  </a:lnTo>
                  <a:lnTo>
                    <a:pt x="48218" y="184924"/>
                  </a:lnTo>
                  <a:lnTo>
                    <a:pt x="15440" y="153379"/>
                  </a:lnTo>
                  <a:lnTo>
                    <a:pt x="0" y="110600"/>
                  </a:lnTo>
                  <a:lnTo>
                    <a:pt x="6203" y="63252"/>
                  </a:lnTo>
                  <a:lnTo>
                    <a:pt x="21825" y="36464"/>
                  </a:lnTo>
                  <a:lnTo>
                    <a:pt x="44361" y="16183"/>
                  </a:lnTo>
                  <a:lnTo>
                    <a:pt x="71960" y="3623"/>
                  </a:lnTo>
                  <a:lnTo>
                    <a:pt x="102768" y="0"/>
                  </a:lnTo>
                  <a:lnTo>
                    <a:pt x="1962907" y="73048"/>
                  </a:lnTo>
                  <a:lnTo>
                    <a:pt x="2006913" y="85198"/>
                  </a:lnTo>
                  <a:lnTo>
                    <a:pt x="2039574" y="114112"/>
                  </a:lnTo>
                  <a:lnTo>
                    <a:pt x="2056822" y="154170"/>
                  </a:lnTo>
                  <a:lnTo>
                    <a:pt x="2054588" y="199749"/>
                  </a:lnTo>
                  <a:lnTo>
                    <a:pt x="2034955" y="247640"/>
                  </a:lnTo>
                  <a:lnTo>
                    <a:pt x="1982455" y="285215"/>
                  </a:lnTo>
                  <a:lnTo>
                    <a:pt x="1949097" y="289252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0" y="4197730"/>
              <a:ext cx="5352415" cy="4781550"/>
            </a:xfrm>
            <a:custGeom>
              <a:avLst/>
              <a:gdLst/>
              <a:ahLst/>
              <a:cxnLst/>
              <a:rect l="l" t="t" r="r" b="b"/>
              <a:pathLst>
                <a:path w="5352415" h="4781550">
                  <a:moveTo>
                    <a:pt x="533" y="4216"/>
                  </a:moveTo>
                  <a:lnTo>
                    <a:pt x="342" y="533"/>
                  </a:lnTo>
                  <a:lnTo>
                    <a:pt x="0" y="0"/>
                  </a:lnTo>
                  <a:lnTo>
                    <a:pt x="0" y="5232"/>
                  </a:lnTo>
                  <a:lnTo>
                    <a:pt x="533" y="4216"/>
                  </a:lnTo>
                  <a:close/>
                </a:path>
                <a:path w="5352415" h="4781550">
                  <a:moveTo>
                    <a:pt x="2993009" y="4659477"/>
                  </a:moveTo>
                  <a:lnTo>
                    <a:pt x="2991599" y="4636109"/>
                  </a:lnTo>
                  <a:lnTo>
                    <a:pt x="2984703" y="4612741"/>
                  </a:lnTo>
                  <a:lnTo>
                    <a:pt x="2974238" y="4594199"/>
                  </a:lnTo>
                  <a:lnTo>
                    <a:pt x="2974238" y="4659477"/>
                  </a:lnTo>
                  <a:lnTo>
                    <a:pt x="2974149" y="4659947"/>
                  </a:lnTo>
                  <a:lnTo>
                    <a:pt x="2974073" y="4660430"/>
                  </a:lnTo>
                  <a:lnTo>
                    <a:pt x="2973959" y="4661078"/>
                  </a:lnTo>
                  <a:lnTo>
                    <a:pt x="2970834" y="4679708"/>
                  </a:lnTo>
                  <a:lnTo>
                    <a:pt x="2952521" y="4724832"/>
                  </a:lnTo>
                  <a:lnTo>
                    <a:pt x="2904960" y="4758791"/>
                  </a:lnTo>
                  <a:lnTo>
                    <a:pt x="2874835" y="4762398"/>
                  </a:lnTo>
                  <a:lnTo>
                    <a:pt x="1019771" y="4671720"/>
                  </a:lnTo>
                  <a:lnTo>
                    <a:pt x="979220" y="4659947"/>
                  </a:lnTo>
                  <a:lnTo>
                    <a:pt x="948651" y="4630813"/>
                  </a:lnTo>
                  <a:lnTo>
                    <a:pt x="934504" y="4591024"/>
                  </a:lnTo>
                  <a:lnTo>
                    <a:pt x="934580" y="4587011"/>
                  </a:lnTo>
                  <a:lnTo>
                    <a:pt x="934872" y="4570019"/>
                  </a:lnTo>
                  <a:lnTo>
                    <a:pt x="953884" y="4525632"/>
                  </a:lnTo>
                  <a:lnTo>
                    <a:pt x="997369" y="4495965"/>
                  </a:lnTo>
                  <a:lnTo>
                    <a:pt x="1024242" y="4491863"/>
                  </a:lnTo>
                  <a:lnTo>
                    <a:pt x="1025956" y="4491863"/>
                  </a:lnTo>
                  <a:lnTo>
                    <a:pt x="2887840" y="4564977"/>
                  </a:lnTo>
                  <a:lnTo>
                    <a:pt x="2926842" y="4575543"/>
                  </a:lnTo>
                  <a:lnTo>
                    <a:pt x="2957245" y="4602162"/>
                  </a:lnTo>
                  <a:lnTo>
                    <a:pt x="2973032" y="4639361"/>
                  </a:lnTo>
                  <a:lnTo>
                    <a:pt x="2973133" y="4641062"/>
                  </a:lnTo>
                  <a:lnTo>
                    <a:pt x="2974238" y="4659477"/>
                  </a:lnTo>
                  <a:lnTo>
                    <a:pt x="2974238" y="4594199"/>
                  </a:lnTo>
                  <a:lnTo>
                    <a:pt x="2973540" y="4592955"/>
                  </a:lnTo>
                  <a:lnTo>
                    <a:pt x="2935757" y="4558944"/>
                  </a:lnTo>
                  <a:lnTo>
                    <a:pt x="2888577" y="4546193"/>
                  </a:lnTo>
                  <a:lnTo>
                    <a:pt x="1505115" y="4491863"/>
                  </a:lnTo>
                  <a:lnTo>
                    <a:pt x="1028458" y="4473143"/>
                  </a:lnTo>
                  <a:lnTo>
                    <a:pt x="964387" y="4490859"/>
                  </a:lnTo>
                  <a:lnTo>
                    <a:pt x="922756" y="4542383"/>
                  </a:lnTo>
                  <a:lnTo>
                    <a:pt x="916114" y="4572813"/>
                  </a:lnTo>
                  <a:lnTo>
                    <a:pt x="916063" y="4575543"/>
                  </a:lnTo>
                  <a:lnTo>
                    <a:pt x="921346" y="4617745"/>
                  </a:lnTo>
                  <a:lnTo>
                    <a:pt x="949452" y="4661078"/>
                  </a:lnTo>
                  <a:lnTo>
                    <a:pt x="993203" y="4686249"/>
                  </a:lnTo>
                  <a:lnTo>
                    <a:pt x="2873933" y="4781207"/>
                  </a:lnTo>
                  <a:lnTo>
                    <a:pt x="2880093" y="4781207"/>
                  </a:lnTo>
                  <a:lnTo>
                    <a:pt x="2914269" y="4775632"/>
                  </a:lnTo>
                  <a:lnTo>
                    <a:pt x="2939377" y="4762398"/>
                  </a:lnTo>
                  <a:lnTo>
                    <a:pt x="2944761" y="4759566"/>
                  </a:lnTo>
                  <a:lnTo>
                    <a:pt x="2968675" y="4734674"/>
                  </a:lnTo>
                  <a:lnTo>
                    <a:pt x="2983877" y="4702505"/>
                  </a:lnTo>
                  <a:lnTo>
                    <a:pt x="2988932" y="4684890"/>
                  </a:lnTo>
                  <a:lnTo>
                    <a:pt x="2992958" y="4661078"/>
                  </a:lnTo>
                  <a:lnTo>
                    <a:pt x="2993009" y="4659477"/>
                  </a:lnTo>
                  <a:close/>
                </a:path>
                <a:path w="5352415" h="4781550">
                  <a:moveTo>
                    <a:pt x="5351970" y="1200810"/>
                  </a:moveTo>
                  <a:lnTo>
                    <a:pt x="5349011" y="1195654"/>
                  </a:lnTo>
                  <a:lnTo>
                    <a:pt x="5338902" y="1192923"/>
                  </a:lnTo>
                  <a:lnTo>
                    <a:pt x="5333784" y="1195908"/>
                  </a:lnTo>
                  <a:lnTo>
                    <a:pt x="4898504" y="2804693"/>
                  </a:lnTo>
                  <a:lnTo>
                    <a:pt x="4777829" y="2016772"/>
                  </a:lnTo>
                  <a:lnTo>
                    <a:pt x="5003812" y="1207389"/>
                  </a:lnTo>
                  <a:lnTo>
                    <a:pt x="5000879" y="1202207"/>
                  </a:lnTo>
                  <a:lnTo>
                    <a:pt x="4990858" y="1199375"/>
                  </a:lnTo>
                  <a:lnTo>
                    <a:pt x="4985677" y="1202334"/>
                  </a:lnTo>
                  <a:lnTo>
                    <a:pt x="4759807" y="2011349"/>
                  </a:lnTo>
                  <a:lnTo>
                    <a:pt x="4277779" y="2526436"/>
                  </a:lnTo>
                  <a:lnTo>
                    <a:pt x="4655667" y="1213929"/>
                  </a:lnTo>
                  <a:lnTo>
                    <a:pt x="4652784" y="1208709"/>
                  </a:lnTo>
                  <a:lnTo>
                    <a:pt x="4642726" y="1205852"/>
                  </a:lnTo>
                  <a:lnTo>
                    <a:pt x="4637583" y="1208722"/>
                  </a:lnTo>
                  <a:lnTo>
                    <a:pt x="4255313" y="2536469"/>
                  </a:lnTo>
                  <a:lnTo>
                    <a:pt x="4038663" y="2126437"/>
                  </a:lnTo>
                  <a:lnTo>
                    <a:pt x="4307484" y="1220495"/>
                  </a:lnTo>
                  <a:lnTo>
                    <a:pt x="4304665" y="1215263"/>
                  </a:lnTo>
                  <a:lnTo>
                    <a:pt x="4294644" y="1212278"/>
                  </a:lnTo>
                  <a:lnTo>
                    <a:pt x="4289463" y="1215161"/>
                  </a:lnTo>
                  <a:lnTo>
                    <a:pt x="4020248" y="2122424"/>
                  </a:lnTo>
                  <a:lnTo>
                    <a:pt x="3545560" y="2580868"/>
                  </a:lnTo>
                  <a:lnTo>
                    <a:pt x="3959352" y="1227061"/>
                  </a:lnTo>
                  <a:lnTo>
                    <a:pt x="3956558" y="1221803"/>
                  </a:lnTo>
                  <a:lnTo>
                    <a:pt x="3946563" y="1218742"/>
                  </a:lnTo>
                  <a:lnTo>
                    <a:pt x="3941356" y="1221574"/>
                  </a:lnTo>
                  <a:lnTo>
                    <a:pt x="3517646" y="2607818"/>
                  </a:lnTo>
                  <a:lnTo>
                    <a:pt x="3030842" y="3077972"/>
                  </a:lnTo>
                  <a:lnTo>
                    <a:pt x="3611207" y="1233627"/>
                  </a:lnTo>
                  <a:lnTo>
                    <a:pt x="3608438" y="1228344"/>
                  </a:lnTo>
                  <a:lnTo>
                    <a:pt x="3598456" y="1225232"/>
                  </a:lnTo>
                  <a:lnTo>
                    <a:pt x="3593236" y="1227988"/>
                  </a:lnTo>
                  <a:lnTo>
                    <a:pt x="3014827" y="3066110"/>
                  </a:lnTo>
                  <a:lnTo>
                    <a:pt x="2920835" y="2297074"/>
                  </a:lnTo>
                  <a:lnTo>
                    <a:pt x="3263049" y="1240193"/>
                  </a:lnTo>
                  <a:lnTo>
                    <a:pt x="3260344" y="1234884"/>
                  </a:lnTo>
                  <a:lnTo>
                    <a:pt x="3250425" y="1231684"/>
                  </a:lnTo>
                  <a:lnTo>
                    <a:pt x="3245142" y="1234401"/>
                  </a:lnTo>
                  <a:lnTo>
                    <a:pt x="2902902" y="2291334"/>
                  </a:lnTo>
                  <a:lnTo>
                    <a:pt x="2369959" y="2883052"/>
                  </a:lnTo>
                  <a:lnTo>
                    <a:pt x="2914904" y="1246746"/>
                  </a:lnTo>
                  <a:lnTo>
                    <a:pt x="2912237" y="1241425"/>
                  </a:lnTo>
                  <a:lnTo>
                    <a:pt x="2902369" y="1238161"/>
                  </a:lnTo>
                  <a:lnTo>
                    <a:pt x="2897047" y="1240790"/>
                  </a:lnTo>
                  <a:lnTo>
                    <a:pt x="2338476" y="2918002"/>
                  </a:lnTo>
                  <a:lnTo>
                    <a:pt x="1976221" y="3320211"/>
                  </a:lnTo>
                  <a:lnTo>
                    <a:pt x="1976526" y="3326168"/>
                  </a:lnTo>
                  <a:lnTo>
                    <a:pt x="1982190" y="3331248"/>
                  </a:lnTo>
                  <a:lnTo>
                    <a:pt x="1984463" y="3332048"/>
                  </a:lnTo>
                  <a:lnTo>
                    <a:pt x="1986699" y="3332048"/>
                  </a:lnTo>
                  <a:lnTo>
                    <a:pt x="1989289" y="3332048"/>
                  </a:lnTo>
                  <a:lnTo>
                    <a:pt x="1991842" y="3331006"/>
                  </a:lnTo>
                  <a:lnTo>
                    <a:pt x="2323604" y="2962668"/>
                  </a:lnTo>
                  <a:lnTo>
                    <a:pt x="2045830" y="3796754"/>
                  </a:lnTo>
                  <a:lnTo>
                    <a:pt x="2048497" y="3802075"/>
                  </a:lnTo>
                  <a:lnTo>
                    <a:pt x="2054415" y="3804043"/>
                  </a:lnTo>
                  <a:lnTo>
                    <a:pt x="2056409" y="3804208"/>
                  </a:lnTo>
                  <a:lnTo>
                    <a:pt x="2060359" y="3804208"/>
                  </a:lnTo>
                  <a:lnTo>
                    <a:pt x="2064016" y="3801707"/>
                  </a:lnTo>
                  <a:lnTo>
                    <a:pt x="2355075" y="2927718"/>
                  </a:lnTo>
                  <a:lnTo>
                    <a:pt x="2888665" y="2335301"/>
                  </a:lnTo>
                  <a:lnTo>
                    <a:pt x="2412758" y="3805059"/>
                  </a:lnTo>
                  <a:lnTo>
                    <a:pt x="2415463" y="3810368"/>
                  </a:lnTo>
                  <a:lnTo>
                    <a:pt x="2421382" y="3812273"/>
                  </a:lnTo>
                  <a:lnTo>
                    <a:pt x="2423312" y="3812425"/>
                  </a:lnTo>
                  <a:lnTo>
                    <a:pt x="2427274" y="3812425"/>
                  </a:lnTo>
                  <a:lnTo>
                    <a:pt x="2430983" y="3809898"/>
                  </a:lnTo>
                  <a:lnTo>
                    <a:pt x="2907068" y="2339581"/>
                  </a:lnTo>
                  <a:lnTo>
                    <a:pt x="3001162" y="3109557"/>
                  </a:lnTo>
                  <a:lnTo>
                    <a:pt x="2779699" y="3813352"/>
                  </a:lnTo>
                  <a:lnTo>
                    <a:pt x="2782468" y="3818636"/>
                  </a:lnTo>
                  <a:lnTo>
                    <a:pt x="2788361" y="3820503"/>
                  </a:lnTo>
                  <a:lnTo>
                    <a:pt x="2790240" y="3820642"/>
                  </a:lnTo>
                  <a:lnTo>
                    <a:pt x="2794241" y="3820642"/>
                  </a:lnTo>
                  <a:lnTo>
                    <a:pt x="2797962" y="3818064"/>
                  </a:lnTo>
                  <a:lnTo>
                    <a:pt x="3019018" y="3115564"/>
                  </a:lnTo>
                  <a:lnTo>
                    <a:pt x="3506292" y="2644978"/>
                  </a:lnTo>
                  <a:lnTo>
                    <a:pt x="3146641" y="3821671"/>
                  </a:lnTo>
                  <a:lnTo>
                    <a:pt x="3149435" y="3826929"/>
                  </a:lnTo>
                  <a:lnTo>
                    <a:pt x="3155315" y="3828732"/>
                  </a:lnTo>
                  <a:lnTo>
                    <a:pt x="3157156" y="3828859"/>
                  </a:lnTo>
                  <a:lnTo>
                    <a:pt x="3161182" y="3828859"/>
                  </a:lnTo>
                  <a:lnTo>
                    <a:pt x="3164916" y="3826256"/>
                  </a:lnTo>
                  <a:lnTo>
                    <a:pt x="3534206" y="2618016"/>
                  </a:lnTo>
                  <a:lnTo>
                    <a:pt x="4009352" y="2159152"/>
                  </a:lnTo>
                  <a:lnTo>
                    <a:pt x="3513569" y="3829977"/>
                  </a:lnTo>
                  <a:lnTo>
                    <a:pt x="3516388" y="3835209"/>
                  </a:lnTo>
                  <a:lnTo>
                    <a:pt x="3522294" y="3836962"/>
                  </a:lnTo>
                  <a:lnTo>
                    <a:pt x="3524072" y="3837076"/>
                  </a:lnTo>
                  <a:lnTo>
                    <a:pt x="3528123" y="3837076"/>
                  </a:lnTo>
                  <a:lnTo>
                    <a:pt x="3531870" y="3834434"/>
                  </a:lnTo>
                  <a:lnTo>
                    <a:pt x="4031018" y="2152218"/>
                  </a:lnTo>
                  <a:lnTo>
                    <a:pt x="4247807" y="2562529"/>
                  </a:lnTo>
                  <a:lnTo>
                    <a:pt x="3880510" y="3838283"/>
                  </a:lnTo>
                  <a:lnTo>
                    <a:pt x="3883393" y="3843490"/>
                  </a:lnTo>
                  <a:lnTo>
                    <a:pt x="3889273" y="3845179"/>
                  </a:lnTo>
                  <a:lnTo>
                    <a:pt x="3890988" y="3845293"/>
                  </a:lnTo>
                  <a:lnTo>
                    <a:pt x="3895102" y="3845293"/>
                  </a:lnTo>
                  <a:lnTo>
                    <a:pt x="3898849" y="3842601"/>
                  </a:lnTo>
                  <a:lnTo>
                    <a:pt x="4266323" y="2566251"/>
                  </a:lnTo>
                  <a:lnTo>
                    <a:pt x="4748835" y="2050618"/>
                  </a:lnTo>
                  <a:lnTo>
                    <a:pt x="4247426" y="3846576"/>
                  </a:lnTo>
                  <a:lnTo>
                    <a:pt x="4250347" y="3851770"/>
                  </a:lnTo>
                  <a:lnTo>
                    <a:pt x="4255351" y="3853167"/>
                  </a:lnTo>
                  <a:lnTo>
                    <a:pt x="4257891" y="3853510"/>
                  </a:lnTo>
                  <a:lnTo>
                    <a:pt x="4262018" y="3853510"/>
                  </a:lnTo>
                  <a:lnTo>
                    <a:pt x="4265790" y="3850792"/>
                  </a:lnTo>
                  <a:lnTo>
                    <a:pt x="4765548" y="2060778"/>
                  </a:lnTo>
                  <a:lnTo>
                    <a:pt x="4886350" y="2849600"/>
                  </a:lnTo>
                  <a:lnTo>
                    <a:pt x="4614367" y="3854894"/>
                  </a:lnTo>
                  <a:lnTo>
                    <a:pt x="4617339" y="3860050"/>
                  </a:lnTo>
                  <a:lnTo>
                    <a:pt x="4623181" y="3861638"/>
                  </a:lnTo>
                  <a:lnTo>
                    <a:pt x="4624806" y="3861739"/>
                  </a:lnTo>
                  <a:lnTo>
                    <a:pt x="4628972" y="3861739"/>
                  </a:lnTo>
                  <a:lnTo>
                    <a:pt x="4632769" y="3858984"/>
                  </a:lnTo>
                  <a:lnTo>
                    <a:pt x="4904473" y="2854756"/>
                  </a:lnTo>
                  <a:lnTo>
                    <a:pt x="5284444" y="2435834"/>
                  </a:lnTo>
                  <a:lnTo>
                    <a:pt x="5284152" y="2429878"/>
                  </a:lnTo>
                  <a:lnTo>
                    <a:pt x="5276481" y="2422931"/>
                  </a:lnTo>
                  <a:lnTo>
                    <a:pt x="5270538" y="2423185"/>
                  </a:lnTo>
                  <a:lnTo>
                    <a:pt x="4915268" y="2814853"/>
                  </a:lnTo>
                  <a:lnTo>
                    <a:pt x="5351970" y="120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423596"/>
              <a:ext cx="1682081" cy="26125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7321" y="50831"/>
            <a:ext cx="6101080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670">
                <a:solidFill>
                  <a:srgbClr val="000000"/>
                </a:solidFill>
              </a:rPr>
              <a:t>C</a:t>
            </a:r>
            <a:r>
              <a:rPr dirty="0" sz="10000" spc="-730">
                <a:solidFill>
                  <a:srgbClr val="000000"/>
                </a:solidFill>
              </a:rPr>
              <a:t>o</a:t>
            </a:r>
            <a:r>
              <a:rPr dirty="0" sz="10000" spc="-765">
                <a:solidFill>
                  <a:srgbClr val="000000"/>
                </a:solidFill>
              </a:rPr>
              <a:t>n</a:t>
            </a:r>
            <a:r>
              <a:rPr dirty="0" sz="10000" spc="-700">
                <a:solidFill>
                  <a:srgbClr val="000000"/>
                </a:solidFill>
              </a:rPr>
              <a:t>c</a:t>
            </a:r>
            <a:r>
              <a:rPr dirty="0" sz="10000" spc="-860">
                <a:solidFill>
                  <a:srgbClr val="000000"/>
                </a:solidFill>
              </a:rPr>
              <a:t>l</a:t>
            </a:r>
            <a:r>
              <a:rPr dirty="0" sz="10000" spc="-765">
                <a:solidFill>
                  <a:srgbClr val="000000"/>
                </a:solidFill>
              </a:rPr>
              <a:t>u</a:t>
            </a:r>
            <a:r>
              <a:rPr dirty="0" sz="10000" spc="-760">
                <a:solidFill>
                  <a:srgbClr val="000000"/>
                </a:solidFill>
              </a:rPr>
              <a:t>s</a:t>
            </a:r>
            <a:r>
              <a:rPr dirty="0" sz="10000" spc="-835">
                <a:solidFill>
                  <a:srgbClr val="000000"/>
                </a:solidFill>
              </a:rPr>
              <a:t>i</a:t>
            </a:r>
            <a:r>
              <a:rPr dirty="0" sz="10000" spc="-730">
                <a:solidFill>
                  <a:srgbClr val="000000"/>
                </a:solidFill>
              </a:rPr>
              <a:t>o</a:t>
            </a:r>
            <a:r>
              <a:rPr dirty="0" sz="10000" spc="-75">
                <a:solidFill>
                  <a:srgbClr val="000000"/>
                </a:solidFill>
              </a:rPr>
              <a:t>n</a:t>
            </a:r>
            <a:endParaRPr sz="10000"/>
          </a:p>
        </p:txBody>
      </p:sp>
      <p:sp>
        <p:nvSpPr>
          <p:cNvPr id="3" name="object 3" descr=""/>
          <p:cNvSpPr txBox="1"/>
          <p:nvPr/>
        </p:nvSpPr>
        <p:spPr>
          <a:xfrm>
            <a:off x="348058" y="1537333"/>
            <a:ext cx="16842105" cy="8152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5599"/>
              </a:lnSpc>
              <a:spcBef>
                <a:spcPts val="95"/>
              </a:spcBef>
            </a:pPr>
            <a:r>
              <a:rPr dirty="0" sz="5300" spc="-440">
                <a:latin typeface="Lucida Sans Unicode"/>
                <a:cs typeface="Lucida Sans Unicode"/>
              </a:rPr>
              <a:t>The</a:t>
            </a:r>
            <a:r>
              <a:rPr dirty="0" sz="5300" spc="-915">
                <a:latin typeface="Lucida Sans Unicode"/>
                <a:cs typeface="Lucida Sans Unicode"/>
              </a:rPr>
              <a:t> </a:t>
            </a:r>
            <a:r>
              <a:rPr dirty="0" sz="5300" spc="-325">
                <a:latin typeface="Lucida Sans Unicode"/>
                <a:cs typeface="Lucida Sans Unicode"/>
              </a:rPr>
              <a:t>p</a:t>
            </a:r>
            <a:r>
              <a:rPr dirty="0" sz="5300" spc="-335">
                <a:latin typeface="Lucida Sans Unicode"/>
                <a:cs typeface="Lucida Sans Unicode"/>
              </a:rPr>
              <a:t>r</a:t>
            </a:r>
            <a:r>
              <a:rPr dirty="0" sz="5300" spc="-325">
                <a:latin typeface="Lucida Sans Unicode"/>
                <a:cs typeface="Lucida Sans Unicode"/>
              </a:rPr>
              <a:t>o</a:t>
            </a:r>
            <a:r>
              <a:rPr dirty="0" sz="5300" spc="-509">
                <a:latin typeface="Lucida Sans Unicode"/>
                <a:cs typeface="Lucida Sans Unicode"/>
              </a:rPr>
              <a:t>j</a:t>
            </a:r>
            <a:r>
              <a:rPr dirty="0" sz="5300" spc="-300">
                <a:latin typeface="Lucida Sans Unicode"/>
                <a:cs typeface="Lucida Sans Unicode"/>
              </a:rPr>
              <a:t>e</a:t>
            </a:r>
            <a:r>
              <a:rPr dirty="0" sz="5300" spc="-370">
                <a:latin typeface="Lucida Sans Unicode"/>
                <a:cs typeface="Lucida Sans Unicode"/>
              </a:rPr>
              <a:t>c</a:t>
            </a:r>
            <a:r>
              <a:rPr dirty="0" sz="5300" spc="40">
                <a:latin typeface="Lucida Sans Unicode"/>
                <a:cs typeface="Lucida Sans Unicode"/>
              </a:rPr>
              <a:t>t</a:t>
            </a:r>
            <a:r>
              <a:rPr dirty="0" sz="5300" spc="-905">
                <a:latin typeface="Lucida Sans Unicode"/>
                <a:cs typeface="Lucida Sans Unicode"/>
              </a:rPr>
              <a:t> </a:t>
            </a:r>
            <a:r>
              <a:rPr dirty="0" sz="5300" spc="-360">
                <a:latin typeface="Lucida Sans Unicode"/>
                <a:cs typeface="Lucida Sans Unicode"/>
              </a:rPr>
              <a:t>d</a:t>
            </a:r>
            <a:r>
              <a:rPr dirty="0" sz="5300" spc="-335">
                <a:latin typeface="Lucida Sans Unicode"/>
                <a:cs typeface="Lucida Sans Unicode"/>
              </a:rPr>
              <a:t>e</a:t>
            </a:r>
            <a:r>
              <a:rPr dirty="0" sz="5300" spc="-375">
                <a:latin typeface="Lucida Sans Unicode"/>
                <a:cs typeface="Lucida Sans Unicode"/>
              </a:rPr>
              <a:t>m</a:t>
            </a:r>
            <a:r>
              <a:rPr dirty="0" sz="5300" spc="-360">
                <a:latin typeface="Lucida Sans Unicode"/>
                <a:cs typeface="Lucida Sans Unicode"/>
              </a:rPr>
              <a:t>o</a:t>
            </a:r>
            <a:r>
              <a:rPr dirty="0" sz="5300" spc="-390">
                <a:latin typeface="Lucida Sans Unicode"/>
                <a:cs typeface="Lucida Sans Unicode"/>
              </a:rPr>
              <a:t>n</a:t>
            </a:r>
            <a:r>
              <a:rPr dirty="0" sz="5300" spc="-470">
                <a:latin typeface="Lucida Sans Unicode"/>
                <a:cs typeface="Lucida Sans Unicode"/>
              </a:rPr>
              <a:t>s</a:t>
            </a:r>
            <a:r>
              <a:rPr dirty="0" sz="5300" spc="-285">
                <a:latin typeface="Lucida Sans Unicode"/>
                <a:cs typeface="Lucida Sans Unicode"/>
              </a:rPr>
              <a:t>t</a:t>
            </a:r>
            <a:r>
              <a:rPr dirty="0" sz="5300" spc="-340">
                <a:latin typeface="Lucida Sans Unicode"/>
                <a:cs typeface="Lucida Sans Unicode"/>
              </a:rPr>
              <a:t>r</a:t>
            </a:r>
            <a:r>
              <a:rPr dirty="0" sz="5300" spc="-665">
                <a:latin typeface="Lucida Sans Unicode"/>
                <a:cs typeface="Lucida Sans Unicode"/>
              </a:rPr>
              <a:t>a</a:t>
            </a:r>
            <a:r>
              <a:rPr dirty="0" sz="5300" spc="-285">
                <a:latin typeface="Lucida Sans Unicode"/>
                <a:cs typeface="Lucida Sans Unicode"/>
              </a:rPr>
              <a:t>t</a:t>
            </a:r>
            <a:r>
              <a:rPr dirty="0" sz="5300" spc="-335">
                <a:latin typeface="Lucida Sans Unicode"/>
                <a:cs typeface="Lucida Sans Unicode"/>
              </a:rPr>
              <a:t>e</a:t>
            </a:r>
            <a:r>
              <a:rPr dirty="0" sz="5300" spc="5">
                <a:latin typeface="Lucida Sans Unicode"/>
                <a:cs typeface="Lucida Sans Unicode"/>
              </a:rPr>
              <a:t>s</a:t>
            </a:r>
            <a:r>
              <a:rPr dirty="0" sz="5300" spc="-915">
                <a:latin typeface="Lucida Sans Unicode"/>
                <a:cs typeface="Lucida Sans Unicode"/>
              </a:rPr>
              <a:t> </a:t>
            </a:r>
            <a:r>
              <a:rPr dirty="0" sz="5300" spc="-355">
                <a:latin typeface="Lucida Sans Unicode"/>
                <a:cs typeface="Lucida Sans Unicode"/>
              </a:rPr>
              <a:t>how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285">
                <a:latin typeface="Lucida Sans Unicode"/>
                <a:cs typeface="Lucida Sans Unicode"/>
              </a:rPr>
              <a:t>M</a:t>
            </a:r>
            <a:r>
              <a:rPr dirty="0" sz="5300" spc="-459">
                <a:latin typeface="Lucida Sans Unicode"/>
                <a:cs typeface="Lucida Sans Unicode"/>
              </a:rPr>
              <a:t>i</a:t>
            </a:r>
            <a:r>
              <a:rPr dirty="0" sz="5300" spc="-254">
                <a:latin typeface="Lucida Sans Unicode"/>
                <a:cs typeface="Lucida Sans Unicode"/>
              </a:rPr>
              <a:t>c</a:t>
            </a:r>
            <a:r>
              <a:rPr dirty="0" sz="5300" spc="-310">
                <a:latin typeface="Lucida Sans Unicode"/>
                <a:cs typeface="Lucida Sans Unicode"/>
              </a:rPr>
              <a:t>r</a:t>
            </a:r>
            <a:r>
              <a:rPr dirty="0" sz="5300" spc="-300">
                <a:latin typeface="Lucida Sans Unicode"/>
                <a:cs typeface="Lucida Sans Unicode"/>
              </a:rPr>
              <a:t>os</a:t>
            </a:r>
            <a:r>
              <a:rPr dirty="0" sz="5300" spc="-415">
                <a:latin typeface="Lucida Sans Unicode"/>
                <a:cs typeface="Lucida Sans Unicode"/>
              </a:rPr>
              <a:t>o</a:t>
            </a:r>
            <a:r>
              <a:rPr dirty="0" sz="5300" spc="-285">
                <a:latin typeface="Lucida Sans Unicode"/>
                <a:cs typeface="Lucida Sans Unicode"/>
              </a:rPr>
              <a:t>f</a:t>
            </a:r>
            <a:r>
              <a:rPr dirty="0" sz="5300" spc="65">
                <a:latin typeface="Lucida Sans Unicode"/>
                <a:cs typeface="Lucida Sans Unicode"/>
              </a:rPr>
              <a:t>t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425">
                <a:latin typeface="Lucida Sans Unicode"/>
                <a:cs typeface="Lucida Sans Unicode"/>
              </a:rPr>
              <a:t>Azure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25">
                <a:latin typeface="Lucida Sans Unicode"/>
                <a:cs typeface="Lucida Sans Unicode"/>
              </a:rPr>
              <a:t>and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415">
                <a:latin typeface="Lucida Sans Unicode"/>
                <a:cs typeface="Lucida Sans Unicode"/>
              </a:rPr>
              <a:t>M</a:t>
            </a:r>
            <a:r>
              <a:rPr dirty="0" sz="5300" spc="-635">
                <a:latin typeface="Lucida Sans Unicode"/>
                <a:cs typeface="Lucida Sans Unicode"/>
              </a:rPr>
              <a:t>a</a:t>
            </a:r>
            <a:r>
              <a:rPr dirty="0" sz="5300" spc="-385">
                <a:latin typeface="Lucida Sans Unicode"/>
                <a:cs typeface="Lucida Sans Unicode"/>
              </a:rPr>
              <a:t>c</a:t>
            </a:r>
            <a:r>
              <a:rPr dirty="0" sz="5300" spc="-459">
                <a:latin typeface="Lucida Sans Unicode"/>
                <a:cs typeface="Lucida Sans Unicode"/>
              </a:rPr>
              <a:t>h</a:t>
            </a:r>
            <a:r>
              <a:rPr dirty="0" sz="5300" spc="-590">
                <a:latin typeface="Lucida Sans Unicode"/>
                <a:cs typeface="Lucida Sans Unicode"/>
              </a:rPr>
              <a:t>i</a:t>
            </a:r>
            <a:r>
              <a:rPr dirty="0" sz="5300" spc="-459">
                <a:latin typeface="Lucida Sans Unicode"/>
                <a:cs typeface="Lucida Sans Unicode"/>
              </a:rPr>
              <a:t>n</a:t>
            </a:r>
            <a:r>
              <a:rPr dirty="0" sz="5300" spc="-65">
                <a:latin typeface="Lucida Sans Unicode"/>
                <a:cs typeface="Lucida Sans Unicode"/>
              </a:rPr>
              <a:t>e</a:t>
            </a:r>
            <a:r>
              <a:rPr dirty="0" sz="5300" spc="-430">
                <a:latin typeface="Lucida Sans Unicode"/>
                <a:cs typeface="Lucida Sans Unicode"/>
              </a:rPr>
              <a:t> </a:t>
            </a:r>
            <a:r>
              <a:rPr dirty="0" sz="5300" spc="-600">
                <a:latin typeface="Lucida Sans Unicode"/>
                <a:cs typeface="Lucida Sans Unicode"/>
              </a:rPr>
              <a:t>L</a:t>
            </a:r>
            <a:r>
              <a:rPr dirty="0" sz="5300" spc="-445">
                <a:latin typeface="Lucida Sans Unicode"/>
                <a:cs typeface="Lucida Sans Unicode"/>
              </a:rPr>
              <a:t>e</a:t>
            </a:r>
            <a:r>
              <a:rPr dirty="0" sz="5300" spc="-430">
                <a:latin typeface="Lucida Sans Unicode"/>
                <a:cs typeface="Lucida Sans Unicode"/>
              </a:rPr>
              <a:t>a</a:t>
            </a:r>
            <a:r>
              <a:rPr dirty="0" sz="5300" spc="-425">
                <a:latin typeface="Lucida Sans Unicode"/>
                <a:cs typeface="Lucida Sans Unicode"/>
              </a:rPr>
              <a:t>r</a:t>
            </a:r>
            <a:r>
              <a:rPr dirty="0" sz="5300" spc="-500">
                <a:latin typeface="Lucida Sans Unicode"/>
                <a:cs typeface="Lucida Sans Unicode"/>
              </a:rPr>
              <a:t>n</a:t>
            </a:r>
            <a:r>
              <a:rPr dirty="0" sz="5300" spc="-630">
                <a:latin typeface="Lucida Sans Unicode"/>
                <a:cs typeface="Lucida Sans Unicode"/>
              </a:rPr>
              <a:t>i</a:t>
            </a:r>
            <a:r>
              <a:rPr dirty="0" sz="5300" spc="-500">
                <a:latin typeface="Lucida Sans Unicode"/>
                <a:cs typeface="Lucida Sans Unicode"/>
              </a:rPr>
              <a:t>n</a:t>
            </a:r>
            <a:r>
              <a:rPr dirty="0" sz="5300" spc="-105">
                <a:latin typeface="Lucida Sans Unicode"/>
                <a:cs typeface="Lucida Sans Unicode"/>
              </a:rPr>
              <a:t>g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185">
                <a:latin typeface="Lucida Sans Unicode"/>
                <a:cs typeface="Lucida Sans Unicode"/>
              </a:rPr>
              <a:t>can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204">
                <a:latin typeface="Lucida Sans Unicode"/>
                <a:cs typeface="Lucida Sans Unicode"/>
              </a:rPr>
              <a:t>be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90">
                <a:latin typeface="Lucida Sans Unicode"/>
                <a:cs typeface="Lucida Sans Unicode"/>
              </a:rPr>
              <a:t>used</a:t>
            </a:r>
            <a:r>
              <a:rPr dirty="0" sz="5300" spc="-905">
                <a:latin typeface="Lucida Sans Unicode"/>
                <a:cs typeface="Lucida Sans Unicode"/>
              </a:rPr>
              <a:t> </a:t>
            </a:r>
            <a:r>
              <a:rPr dirty="0" sz="5300" spc="-30">
                <a:latin typeface="Lucida Sans Unicode"/>
                <a:cs typeface="Lucida Sans Unicode"/>
              </a:rPr>
              <a:t>to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90">
                <a:latin typeface="Lucida Sans Unicode"/>
                <a:cs typeface="Lucida Sans Unicode"/>
              </a:rPr>
              <a:t>a</a:t>
            </a:r>
            <a:r>
              <a:rPr dirty="0" sz="5300" spc="-459">
                <a:latin typeface="Lucida Sans Unicode"/>
                <a:cs typeface="Lucida Sans Unicode"/>
              </a:rPr>
              <a:t>n</a:t>
            </a:r>
            <a:r>
              <a:rPr dirty="0" sz="5300" spc="-390">
                <a:latin typeface="Lucida Sans Unicode"/>
                <a:cs typeface="Lucida Sans Unicode"/>
              </a:rPr>
              <a:t>a</a:t>
            </a:r>
            <a:r>
              <a:rPr dirty="0" sz="5300" spc="-640">
                <a:latin typeface="Lucida Sans Unicode"/>
                <a:cs typeface="Lucida Sans Unicode"/>
              </a:rPr>
              <a:t>l</a:t>
            </a:r>
            <a:r>
              <a:rPr dirty="0" sz="5300" spc="-400">
                <a:latin typeface="Lucida Sans Unicode"/>
                <a:cs typeface="Lucida Sans Unicode"/>
              </a:rPr>
              <a:t>y</a:t>
            </a:r>
            <a:r>
              <a:rPr dirty="0" sz="5300" spc="-500">
                <a:latin typeface="Lucida Sans Unicode"/>
                <a:cs typeface="Lucida Sans Unicode"/>
              </a:rPr>
              <a:t>z</a:t>
            </a:r>
            <a:r>
              <a:rPr dirty="0" sz="5300" spc="-65">
                <a:latin typeface="Lucida Sans Unicode"/>
                <a:cs typeface="Lucida Sans Unicode"/>
              </a:rPr>
              <a:t>e</a:t>
            </a:r>
            <a:r>
              <a:rPr dirty="0" sz="5300" spc="-905">
                <a:latin typeface="Lucida Sans Unicode"/>
                <a:cs typeface="Lucida Sans Unicode"/>
              </a:rPr>
              <a:t> </a:t>
            </a:r>
            <a:r>
              <a:rPr dirty="0" sz="5300" spc="-325">
                <a:latin typeface="Lucida Sans Unicode"/>
                <a:cs typeface="Lucida Sans Unicode"/>
              </a:rPr>
              <a:t>and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25">
                <a:latin typeface="Lucida Sans Unicode"/>
                <a:cs typeface="Lucida Sans Unicode"/>
              </a:rPr>
              <a:t>p</a:t>
            </a:r>
            <a:r>
              <a:rPr dirty="0" sz="5300" spc="-335">
                <a:latin typeface="Lucida Sans Unicode"/>
                <a:cs typeface="Lucida Sans Unicode"/>
              </a:rPr>
              <a:t>r</a:t>
            </a:r>
            <a:r>
              <a:rPr dirty="0" sz="5300" spc="-300">
                <a:latin typeface="Lucida Sans Unicode"/>
                <a:cs typeface="Lucida Sans Unicode"/>
              </a:rPr>
              <a:t>e</a:t>
            </a:r>
            <a:r>
              <a:rPr dirty="0" sz="5300" spc="-325">
                <a:latin typeface="Lucida Sans Unicode"/>
                <a:cs typeface="Lucida Sans Unicode"/>
              </a:rPr>
              <a:t>d</a:t>
            </a:r>
            <a:r>
              <a:rPr dirty="0" sz="5300" spc="-484">
                <a:latin typeface="Lucida Sans Unicode"/>
                <a:cs typeface="Lucida Sans Unicode"/>
              </a:rPr>
              <a:t>i</a:t>
            </a:r>
            <a:r>
              <a:rPr dirty="0" sz="5300" spc="-370">
                <a:latin typeface="Lucida Sans Unicode"/>
                <a:cs typeface="Lucida Sans Unicode"/>
              </a:rPr>
              <a:t>c</a:t>
            </a:r>
            <a:r>
              <a:rPr dirty="0" sz="5300" spc="40">
                <a:latin typeface="Lucida Sans Unicode"/>
                <a:cs typeface="Lucida Sans Unicode"/>
              </a:rPr>
              <a:t>t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40">
                <a:latin typeface="Lucida Sans Unicode"/>
                <a:cs typeface="Lucida Sans Unicode"/>
              </a:rPr>
              <a:t>stock</a:t>
            </a:r>
            <a:r>
              <a:rPr dirty="0" sz="5300" spc="-910">
                <a:latin typeface="Lucida Sans Unicode"/>
                <a:cs typeface="Lucida Sans Unicode"/>
              </a:rPr>
              <a:t> </a:t>
            </a:r>
            <a:r>
              <a:rPr dirty="0" sz="5300" spc="-390">
                <a:latin typeface="Lucida Sans Unicode"/>
                <a:cs typeface="Lucida Sans Unicode"/>
              </a:rPr>
              <a:t>m</a:t>
            </a:r>
            <a:r>
              <a:rPr dirty="0" sz="5300" spc="-335">
                <a:latin typeface="Lucida Sans Unicode"/>
                <a:cs typeface="Lucida Sans Unicode"/>
              </a:rPr>
              <a:t>a</a:t>
            </a:r>
            <a:r>
              <a:rPr dirty="0" sz="5300" spc="-330">
                <a:latin typeface="Lucida Sans Unicode"/>
                <a:cs typeface="Lucida Sans Unicode"/>
              </a:rPr>
              <a:t>r</a:t>
            </a:r>
            <a:r>
              <a:rPr dirty="0" sz="5300" spc="-770">
                <a:latin typeface="Lucida Sans Unicode"/>
                <a:cs typeface="Lucida Sans Unicode"/>
              </a:rPr>
              <a:t>k</a:t>
            </a:r>
            <a:r>
              <a:rPr dirty="0" sz="5300" spc="-455">
                <a:latin typeface="Lucida Sans Unicode"/>
                <a:cs typeface="Lucida Sans Unicode"/>
              </a:rPr>
              <a:t>e</a:t>
            </a:r>
            <a:r>
              <a:rPr dirty="0" sz="5300" spc="-10">
                <a:latin typeface="Lucida Sans Unicode"/>
                <a:cs typeface="Lucida Sans Unicode"/>
              </a:rPr>
              <a:t>t</a:t>
            </a:r>
            <a:r>
              <a:rPr dirty="0" sz="5300" spc="-385">
                <a:latin typeface="Lucida Sans Unicode"/>
                <a:cs typeface="Lucida Sans Unicode"/>
              </a:rPr>
              <a:t> </a:t>
            </a:r>
            <a:r>
              <a:rPr dirty="0" sz="5300" spc="-409">
                <a:latin typeface="Lucida Sans Unicode"/>
                <a:cs typeface="Lucida Sans Unicode"/>
              </a:rPr>
              <a:t>trends.</a:t>
            </a:r>
            <a:endParaRPr sz="5300">
              <a:latin typeface="Lucida Sans Unicode"/>
              <a:cs typeface="Lucida Sans Unicode"/>
            </a:endParaRPr>
          </a:p>
          <a:p>
            <a:pPr marL="4799330" marR="4794250" indent="1588135">
              <a:lnSpc>
                <a:spcPct val="116199"/>
              </a:lnSpc>
              <a:spcBef>
                <a:spcPts val="95"/>
              </a:spcBef>
            </a:pPr>
            <a:r>
              <a:rPr dirty="0" sz="5000" spc="-575" b="1">
                <a:latin typeface="Arial"/>
                <a:cs typeface="Arial"/>
              </a:rPr>
              <a:t>K</a:t>
            </a:r>
            <a:r>
              <a:rPr dirty="0" sz="5000" spc="-285" b="1">
                <a:latin typeface="Arial"/>
                <a:cs typeface="Arial"/>
              </a:rPr>
              <a:t>e</a:t>
            </a:r>
            <a:r>
              <a:rPr dirty="0" sz="5000" spc="25" b="1">
                <a:latin typeface="Arial"/>
                <a:cs typeface="Arial"/>
              </a:rPr>
              <a:t>y</a:t>
            </a:r>
            <a:r>
              <a:rPr dirty="0" sz="5000" spc="-935" b="1">
                <a:latin typeface="Arial"/>
                <a:cs typeface="Arial"/>
              </a:rPr>
              <a:t> </a:t>
            </a:r>
            <a:r>
              <a:rPr dirty="0" sz="5000" spc="-265" b="1">
                <a:latin typeface="Arial"/>
                <a:cs typeface="Arial"/>
              </a:rPr>
              <a:t>outcomes: </a:t>
            </a:r>
            <a:r>
              <a:rPr dirty="0" sz="5000" spc="-260">
                <a:latin typeface="Lucida Sans Unicode"/>
                <a:cs typeface="Lucida Sans Unicode"/>
              </a:rPr>
              <a:t>E</a:t>
            </a:r>
            <a:r>
              <a:rPr dirty="0" sz="5000" spc="-210">
                <a:latin typeface="Lucida Sans Unicode"/>
                <a:cs typeface="Lucida Sans Unicode"/>
              </a:rPr>
              <a:t>f</a:t>
            </a:r>
            <a:r>
              <a:rPr dirty="0" sz="5000" spc="-220">
                <a:latin typeface="Lucida Sans Unicode"/>
                <a:cs typeface="Lucida Sans Unicode"/>
              </a:rPr>
              <a:t>f</a:t>
            </a:r>
            <a:r>
              <a:rPr dirty="0" sz="5000" spc="-445">
                <a:latin typeface="Lucida Sans Unicode"/>
                <a:cs typeface="Lucida Sans Unicode"/>
              </a:rPr>
              <a:t>i</a:t>
            </a:r>
            <a:r>
              <a:rPr dirty="0" sz="5000" spc="-245">
                <a:latin typeface="Lucida Sans Unicode"/>
                <a:cs typeface="Lucida Sans Unicode"/>
              </a:rPr>
              <a:t>c</a:t>
            </a:r>
            <a:r>
              <a:rPr dirty="0" sz="5000" spc="-445">
                <a:latin typeface="Lucida Sans Unicode"/>
                <a:cs typeface="Lucida Sans Unicode"/>
              </a:rPr>
              <a:t>i</a:t>
            </a:r>
            <a:r>
              <a:rPr dirty="0" sz="5000" spc="-270">
                <a:latin typeface="Lucida Sans Unicode"/>
                <a:cs typeface="Lucida Sans Unicode"/>
              </a:rPr>
              <a:t>e</a:t>
            </a:r>
            <a:r>
              <a:rPr dirty="0" sz="5000" spc="-430">
                <a:latin typeface="Lucida Sans Unicode"/>
                <a:cs typeface="Lucida Sans Unicode"/>
              </a:rPr>
              <a:t>n</a:t>
            </a:r>
            <a:r>
              <a:rPr dirty="0" sz="5000" spc="55">
                <a:latin typeface="Lucida Sans Unicode"/>
                <a:cs typeface="Lucida Sans Unicode"/>
              </a:rPr>
              <a:t>t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325">
                <a:latin typeface="Lucida Sans Unicode"/>
                <a:cs typeface="Lucida Sans Unicode"/>
              </a:rPr>
              <a:t>stock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195">
                <a:latin typeface="Lucida Sans Unicode"/>
                <a:cs typeface="Lucida Sans Unicode"/>
              </a:rPr>
              <a:t>d</a:t>
            </a:r>
            <a:r>
              <a:rPr dirty="0" sz="5000" spc="-480">
                <a:latin typeface="Lucida Sans Unicode"/>
                <a:cs typeface="Lucida Sans Unicode"/>
              </a:rPr>
              <a:t>a</a:t>
            </a:r>
            <a:r>
              <a:rPr dirty="0" sz="5000" spc="-45">
                <a:latin typeface="Lucida Sans Unicode"/>
                <a:cs typeface="Lucida Sans Unicode"/>
              </a:rPr>
              <a:t>t</a:t>
            </a:r>
            <a:r>
              <a:rPr dirty="0" sz="5000" spc="150">
                <a:latin typeface="Lucida Sans Unicode"/>
                <a:cs typeface="Lucida Sans Unicode"/>
              </a:rPr>
              <a:t>a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400">
                <a:latin typeface="Lucida Sans Unicode"/>
                <a:cs typeface="Lucida Sans Unicode"/>
              </a:rPr>
              <a:t>a</a:t>
            </a:r>
            <a:r>
              <a:rPr dirty="0" sz="5000" spc="-465">
                <a:latin typeface="Lucida Sans Unicode"/>
                <a:cs typeface="Lucida Sans Unicode"/>
              </a:rPr>
              <a:t>n</a:t>
            </a:r>
            <a:r>
              <a:rPr dirty="0" sz="5000" spc="-400">
                <a:latin typeface="Lucida Sans Unicode"/>
                <a:cs typeface="Lucida Sans Unicode"/>
              </a:rPr>
              <a:t>a</a:t>
            </a:r>
            <a:r>
              <a:rPr dirty="0" sz="5000" spc="-640">
                <a:latin typeface="Lucida Sans Unicode"/>
                <a:cs typeface="Lucida Sans Unicode"/>
              </a:rPr>
              <a:t>l</a:t>
            </a:r>
            <a:r>
              <a:rPr dirty="0" sz="5000" spc="-405">
                <a:latin typeface="Lucida Sans Unicode"/>
                <a:cs typeface="Lucida Sans Unicode"/>
              </a:rPr>
              <a:t>y</a:t>
            </a:r>
            <a:r>
              <a:rPr dirty="0" sz="5000" spc="-434">
                <a:latin typeface="Lucida Sans Unicode"/>
                <a:cs typeface="Lucida Sans Unicode"/>
              </a:rPr>
              <a:t>s</a:t>
            </a:r>
            <a:r>
              <a:rPr dirty="0" sz="5000" spc="-590">
                <a:latin typeface="Lucida Sans Unicode"/>
                <a:cs typeface="Lucida Sans Unicode"/>
              </a:rPr>
              <a:t>i</a:t>
            </a:r>
            <a:r>
              <a:rPr dirty="0" sz="5000" spc="-90">
                <a:latin typeface="Lucida Sans Unicode"/>
                <a:cs typeface="Lucida Sans Unicode"/>
              </a:rPr>
              <a:t>s</a:t>
            </a:r>
            <a:r>
              <a:rPr dirty="0" sz="5000" spc="-430">
                <a:latin typeface="Lucida Sans Unicode"/>
                <a:cs typeface="Lucida Sans Unicode"/>
              </a:rPr>
              <a:t> </a:t>
            </a:r>
            <a:r>
              <a:rPr dirty="0" sz="5000" spc="-409">
                <a:latin typeface="Lucida Sans Unicode"/>
                <a:cs typeface="Lucida Sans Unicode"/>
              </a:rPr>
              <a:t>A</a:t>
            </a:r>
            <a:r>
              <a:rPr dirty="0" sz="5000" spc="-210">
                <a:latin typeface="Lucida Sans Unicode"/>
                <a:cs typeface="Lucida Sans Unicode"/>
              </a:rPr>
              <a:t>cc</a:t>
            </a:r>
            <a:r>
              <a:rPr dirty="0" sz="5000" spc="-285">
                <a:latin typeface="Lucida Sans Unicode"/>
                <a:cs typeface="Lucida Sans Unicode"/>
              </a:rPr>
              <a:t>u</a:t>
            </a:r>
            <a:r>
              <a:rPr dirty="0" sz="5000" spc="-235">
                <a:latin typeface="Lucida Sans Unicode"/>
                <a:cs typeface="Lucida Sans Unicode"/>
              </a:rPr>
              <a:t>r</a:t>
            </a:r>
            <a:r>
              <a:rPr dirty="0" sz="5000" spc="-540">
                <a:latin typeface="Lucida Sans Unicode"/>
                <a:cs typeface="Lucida Sans Unicode"/>
              </a:rPr>
              <a:t>a</a:t>
            </a:r>
            <a:r>
              <a:rPr dirty="0" sz="5000" spc="-185">
                <a:latin typeface="Lucida Sans Unicode"/>
                <a:cs typeface="Lucida Sans Unicode"/>
              </a:rPr>
              <a:t>t</a:t>
            </a:r>
            <a:r>
              <a:rPr dirty="0" sz="5000" spc="90">
                <a:latin typeface="Lucida Sans Unicode"/>
                <a:cs typeface="Lucida Sans Unicode"/>
              </a:rPr>
              <a:t>e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400">
                <a:latin typeface="Lucida Sans Unicode"/>
                <a:cs typeface="Lucida Sans Unicode"/>
              </a:rPr>
              <a:t>p</a:t>
            </a:r>
            <a:r>
              <a:rPr dirty="0" sz="5000" spc="-409">
                <a:latin typeface="Lucida Sans Unicode"/>
                <a:cs typeface="Lucida Sans Unicode"/>
              </a:rPr>
              <a:t>r</a:t>
            </a:r>
            <a:r>
              <a:rPr dirty="0" sz="5000" spc="-380">
                <a:latin typeface="Lucida Sans Unicode"/>
                <a:cs typeface="Lucida Sans Unicode"/>
              </a:rPr>
              <a:t>e</a:t>
            </a:r>
            <a:r>
              <a:rPr dirty="0" sz="5000" spc="-400">
                <a:latin typeface="Lucida Sans Unicode"/>
                <a:cs typeface="Lucida Sans Unicode"/>
              </a:rPr>
              <a:t>d</a:t>
            </a:r>
            <a:r>
              <a:rPr dirty="0" sz="5000" spc="-555">
                <a:latin typeface="Lucida Sans Unicode"/>
                <a:cs typeface="Lucida Sans Unicode"/>
              </a:rPr>
              <a:t>i</a:t>
            </a:r>
            <a:r>
              <a:rPr dirty="0" sz="5000" spc="-445">
                <a:latin typeface="Lucida Sans Unicode"/>
                <a:cs typeface="Lucida Sans Unicode"/>
              </a:rPr>
              <a:t>c</a:t>
            </a:r>
            <a:r>
              <a:rPr dirty="0" sz="5000" spc="-330">
                <a:latin typeface="Lucida Sans Unicode"/>
                <a:cs typeface="Lucida Sans Unicode"/>
              </a:rPr>
              <a:t>t</a:t>
            </a:r>
            <a:r>
              <a:rPr dirty="0" sz="5000" spc="-555">
                <a:latin typeface="Lucida Sans Unicode"/>
                <a:cs typeface="Lucida Sans Unicode"/>
              </a:rPr>
              <a:t>i</a:t>
            </a:r>
            <a:r>
              <a:rPr dirty="0" sz="5000" spc="-400">
                <a:latin typeface="Lucida Sans Unicode"/>
                <a:cs typeface="Lucida Sans Unicode"/>
              </a:rPr>
              <a:t>o</a:t>
            </a:r>
            <a:r>
              <a:rPr dirty="0" sz="5000" spc="-55">
                <a:latin typeface="Lucida Sans Unicode"/>
                <a:cs typeface="Lucida Sans Unicode"/>
              </a:rPr>
              <a:t>n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520">
                <a:latin typeface="Lucida Sans Unicode"/>
                <a:cs typeface="Lucida Sans Unicode"/>
              </a:rPr>
              <a:t>m</a:t>
            </a:r>
            <a:r>
              <a:rPr dirty="0" sz="5000" spc="-509">
                <a:latin typeface="Lucida Sans Unicode"/>
                <a:cs typeface="Lucida Sans Unicode"/>
              </a:rPr>
              <a:t>od</a:t>
            </a:r>
            <a:r>
              <a:rPr dirty="0" sz="5000" spc="-490">
                <a:latin typeface="Lucida Sans Unicode"/>
                <a:cs typeface="Lucida Sans Unicode"/>
              </a:rPr>
              <a:t>e</a:t>
            </a:r>
            <a:r>
              <a:rPr dirty="0" sz="5000" spc="-715">
                <a:latin typeface="Lucida Sans Unicode"/>
                <a:cs typeface="Lucida Sans Unicode"/>
              </a:rPr>
              <a:t>l</a:t>
            </a:r>
            <a:r>
              <a:rPr dirty="0" sz="5000" spc="-165">
                <a:latin typeface="Lucida Sans Unicode"/>
                <a:cs typeface="Lucida Sans Unicode"/>
              </a:rPr>
              <a:t>s</a:t>
            </a:r>
            <a:endParaRPr sz="50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dirty="0" sz="5000" spc="-275">
                <a:latin typeface="Lucida Sans Unicode"/>
                <a:cs typeface="Lucida Sans Unicode"/>
              </a:rPr>
              <a:t>S</a:t>
            </a:r>
            <a:r>
              <a:rPr dirty="0" sz="5000" spc="-280">
                <a:latin typeface="Lucida Sans Unicode"/>
                <a:cs typeface="Lucida Sans Unicode"/>
              </a:rPr>
              <a:t>c</a:t>
            </a:r>
            <a:r>
              <a:rPr dirty="0" sz="5000" spc="-290">
                <a:latin typeface="Lucida Sans Unicode"/>
                <a:cs typeface="Lucida Sans Unicode"/>
              </a:rPr>
              <a:t>a</a:t>
            </a:r>
            <a:r>
              <a:rPr dirty="0" sz="5000" spc="-530">
                <a:latin typeface="Lucida Sans Unicode"/>
                <a:cs typeface="Lucida Sans Unicode"/>
              </a:rPr>
              <a:t>l</a:t>
            </a:r>
            <a:r>
              <a:rPr dirty="0" sz="5000" spc="-290">
                <a:latin typeface="Lucida Sans Unicode"/>
                <a:cs typeface="Lucida Sans Unicode"/>
              </a:rPr>
              <a:t>a</a:t>
            </a:r>
            <a:r>
              <a:rPr dirty="0" sz="5000" spc="-325">
                <a:latin typeface="Lucida Sans Unicode"/>
                <a:cs typeface="Lucida Sans Unicode"/>
              </a:rPr>
              <a:t>b</a:t>
            </a:r>
            <a:r>
              <a:rPr dirty="0" sz="5000" spc="-530">
                <a:latin typeface="Lucida Sans Unicode"/>
                <a:cs typeface="Lucida Sans Unicode"/>
              </a:rPr>
              <a:t>l</a:t>
            </a:r>
            <a:r>
              <a:rPr dirty="0" sz="5000" spc="20">
                <a:latin typeface="Lucida Sans Unicode"/>
                <a:cs typeface="Lucida Sans Unicode"/>
              </a:rPr>
              <a:t>e</a:t>
            </a:r>
            <a:r>
              <a:rPr dirty="0" sz="5000" spc="-869">
                <a:latin typeface="Lucida Sans Unicode"/>
                <a:cs typeface="Lucida Sans Unicode"/>
              </a:rPr>
              <a:t> </a:t>
            </a:r>
            <a:r>
              <a:rPr dirty="0" sz="5000" spc="-565">
                <a:latin typeface="Lucida Sans Unicode"/>
                <a:cs typeface="Lucida Sans Unicode"/>
              </a:rPr>
              <a:t>cloud-</a:t>
            </a:r>
            <a:r>
              <a:rPr dirty="0" sz="5000" spc="-310">
                <a:latin typeface="Lucida Sans Unicode"/>
                <a:cs typeface="Lucida Sans Unicode"/>
              </a:rPr>
              <a:t>based</a:t>
            </a:r>
            <a:r>
              <a:rPr dirty="0" sz="5000" spc="-869">
                <a:latin typeface="Lucida Sans Unicode"/>
                <a:cs typeface="Lucida Sans Unicode"/>
              </a:rPr>
              <a:t> </a:t>
            </a:r>
            <a:r>
              <a:rPr dirty="0" sz="5000" spc="-300">
                <a:latin typeface="Lucida Sans Unicode"/>
                <a:cs typeface="Lucida Sans Unicode"/>
              </a:rPr>
              <a:t>system</a:t>
            </a:r>
            <a:endParaRPr sz="5000">
              <a:latin typeface="Lucida Sans Unicode"/>
              <a:cs typeface="Lucida Sans Unicode"/>
            </a:endParaRPr>
          </a:p>
          <a:p>
            <a:pPr algn="ctr" marL="838200" marR="833119">
              <a:lnSpc>
                <a:spcPts val="6980"/>
              </a:lnSpc>
              <a:spcBef>
                <a:spcPts val="190"/>
              </a:spcBef>
            </a:pPr>
            <a:r>
              <a:rPr dirty="0" sz="5000" spc="-620">
                <a:latin typeface="Lucida Sans Unicode"/>
                <a:cs typeface="Lucida Sans Unicode"/>
              </a:rPr>
              <a:t>T</a:t>
            </a:r>
            <a:r>
              <a:rPr dirty="0" sz="5000" spc="-625">
                <a:latin typeface="Lucida Sans Unicode"/>
                <a:cs typeface="Lucida Sans Unicode"/>
              </a:rPr>
              <a:t>h</a:t>
            </a:r>
            <a:r>
              <a:rPr dirty="0" sz="5000" spc="-750">
                <a:latin typeface="Lucida Sans Unicode"/>
                <a:cs typeface="Lucida Sans Unicode"/>
              </a:rPr>
              <a:t>i</a:t>
            </a:r>
            <a:r>
              <a:rPr dirty="0" sz="5000" spc="-250">
                <a:latin typeface="Lucida Sans Unicode"/>
                <a:cs typeface="Lucida Sans Unicode"/>
              </a:rPr>
              <a:t>s</a:t>
            </a:r>
            <a:r>
              <a:rPr dirty="0" sz="5000" spc="-835">
                <a:latin typeface="Lucida Sans Unicode"/>
                <a:cs typeface="Lucida Sans Unicode"/>
              </a:rPr>
              <a:t> </a:t>
            </a:r>
            <a:r>
              <a:rPr dirty="0" sz="5000" spc="-330">
                <a:latin typeface="Lucida Sans Unicode"/>
                <a:cs typeface="Lucida Sans Unicode"/>
              </a:rPr>
              <a:t>t</a:t>
            </a:r>
            <a:r>
              <a:rPr dirty="0" sz="5000" spc="-380">
                <a:latin typeface="Lucida Sans Unicode"/>
                <a:cs typeface="Lucida Sans Unicode"/>
              </a:rPr>
              <a:t>e</a:t>
            </a:r>
            <a:r>
              <a:rPr dirty="0" sz="5000" spc="-355">
                <a:latin typeface="Lucida Sans Unicode"/>
                <a:cs typeface="Lucida Sans Unicode"/>
              </a:rPr>
              <a:t>c</a:t>
            </a:r>
            <a:r>
              <a:rPr dirty="0" sz="5000" spc="-430">
                <a:latin typeface="Lucida Sans Unicode"/>
                <a:cs typeface="Lucida Sans Unicode"/>
              </a:rPr>
              <a:t>hn</a:t>
            </a:r>
            <a:r>
              <a:rPr dirty="0" sz="5000" spc="-400">
                <a:latin typeface="Lucida Sans Unicode"/>
                <a:cs typeface="Lucida Sans Unicode"/>
              </a:rPr>
              <a:t>o</a:t>
            </a:r>
            <a:r>
              <a:rPr dirty="0" sz="5000" spc="-605">
                <a:latin typeface="Lucida Sans Unicode"/>
                <a:cs typeface="Lucida Sans Unicode"/>
              </a:rPr>
              <a:t>l</a:t>
            </a:r>
            <a:r>
              <a:rPr dirty="0" sz="5000" spc="-400">
                <a:latin typeface="Lucida Sans Unicode"/>
                <a:cs typeface="Lucida Sans Unicode"/>
              </a:rPr>
              <a:t>og</a:t>
            </a:r>
            <a:r>
              <a:rPr dirty="0" sz="5000" spc="-55">
                <a:latin typeface="Lucida Sans Unicode"/>
                <a:cs typeface="Lucida Sans Unicode"/>
              </a:rPr>
              <a:t>y</a:t>
            </a:r>
            <a:r>
              <a:rPr dirty="0" sz="5000" spc="-835">
                <a:latin typeface="Lucida Sans Unicode"/>
                <a:cs typeface="Lucida Sans Unicode"/>
              </a:rPr>
              <a:t> </a:t>
            </a:r>
            <a:r>
              <a:rPr dirty="0" sz="5000" spc="-175">
                <a:latin typeface="Lucida Sans Unicode"/>
                <a:cs typeface="Lucida Sans Unicode"/>
              </a:rPr>
              <a:t>can</a:t>
            </a:r>
            <a:r>
              <a:rPr dirty="0" sz="5000" spc="-835">
                <a:latin typeface="Lucida Sans Unicode"/>
                <a:cs typeface="Lucida Sans Unicode"/>
              </a:rPr>
              <a:t> </a:t>
            </a:r>
            <a:r>
              <a:rPr dirty="0" sz="5000" spc="-560">
                <a:latin typeface="Lucida Sans Unicode"/>
                <a:cs typeface="Lucida Sans Unicode"/>
              </a:rPr>
              <a:t>h</a:t>
            </a:r>
            <a:r>
              <a:rPr dirty="0" sz="5000" spc="-509">
                <a:latin typeface="Lucida Sans Unicode"/>
                <a:cs typeface="Lucida Sans Unicode"/>
              </a:rPr>
              <a:t>e</a:t>
            </a:r>
            <a:r>
              <a:rPr dirty="0" sz="5000" spc="-735">
                <a:latin typeface="Lucida Sans Unicode"/>
                <a:cs typeface="Lucida Sans Unicode"/>
              </a:rPr>
              <a:t>l</a:t>
            </a:r>
            <a:r>
              <a:rPr dirty="0" sz="5000" spc="-185">
                <a:latin typeface="Lucida Sans Unicode"/>
                <a:cs typeface="Lucida Sans Unicode"/>
              </a:rPr>
              <a:t>p</a:t>
            </a:r>
            <a:r>
              <a:rPr dirty="0" sz="5000" spc="-835">
                <a:latin typeface="Lucida Sans Unicode"/>
                <a:cs typeface="Lucida Sans Unicode"/>
              </a:rPr>
              <a:t> </a:t>
            </a:r>
            <a:r>
              <a:rPr dirty="0" sz="5000" spc="-550">
                <a:latin typeface="Lucida Sans Unicode"/>
                <a:cs typeface="Lucida Sans Unicode"/>
              </a:rPr>
              <a:t>i</a:t>
            </a:r>
            <a:r>
              <a:rPr dirty="0" sz="5000" spc="-535">
                <a:latin typeface="Lucida Sans Unicode"/>
                <a:cs typeface="Lucida Sans Unicode"/>
              </a:rPr>
              <a:t>n</a:t>
            </a:r>
            <a:r>
              <a:rPr dirty="0" sz="5000" spc="-480">
                <a:latin typeface="Lucida Sans Unicode"/>
                <a:cs typeface="Lucida Sans Unicode"/>
              </a:rPr>
              <a:t>v</a:t>
            </a:r>
            <a:r>
              <a:rPr dirty="0" sz="5000" spc="-375">
                <a:latin typeface="Lucida Sans Unicode"/>
                <a:cs typeface="Lucida Sans Unicode"/>
              </a:rPr>
              <a:t>e</a:t>
            </a:r>
            <a:r>
              <a:rPr dirty="0" sz="5000" spc="-500">
                <a:latin typeface="Lucida Sans Unicode"/>
                <a:cs typeface="Lucida Sans Unicode"/>
              </a:rPr>
              <a:t>s</a:t>
            </a:r>
            <a:r>
              <a:rPr dirty="0" sz="5000" spc="-325">
                <a:latin typeface="Lucida Sans Unicode"/>
                <a:cs typeface="Lucida Sans Unicode"/>
              </a:rPr>
              <a:t>t</a:t>
            </a:r>
            <a:r>
              <a:rPr dirty="0" sz="5000" spc="-395">
                <a:latin typeface="Lucida Sans Unicode"/>
                <a:cs typeface="Lucida Sans Unicode"/>
              </a:rPr>
              <a:t>o</a:t>
            </a:r>
            <a:r>
              <a:rPr dirty="0" sz="5000" spc="-450">
                <a:latin typeface="Lucida Sans Unicode"/>
                <a:cs typeface="Lucida Sans Unicode"/>
              </a:rPr>
              <a:t>r</a:t>
            </a:r>
            <a:r>
              <a:rPr dirty="0" sz="5000" spc="-50">
                <a:latin typeface="Lucida Sans Unicode"/>
                <a:cs typeface="Lucida Sans Unicode"/>
              </a:rPr>
              <a:t>s</a:t>
            </a:r>
            <a:r>
              <a:rPr dirty="0" sz="5000" spc="-835">
                <a:latin typeface="Lucida Sans Unicode"/>
                <a:cs typeface="Lucida Sans Unicode"/>
              </a:rPr>
              <a:t> </a:t>
            </a:r>
            <a:r>
              <a:rPr dirty="0" sz="5000" spc="-490">
                <a:latin typeface="Lucida Sans Unicode"/>
                <a:cs typeface="Lucida Sans Unicode"/>
              </a:rPr>
              <a:t>m</a:t>
            </a:r>
            <a:r>
              <a:rPr dirty="0" sz="5000" spc="-445">
                <a:latin typeface="Lucida Sans Unicode"/>
                <a:cs typeface="Lucida Sans Unicode"/>
              </a:rPr>
              <a:t>a</a:t>
            </a:r>
            <a:r>
              <a:rPr dirty="0" sz="5000" spc="-855">
                <a:latin typeface="Lucida Sans Unicode"/>
                <a:cs typeface="Lucida Sans Unicode"/>
              </a:rPr>
              <a:t>k</a:t>
            </a:r>
            <a:r>
              <a:rPr dirty="0" sz="5000" spc="-135">
                <a:latin typeface="Lucida Sans Unicode"/>
                <a:cs typeface="Lucida Sans Unicode"/>
              </a:rPr>
              <a:t>e</a:t>
            </a:r>
            <a:r>
              <a:rPr dirty="0" sz="5000" spc="-830">
                <a:latin typeface="Lucida Sans Unicode"/>
                <a:cs typeface="Lucida Sans Unicode"/>
              </a:rPr>
              <a:t> </a:t>
            </a:r>
            <a:r>
              <a:rPr dirty="0" sz="5000" spc="-150">
                <a:latin typeface="Lucida Sans Unicode"/>
                <a:cs typeface="Lucida Sans Unicode"/>
              </a:rPr>
              <a:t>better</a:t>
            </a:r>
            <a:r>
              <a:rPr dirty="0" sz="5000" spc="-840">
                <a:latin typeface="Lucida Sans Unicode"/>
                <a:cs typeface="Lucida Sans Unicode"/>
              </a:rPr>
              <a:t> </a:t>
            </a:r>
            <a:r>
              <a:rPr dirty="0" sz="5000" spc="-560">
                <a:latin typeface="Lucida Sans Unicode"/>
                <a:cs typeface="Lucida Sans Unicode"/>
              </a:rPr>
              <a:t>i</a:t>
            </a:r>
            <a:r>
              <a:rPr dirty="0" sz="5000" spc="-545">
                <a:latin typeface="Lucida Sans Unicode"/>
                <a:cs typeface="Lucida Sans Unicode"/>
              </a:rPr>
              <a:t>n</a:t>
            </a:r>
            <a:r>
              <a:rPr dirty="0" sz="5000" spc="-490">
                <a:latin typeface="Lucida Sans Unicode"/>
                <a:cs typeface="Lucida Sans Unicode"/>
              </a:rPr>
              <a:t>v</a:t>
            </a:r>
            <a:r>
              <a:rPr dirty="0" sz="5000" spc="-385">
                <a:latin typeface="Lucida Sans Unicode"/>
                <a:cs typeface="Lucida Sans Unicode"/>
              </a:rPr>
              <a:t>e</a:t>
            </a:r>
            <a:r>
              <a:rPr dirty="0" sz="5000" spc="-509">
                <a:latin typeface="Lucida Sans Unicode"/>
                <a:cs typeface="Lucida Sans Unicode"/>
              </a:rPr>
              <a:t>s</a:t>
            </a:r>
            <a:r>
              <a:rPr dirty="0" sz="5000" spc="-335">
                <a:latin typeface="Lucida Sans Unicode"/>
                <a:cs typeface="Lucida Sans Unicode"/>
              </a:rPr>
              <a:t>t</a:t>
            </a:r>
            <a:r>
              <a:rPr dirty="0" sz="5000" spc="-415">
                <a:latin typeface="Lucida Sans Unicode"/>
                <a:cs typeface="Lucida Sans Unicode"/>
              </a:rPr>
              <a:t>m</a:t>
            </a:r>
            <a:r>
              <a:rPr dirty="0" sz="5000" spc="-385">
                <a:latin typeface="Lucida Sans Unicode"/>
                <a:cs typeface="Lucida Sans Unicode"/>
              </a:rPr>
              <a:t>e</a:t>
            </a:r>
            <a:r>
              <a:rPr dirty="0" sz="5000" spc="-545">
                <a:latin typeface="Lucida Sans Unicode"/>
                <a:cs typeface="Lucida Sans Unicode"/>
              </a:rPr>
              <a:t>n</a:t>
            </a:r>
            <a:r>
              <a:rPr dirty="0" sz="5000" spc="-60">
                <a:latin typeface="Lucida Sans Unicode"/>
                <a:cs typeface="Lucida Sans Unicode"/>
              </a:rPr>
              <a:t>t</a:t>
            </a:r>
            <a:r>
              <a:rPr dirty="0" sz="5000" spc="-425">
                <a:latin typeface="Lucida Sans Unicode"/>
                <a:cs typeface="Lucida Sans Unicode"/>
              </a:rPr>
              <a:t> </a:t>
            </a:r>
            <a:r>
              <a:rPr dirty="0" sz="5000" spc="-515">
                <a:latin typeface="Lucida Sans Unicode"/>
                <a:cs typeface="Lucida Sans Unicode"/>
              </a:rPr>
              <a:t>d</a:t>
            </a:r>
            <a:r>
              <a:rPr dirty="0" sz="5000" spc="-495">
                <a:latin typeface="Lucida Sans Unicode"/>
                <a:cs typeface="Lucida Sans Unicode"/>
              </a:rPr>
              <a:t>e</a:t>
            </a:r>
            <a:r>
              <a:rPr dirty="0" sz="5000" spc="-470">
                <a:latin typeface="Lucida Sans Unicode"/>
                <a:cs typeface="Lucida Sans Unicode"/>
              </a:rPr>
              <a:t>c</a:t>
            </a:r>
            <a:r>
              <a:rPr dirty="0" sz="5000" spc="-670">
                <a:latin typeface="Lucida Sans Unicode"/>
                <a:cs typeface="Lucida Sans Unicode"/>
              </a:rPr>
              <a:t>i</a:t>
            </a:r>
            <a:r>
              <a:rPr dirty="0" sz="5000" spc="-515">
                <a:latin typeface="Lucida Sans Unicode"/>
                <a:cs typeface="Lucida Sans Unicode"/>
              </a:rPr>
              <a:t>s</a:t>
            </a:r>
            <a:r>
              <a:rPr dirty="0" sz="5000" spc="-670">
                <a:latin typeface="Lucida Sans Unicode"/>
                <a:cs typeface="Lucida Sans Unicode"/>
              </a:rPr>
              <a:t>i</a:t>
            </a:r>
            <a:r>
              <a:rPr dirty="0" sz="5000" spc="-515">
                <a:latin typeface="Lucida Sans Unicode"/>
                <a:cs typeface="Lucida Sans Unicode"/>
              </a:rPr>
              <a:t>o</a:t>
            </a:r>
            <a:r>
              <a:rPr dirty="0" sz="5000" spc="-545">
                <a:latin typeface="Lucida Sans Unicode"/>
                <a:cs typeface="Lucida Sans Unicode"/>
              </a:rPr>
              <a:t>n</a:t>
            </a:r>
            <a:r>
              <a:rPr dirty="0" sz="5000" spc="-570">
                <a:latin typeface="Lucida Sans Unicode"/>
                <a:cs typeface="Lucida Sans Unicode"/>
              </a:rPr>
              <a:t>s</a:t>
            </a:r>
            <a:r>
              <a:rPr dirty="0" sz="5000" spc="-170">
                <a:latin typeface="Lucida Sans Unicode"/>
                <a:cs typeface="Lucida Sans Unicode"/>
              </a:rPr>
              <a:t>.</a:t>
            </a:r>
            <a:endParaRPr sz="5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0" spc="-965"/>
              <a:t>T</a:t>
            </a:r>
            <a:r>
              <a:rPr dirty="0" sz="16000" spc="-1040"/>
              <a:t>h</a:t>
            </a:r>
            <a:r>
              <a:rPr dirty="0" sz="16000" spc="-860"/>
              <a:t>a</a:t>
            </a:r>
            <a:r>
              <a:rPr dirty="0" sz="16000" spc="-1040"/>
              <a:t>n</a:t>
            </a:r>
            <a:r>
              <a:rPr dirty="0" sz="16000" spc="60"/>
              <a:t>k</a:t>
            </a:r>
            <a:r>
              <a:rPr dirty="0" sz="16000" spc="-2950"/>
              <a:t> </a:t>
            </a:r>
            <a:r>
              <a:rPr dirty="0" sz="16000" spc="-1190"/>
              <a:t>Y</a:t>
            </a:r>
            <a:r>
              <a:rPr dirty="0" sz="16000" spc="-1200"/>
              <a:t>o</a:t>
            </a:r>
            <a:r>
              <a:rPr dirty="0" sz="16000" spc="-155"/>
              <a:t>u</a:t>
            </a:r>
            <a:endParaRPr sz="16000"/>
          </a:p>
        </p:txBody>
      </p:sp>
      <p:grpSp>
        <p:nvGrpSpPr>
          <p:cNvPr id="3" name="object 3" descr=""/>
          <p:cNvGrpSpPr/>
          <p:nvPr/>
        </p:nvGrpSpPr>
        <p:grpSpPr>
          <a:xfrm>
            <a:off x="9637027" y="2533314"/>
            <a:ext cx="7806055" cy="6497320"/>
            <a:chOff x="9637027" y="2533314"/>
            <a:chExt cx="7806055" cy="6497320"/>
          </a:xfrm>
        </p:grpSpPr>
        <p:sp>
          <p:nvSpPr>
            <p:cNvPr id="4" name="object 4" descr=""/>
            <p:cNvSpPr/>
            <p:nvPr/>
          </p:nvSpPr>
          <p:spPr>
            <a:xfrm>
              <a:off x="13375310" y="6006959"/>
              <a:ext cx="4067810" cy="2987675"/>
            </a:xfrm>
            <a:custGeom>
              <a:avLst/>
              <a:gdLst/>
              <a:ahLst/>
              <a:cxnLst/>
              <a:rect l="l" t="t" r="r" b="b"/>
              <a:pathLst>
                <a:path w="4067809" h="2987675">
                  <a:moveTo>
                    <a:pt x="4067441" y="359181"/>
                  </a:moveTo>
                  <a:lnTo>
                    <a:pt x="4054144" y="299262"/>
                  </a:lnTo>
                  <a:lnTo>
                    <a:pt x="4010291" y="259105"/>
                  </a:lnTo>
                  <a:lnTo>
                    <a:pt x="2189607" y="15265"/>
                  </a:lnTo>
                  <a:lnTo>
                    <a:pt x="2100541" y="3568"/>
                  </a:lnTo>
                  <a:lnTo>
                    <a:pt x="2053971" y="0"/>
                  </a:lnTo>
                  <a:lnTo>
                    <a:pt x="2007336" y="1460"/>
                  </a:lnTo>
                  <a:lnTo>
                    <a:pt x="1961159" y="7848"/>
                  </a:lnTo>
                  <a:lnTo>
                    <a:pt x="1915896" y="19062"/>
                  </a:lnTo>
                  <a:lnTo>
                    <a:pt x="1872068" y="35013"/>
                  </a:lnTo>
                  <a:lnTo>
                    <a:pt x="1830158" y="55600"/>
                  </a:lnTo>
                  <a:lnTo>
                    <a:pt x="716876" y="679589"/>
                  </a:lnTo>
                  <a:lnTo>
                    <a:pt x="0" y="2980728"/>
                  </a:lnTo>
                  <a:lnTo>
                    <a:pt x="1054" y="2984081"/>
                  </a:lnTo>
                  <a:lnTo>
                    <a:pt x="5016" y="2987078"/>
                  </a:lnTo>
                  <a:lnTo>
                    <a:pt x="6642" y="2987611"/>
                  </a:lnTo>
                  <a:lnTo>
                    <a:pt x="9702" y="2987611"/>
                  </a:lnTo>
                  <a:lnTo>
                    <a:pt x="11137" y="2987217"/>
                  </a:lnTo>
                  <a:lnTo>
                    <a:pt x="50419" y="2962211"/>
                  </a:lnTo>
                  <a:lnTo>
                    <a:pt x="4021290" y="434555"/>
                  </a:lnTo>
                  <a:lnTo>
                    <a:pt x="4044670" y="414121"/>
                  </a:lnTo>
                  <a:lnTo>
                    <a:pt x="4060304" y="388416"/>
                  </a:lnTo>
                  <a:lnTo>
                    <a:pt x="4067441" y="359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949716" y="3388631"/>
              <a:ext cx="4867275" cy="5633720"/>
            </a:xfrm>
            <a:custGeom>
              <a:avLst/>
              <a:gdLst/>
              <a:ahLst/>
              <a:cxnLst/>
              <a:rect l="l" t="t" r="r" b="b"/>
              <a:pathLst>
                <a:path w="4867275" h="5633720">
                  <a:moveTo>
                    <a:pt x="2303338" y="5633679"/>
                  </a:moveTo>
                  <a:lnTo>
                    <a:pt x="2258871" y="5626805"/>
                  </a:lnTo>
                  <a:lnTo>
                    <a:pt x="133785" y="5070813"/>
                  </a:lnTo>
                  <a:lnTo>
                    <a:pt x="98263" y="5056010"/>
                  </a:lnTo>
                  <a:lnTo>
                    <a:pt x="0" y="4963655"/>
                  </a:lnTo>
                  <a:lnTo>
                    <a:pt x="4746009" y="0"/>
                  </a:lnTo>
                  <a:lnTo>
                    <a:pt x="4824046" y="77694"/>
                  </a:lnTo>
                  <a:lnTo>
                    <a:pt x="4849638" y="110331"/>
                  </a:lnTo>
                  <a:lnTo>
                    <a:pt x="4864565" y="149114"/>
                  </a:lnTo>
                  <a:lnTo>
                    <a:pt x="4867153" y="191409"/>
                  </a:lnTo>
                  <a:lnTo>
                    <a:pt x="4855725" y="234582"/>
                  </a:lnTo>
                  <a:lnTo>
                    <a:pt x="2513934" y="5504156"/>
                  </a:lnTo>
                  <a:lnTo>
                    <a:pt x="2491553" y="5543176"/>
                  </a:lnTo>
                  <a:lnTo>
                    <a:pt x="2462478" y="5575996"/>
                  </a:lnTo>
                  <a:lnTo>
                    <a:pt x="2427913" y="5602035"/>
                  </a:lnTo>
                  <a:lnTo>
                    <a:pt x="2389064" y="5620715"/>
                  </a:lnTo>
                  <a:lnTo>
                    <a:pt x="2347137" y="5631456"/>
                  </a:lnTo>
                  <a:lnTo>
                    <a:pt x="2303338" y="5633679"/>
                  </a:lnTo>
                  <a:close/>
                </a:path>
              </a:pathLst>
            </a:custGeom>
            <a:solidFill>
              <a:srgbClr val="F453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941302" y="3380970"/>
              <a:ext cx="4883150" cy="5649595"/>
            </a:xfrm>
            <a:custGeom>
              <a:avLst/>
              <a:gdLst/>
              <a:ahLst/>
              <a:cxnLst/>
              <a:rect l="l" t="t" r="r" b="b"/>
              <a:pathLst>
                <a:path w="4883150" h="5649595">
                  <a:moveTo>
                    <a:pt x="2323258" y="5649366"/>
                  </a:moveTo>
                  <a:lnTo>
                    <a:pt x="2279854" y="5645195"/>
                  </a:lnTo>
                  <a:lnTo>
                    <a:pt x="140241" y="5085891"/>
                  </a:lnTo>
                  <a:lnTo>
                    <a:pt x="103918" y="5070921"/>
                  </a:lnTo>
                  <a:lnTo>
                    <a:pt x="72950" y="5046819"/>
                  </a:lnTo>
                  <a:lnTo>
                    <a:pt x="72500" y="5046445"/>
                  </a:lnTo>
                  <a:lnTo>
                    <a:pt x="37" y="4973788"/>
                  </a:lnTo>
                  <a:lnTo>
                    <a:pt x="0" y="4969030"/>
                  </a:lnTo>
                  <a:lnTo>
                    <a:pt x="4750399" y="767"/>
                  </a:lnTo>
                  <a:lnTo>
                    <a:pt x="4750535" y="767"/>
                  </a:lnTo>
                  <a:lnTo>
                    <a:pt x="4752289" y="0"/>
                  </a:lnTo>
                  <a:lnTo>
                    <a:pt x="4756110" y="0"/>
                  </a:lnTo>
                  <a:lnTo>
                    <a:pt x="4758367" y="767"/>
                  </a:lnTo>
                  <a:lnTo>
                    <a:pt x="4759838" y="2210"/>
                  </a:lnTo>
                  <a:lnTo>
                    <a:pt x="4776321" y="18618"/>
                  </a:lnTo>
                  <a:lnTo>
                    <a:pt x="4754564" y="18618"/>
                  </a:lnTo>
                  <a:lnTo>
                    <a:pt x="19141" y="4971204"/>
                  </a:lnTo>
                  <a:lnTo>
                    <a:pt x="82459" y="5034681"/>
                  </a:lnTo>
                  <a:lnTo>
                    <a:pt x="83012" y="5035150"/>
                  </a:lnTo>
                  <a:lnTo>
                    <a:pt x="83284" y="5035421"/>
                  </a:lnTo>
                  <a:lnTo>
                    <a:pt x="127179" y="5065339"/>
                  </a:lnTo>
                  <a:lnTo>
                    <a:pt x="2269243" y="5627038"/>
                  </a:lnTo>
                  <a:lnTo>
                    <a:pt x="2319416" y="5633992"/>
                  </a:lnTo>
                  <a:lnTo>
                    <a:pt x="2400943" y="5633992"/>
                  </a:lnTo>
                  <a:lnTo>
                    <a:pt x="2374756" y="5643397"/>
                  </a:lnTo>
                  <a:lnTo>
                    <a:pt x="2323258" y="5649366"/>
                  </a:lnTo>
                  <a:close/>
                </a:path>
                <a:path w="4883150" h="5649595">
                  <a:moveTo>
                    <a:pt x="2400943" y="5633992"/>
                  </a:moveTo>
                  <a:lnTo>
                    <a:pt x="2319416" y="5633992"/>
                  </a:lnTo>
                  <a:lnTo>
                    <a:pt x="2368312" y="5629128"/>
                  </a:lnTo>
                  <a:lnTo>
                    <a:pt x="2414140" y="5613306"/>
                  </a:lnTo>
                  <a:lnTo>
                    <a:pt x="2455113" y="5587388"/>
                  </a:lnTo>
                  <a:lnTo>
                    <a:pt x="2489439" y="5552231"/>
                  </a:lnTo>
                  <a:lnTo>
                    <a:pt x="2515330" y="5508698"/>
                  </a:lnTo>
                  <a:lnTo>
                    <a:pt x="4857121" y="239125"/>
                  </a:lnTo>
                  <a:lnTo>
                    <a:pt x="4867828" y="199771"/>
                  </a:lnTo>
                  <a:lnTo>
                    <a:pt x="4866075" y="160309"/>
                  </a:lnTo>
                  <a:lnTo>
                    <a:pt x="4852363" y="123206"/>
                  </a:lnTo>
                  <a:lnTo>
                    <a:pt x="4827195" y="90928"/>
                  </a:lnTo>
                  <a:lnTo>
                    <a:pt x="4754564" y="18618"/>
                  </a:lnTo>
                  <a:lnTo>
                    <a:pt x="4776321" y="18618"/>
                  </a:lnTo>
                  <a:lnTo>
                    <a:pt x="4837811" y="79830"/>
                  </a:lnTo>
                  <a:lnTo>
                    <a:pt x="4865543" y="115728"/>
                  </a:lnTo>
                  <a:lnTo>
                    <a:pt x="4880772" y="157407"/>
                  </a:lnTo>
                  <a:lnTo>
                    <a:pt x="4882766" y="199771"/>
                  </a:lnTo>
                  <a:lnTo>
                    <a:pt x="4882856" y="201678"/>
                  </a:lnTo>
                  <a:lnTo>
                    <a:pt x="4871157" y="245353"/>
                  </a:lnTo>
                  <a:lnTo>
                    <a:pt x="2529366" y="5514927"/>
                  </a:lnTo>
                  <a:lnTo>
                    <a:pt x="2502086" y="5560972"/>
                  </a:lnTo>
                  <a:lnTo>
                    <a:pt x="2466003" y="5598320"/>
                  </a:lnTo>
                  <a:lnTo>
                    <a:pt x="2422948" y="5626088"/>
                  </a:lnTo>
                  <a:lnTo>
                    <a:pt x="2400943" y="5633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901149" y="3293544"/>
              <a:ext cx="4836795" cy="5650230"/>
            </a:xfrm>
            <a:custGeom>
              <a:avLst/>
              <a:gdLst/>
              <a:ahLst/>
              <a:cxnLst/>
              <a:rect l="l" t="t" r="r" b="b"/>
              <a:pathLst>
                <a:path w="4836794" h="5650230">
                  <a:moveTo>
                    <a:pt x="2272406" y="5649737"/>
                  </a:moveTo>
                  <a:lnTo>
                    <a:pt x="2227975" y="5642848"/>
                  </a:lnTo>
                  <a:lnTo>
                    <a:pt x="102786" y="5086800"/>
                  </a:lnTo>
                  <a:lnTo>
                    <a:pt x="57539" y="5065743"/>
                  </a:lnTo>
                  <a:lnTo>
                    <a:pt x="24048" y="5031674"/>
                  </a:lnTo>
                  <a:lnTo>
                    <a:pt x="4230" y="4988749"/>
                  </a:lnTo>
                  <a:lnTo>
                    <a:pt x="0" y="4941125"/>
                  </a:lnTo>
                  <a:lnTo>
                    <a:pt x="13271" y="4892956"/>
                  </a:lnTo>
                  <a:lnTo>
                    <a:pt x="2314876" y="123397"/>
                  </a:lnTo>
                  <a:lnTo>
                    <a:pt x="2342009" y="80642"/>
                  </a:lnTo>
                  <a:lnTo>
                    <a:pt x="2377508" y="45886"/>
                  </a:lnTo>
                  <a:lnTo>
                    <a:pt x="2419677" y="20168"/>
                  </a:lnTo>
                  <a:lnTo>
                    <a:pt x="2466821" y="4526"/>
                  </a:lnTo>
                  <a:lnTo>
                    <a:pt x="2517246" y="0"/>
                  </a:lnTo>
                  <a:lnTo>
                    <a:pt x="4702005" y="56323"/>
                  </a:lnTo>
                  <a:lnTo>
                    <a:pt x="4748049" y="65311"/>
                  </a:lnTo>
                  <a:lnTo>
                    <a:pt x="4786463" y="87767"/>
                  </a:lnTo>
                  <a:lnTo>
                    <a:pt x="4815299" y="120609"/>
                  </a:lnTo>
                  <a:lnTo>
                    <a:pt x="4832606" y="160754"/>
                  </a:lnTo>
                  <a:lnTo>
                    <a:pt x="4836436" y="205120"/>
                  </a:lnTo>
                  <a:lnTo>
                    <a:pt x="4824838" y="250635"/>
                  </a:lnTo>
                  <a:lnTo>
                    <a:pt x="2483010" y="5520218"/>
                  </a:lnTo>
                  <a:lnTo>
                    <a:pt x="2460631" y="5559220"/>
                  </a:lnTo>
                  <a:lnTo>
                    <a:pt x="2431548" y="5592035"/>
                  </a:lnTo>
                  <a:lnTo>
                    <a:pt x="2396972" y="5618079"/>
                  </a:lnTo>
                  <a:lnTo>
                    <a:pt x="2358116" y="5636768"/>
                  </a:lnTo>
                  <a:lnTo>
                    <a:pt x="2316190" y="5647516"/>
                  </a:lnTo>
                  <a:lnTo>
                    <a:pt x="2272406" y="5649737"/>
                  </a:lnTo>
                  <a:close/>
                </a:path>
              </a:pathLst>
            </a:custGeom>
            <a:solidFill>
              <a:srgbClr val="C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92986" y="3285874"/>
              <a:ext cx="4852670" cy="5665470"/>
            </a:xfrm>
            <a:custGeom>
              <a:avLst/>
              <a:gdLst/>
              <a:ahLst/>
              <a:cxnLst/>
              <a:rect l="l" t="t" r="r" b="b"/>
              <a:pathLst>
                <a:path w="4852669" h="5665470">
                  <a:moveTo>
                    <a:pt x="2292176" y="5665465"/>
                  </a:moveTo>
                  <a:lnTo>
                    <a:pt x="2248712" y="5661257"/>
                  </a:lnTo>
                  <a:lnTo>
                    <a:pt x="109001" y="5101897"/>
                  </a:lnTo>
                  <a:lnTo>
                    <a:pt x="52328" y="5072745"/>
                  </a:lnTo>
                  <a:lnTo>
                    <a:pt x="13573" y="5022085"/>
                  </a:lnTo>
                  <a:lnTo>
                    <a:pt x="0" y="4959581"/>
                  </a:lnTo>
                  <a:lnTo>
                    <a:pt x="3752" y="4927867"/>
                  </a:lnTo>
                  <a:lnTo>
                    <a:pt x="2316134" y="127733"/>
                  </a:lnTo>
                  <a:lnTo>
                    <a:pt x="2344208" y="83512"/>
                  </a:lnTo>
                  <a:lnTo>
                    <a:pt x="2380968" y="47539"/>
                  </a:lnTo>
                  <a:lnTo>
                    <a:pt x="2424640" y="20903"/>
                  </a:lnTo>
                  <a:lnTo>
                    <a:pt x="2473450" y="4693"/>
                  </a:lnTo>
                  <a:lnTo>
                    <a:pt x="2525625" y="0"/>
                  </a:lnTo>
                  <a:lnTo>
                    <a:pt x="3118118" y="15274"/>
                  </a:lnTo>
                  <a:lnTo>
                    <a:pt x="2519572" y="15274"/>
                  </a:lnTo>
                  <a:lnTo>
                    <a:pt x="2472312" y="20670"/>
                  </a:lnTo>
                  <a:lnTo>
                    <a:pt x="2428169" y="36228"/>
                  </a:lnTo>
                  <a:lnTo>
                    <a:pt x="2388693" y="61000"/>
                  </a:lnTo>
                  <a:lnTo>
                    <a:pt x="2355438" y="94040"/>
                  </a:lnTo>
                  <a:lnTo>
                    <a:pt x="2329954" y="134401"/>
                  </a:lnTo>
                  <a:lnTo>
                    <a:pt x="28339" y="4903969"/>
                  </a:lnTo>
                  <a:lnTo>
                    <a:pt x="15368" y="4959581"/>
                  </a:lnTo>
                  <a:lnTo>
                    <a:pt x="18278" y="4988137"/>
                  </a:lnTo>
                  <a:lnTo>
                    <a:pt x="42459" y="5040393"/>
                  </a:lnTo>
                  <a:lnTo>
                    <a:pt x="85891" y="5076720"/>
                  </a:lnTo>
                  <a:lnTo>
                    <a:pt x="2238068" y="5643082"/>
                  </a:lnTo>
                  <a:lnTo>
                    <a:pt x="2288239" y="5650062"/>
                  </a:lnTo>
                  <a:lnTo>
                    <a:pt x="2369906" y="5650062"/>
                  </a:lnTo>
                  <a:lnTo>
                    <a:pt x="2343643" y="5659499"/>
                  </a:lnTo>
                  <a:lnTo>
                    <a:pt x="2292176" y="5665465"/>
                  </a:lnTo>
                  <a:close/>
                </a:path>
                <a:path w="4852669" h="5665470">
                  <a:moveTo>
                    <a:pt x="2369906" y="5650062"/>
                  </a:moveTo>
                  <a:lnTo>
                    <a:pt x="2288239" y="5650062"/>
                  </a:lnTo>
                  <a:lnTo>
                    <a:pt x="2337128" y="5645212"/>
                  </a:lnTo>
                  <a:lnTo>
                    <a:pt x="2382950" y="5629396"/>
                  </a:lnTo>
                  <a:lnTo>
                    <a:pt x="2423916" y="5603475"/>
                  </a:lnTo>
                  <a:lnTo>
                    <a:pt x="2458241" y="5568312"/>
                  </a:lnTo>
                  <a:lnTo>
                    <a:pt x="2484137" y="5524770"/>
                  </a:lnTo>
                  <a:lnTo>
                    <a:pt x="4825984" y="255196"/>
                  </a:lnTo>
                  <a:lnTo>
                    <a:pt x="4836874" y="192599"/>
                  </a:lnTo>
                  <a:lnTo>
                    <a:pt x="4830698" y="161455"/>
                  </a:lnTo>
                  <a:lnTo>
                    <a:pt x="4796482" y="107416"/>
                  </a:lnTo>
                  <a:lnTo>
                    <a:pt x="4741793" y="76418"/>
                  </a:lnTo>
                  <a:lnTo>
                    <a:pt x="2522297" y="15274"/>
                  </a:lnTo>
                  <a:lnTo>
                    <a:pt x="3118118" y="15274"/>
                  </a:lnTo>
                  <a:lnTo>
                    <a:pt x="4710365" y="56323"/>
                  </a:lnTo>
                  <a:lnTo>
                    <a:pt x="4778608" y="75201"/>
                  </a:lnTo>
                  <a:lnTo>
                    <a:pt x="4829881" y="124071"/>
                  </a:lnTo>
                  <a:lnTo>
                    <a:pt x="4852184" y="191464"/>
                  </a:lnTo>
                  <a:lnTo>
                    <a:pt x="4850593" y="224313"/>
                  </a:lnTo>
                  <a:lnTo>
                    <a:pt x="4850468" y="226900"/>
                  </a:lnTo>
                  <a:lnTo>
                    <a:pt x="2498200" y="5531007"/>
                  </a:lnTo>
                  <a:lnTo>
                    <a:pt x="2470920" y="5577063"/>
                  </a:lnTo>
                  <a:lnTo>
                    <a:pt x="2434846" y="5614417"/>
                  </a:lnTo>
                  <a:lnTo>
                    <a:pt x="2391810" y="5642190"/>
                  </a:lnTo>
                  <a:lnTo>
                    <a:pt x="2369906" y="5650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005337" y="3397987"/>
              <a:ext cx="4627880" cy="5441315"/>
            </a:xfrm>
            <a:custGeom>
              <a:avLst/>
              <a:gdLst/>
              <a:ahLst/>
              <a:cxnLst/>
              <a:rect l="l" t="t" r="r" b="b"/>
              <a:pathLst>
                <a:path w="4627880" h="5441315">
                  <a:moveTo>
                    <a:pt x="2179123" y="5440988"/>
                  </a:moveTo>
                  <a:lnTo>
                    <a:pt x="25142" y="4881240"/>
                  </a:lnTo>
                  <a:lnTo>
                    <a:pt x="0" y="4851037"/>
                  </a:lnTo>
                  <a:lnTo>
                    <a:pt x="385" y="4842993"/>
                  </a:lnTo>
                  <a:lnTo>
                    <a:pt x="2304842" y="64414"/>
                  </a:lnTo>
                  <a:lnTo>
                    <a:pt x="2346926" y="17537"/>
                  </a:lnTo>
                  <a:lnTo>
                    <a:pt x="2407427" y="0"/>
                  </a:lnTo>
                  <a:lnTo>
                    <a:pt x="4595063" y="56351"/>
                  </a:lnTo>
                  <a:lnTo>
                    <a:pt x="4627590" y="84646"/>
                  </a:lnTo>
                  <a:lnTo>
                    <a:pt x="4627840" y="93534"/>
                  </a:lnTo>
                  <a:lnTo>
                    <a:pt x="4625007" y="103730"/>
                  </a:lnTo>
                  <a:lnTo>
                    <a:pt x="2283217" y="5373304"/>
                  </a:lnTo>
                  <a:lnTo>
                    <a:pt x="2241181" y="5422564"/>
                  </a:lnTo>
                  <a:lnTo>
                    <a:pt x="2179123" y="5440988"/>
                  </a:lnTo>
                  <a:close/>
                </a:path>
              </a:pathLst>
            </a:custGeom>
            <a:solidFill>
              <a:srgbClr val="C7F4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901147" y="3390327"/>
              <a:ext cx="4740275" cy="5456555"/>
            </a:xfrm>
            <a:custGeom>
              <a:avLst/>
              <a:gdLst/>
              <a:ahLst/>
              <a:cxnLst/>
              <a:rect l="l" t="t" r="r" b="b"/>
              <a:pathLst>
                <a:path w="4740275" h="5456555">
                  <a:moveTo>
                    <a:pt x="4739678" y="102006"/>
                  </a:moveTo>
                  <a:lnTo>
                    <a:pt x="4739640" y="100787"/>
                  </a:lnTo>
                  <a:lnTo>
                    <a:pt x="4739373" y="91084"/>
                  </a:lnTo>
                  <a:lnTo>
                    <a:pt x="4736770" y="82156"/>
                  </a:lnTo>
                  <a:lnTo>
                    <a:pt x="4733366" y="75615"/>
                  </a:lnTo>
                  <a:lnTo>
                    <a:pt x="4728896" y="69723"/>
                  </a:lnTo>
                  <a:lnTo>
                    <a:pt x="4724336" y="65684"/>
                  </a:lnTo>
                  <a:lnTo>
                    <a:pt x="4724336" y="100787"/>
                  </a:lnTo>
                  <a:lnTo>
                    <a:pt x="4722165" y="108280"/>
                  </a:lnTo>
                  <a:lnTo>
                    <a:pt x="2380386" y="5377866"/>
                  </a:lnTo>
                  <a:lnTo>
                    <a:pt x="2341194" y="5423814"/>
                  </a:lnTo>
                  <a:lnTo>
                    <a:pt x="2283320" y="5440997"/>
                  </a:lnTo>
                  <a:lnTo>
                    <a:pt x="2276538" y="5440769"/>
                  </a:lnTo>
                  <a:lnTo>
                    <a:pt x="2269769" y="5440108"/>
                  </a:lnTo>
                  <a:lnTo>
                    <a:pt x="2263038" y="5439016"/>
                  </a:lnTo>
                  <a:lnTo>
                    <a:pt x="2256371" y="5437492"/>
                  </a:lnTo>
                  <a:lnTo>
                    <a:pt x="1000950" y="5109032"/>
                  </a:lnTo>
                  <a:lnTo>
                    <a:pt x="2769057" y="3299650"/>
                  </a:lnTo>
                  <a:lnTo>
                    <a:pt x="1865287" y="2815272"/>
                  </a:lnTo>
                  <a:lnTo>
                    <a:pt x="677887" y="3677297"/>
                  </a:lnTo>
                  <a:lnTo>
                    <a:pt x="2415946" y="75412"/>
                  </a:lnTo>
                  <a:lnTo>
                    <a:pt x="2455176" y="31699"/>
                  </a:lnTo>
                  <a:lnTo>
                    <a:pt x="2511488" y="15341"/>
                  </a:lnTo>
                  <a:lnTo>
                    <a:pt x="4710531" y="71983"/>
                  </a:lnTo>
                  <a:lnTo>
                    <a:pt x="4724336" y="100787"/>
                  </a:lnTo>
                  <a:lnTo>
                    <a:pt x="4724336" y="65684"/>
                  </a:lnTo>
                  <a:lnTo>
                    <a:pt x="3108490" y="15341"/>
                  </a:lnTo>
                  <a:lnTo>
                    <a:pt x="2512885" y="0"/>
                  </a:lnTo>
                  <a:lnTo>
                    <a:pt x="2511602" y="0"/>
                  </a:lnTo>
                  <a:lnTo>
                    <a:pt x="2447023" y="18707"/>
                  </a:lnTo>
                  <a:lnTo>
                    <a:pt x="2402116" y="68745"/>
                  </a:lnTo>
                  <a:lnTo>
                    <a:pt x="651637" y="3696360"/>
                  </a:lnTo>
                  <a:lnTo>
                    <a:pt x="485876" y="3816693"/>
                  </a:lnTo>
                  <a:lnTo>
                    <a:pt x="13271" y="4796180"/>
                  </a:lnTo>
                  <a:lnTo>
                    <a:pt x="0" y="4844351"/>
                  </a:lnTo>
                  <a:lnTo>
                    <a:pt x="4229" y="4891976"/>
                  </a:lnTo>
                  <a:lnTo>
                    <a:pt x="24041" y="4934902"/>
                  </a:lnTo>
                  <a:lnTo>
                    <a:pt x="57531" y="4968964"/>
                  </a:lnTo>
                  <a:lnTo>
                    <a:pt x="102781" y="4990020"/>
                  </a:lnTo>
                  <a:lnTo>
                    <a:pt x="910729" y="5201361"/>
                  </a:lnTo>
                  <a:lnTo>
                    <a:pt x="988593" y="5121681"/>
                  </a:lnTo>
                  <a:lnTo>
                    <a:pt x="2252459" y="5452338"/>
                  </a:lnTo>
                  <a:lnTo>
                    <a:pt x="2260092" y="5454078"/>
                  </a:lnTo>
                  <a:lnTo>
                    <a:pt x="2267801" y="5455336"/>
                  </a:lnTo>
                  <a:lnTo>
                    <a:pt x="2275548" y="5456085"/>
                  </a:lnTo>
                  <a:lnTo>
                    <a:pt x="2283371" y="5456339"/>
                  </a:lnTo>
                  <a:lnTo>
                    <a:pt x="2318181" y="5451221"/>
                  </a:lnTo>
                  <a:lnTo>
                    <a:pt x="2375573" y="5413895"/>
                  </a:lnTo>
                  <a:lnTo>
                    <a:pt x="4736185" y="114528"/>
                  </a:lnTo>
                  <a:lnTo>
                    <a:pt x="4739678" y="10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2663" y="2597189"/>
              <a:ext cx="4256307" cy="600208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644846" y="2541741"/>
              <a:ext cx="777875" cy="932815"/>
            </a:xfrm>
            <a:custGeom>
              <a:avLst/>
              <a:gdLst/>
              <a:ahLst/>
              <a:cxnLst/>
              <a:rect l="l" t="t" r="r" b="b"/>
              <a:pathLst>
                <a:path w="777875" h="932814">
                  <a:moveTo>
                    <a:pt x="213970" y="932292"/>
                  </a:moveTo>
                  <a:lnTo>
                    <a:pt x="91596" y="846655"/>
                  </a:lnTo>
                  <a:lnTo>
                    <a:pt x="60773" y="819763"/>
                  </a:lnTo>
                  <a:lnTo>
                    <a:pt x="36244" y="786717"/>
                  </a:lnTo>
                  <a:lnTo>
                    <a:pt x="17967" y="748207"/>
                  </a:lnTo>
                  <a:lnTo>
                    <a:pt x="5899" y="704923"/>
                  </a:lnTo>
                  <a:lnTo>
                    <a:pt x="0" y="657554"/>
                  </a:lnTo>
                  <a:lnTo>
                    <a:pt x="226" y="606789"/>
                  </a:lnTo>
                  <a:lnTo>
                    <a:pt x="6537" y="553320"/>
                  </a:lnTo>
                  <a:lnTo>
                    <a:pt x="18890" y="497835"/>
                  </a:lnTo>
                  <a:lnTo>
                    <a:pt x="37244" y="441024"/>
                  </a:lnTo>
                  <a:lnTo>
                    <a:pt x="54805" y="398054"/>
                  </a:lnTo>
                  <a:lnTo>
                    <a:pt x="75691" y="354982"/>
                  </a:lnTo>
                  <a:lnTo>
                    <a:pt x="99886" y="312110"/>
                  </a:lnTo>
                  <a:lnTo>
                    <a:pt x="127377" y="269741"/>
                  </a:lnTo>
                  <a:lnTo>
                    <a:pt x="161878" y="223477"/>
                  </a:lnTo>
                  <a:lnTo>
                    <a:pt x="198459" y="181030"/>
                  </a:lnTo>
                  <a:lnTo>
                    <a:pt x="236724" y="142578"/>
                  </a:lnTo>
                  <a:lnTo>
                    <a:pt x="276276" y="108298"/>
                  </a:lnTo>
                  <a:lnTo>
                    <a:pt x="316717" y="78367"/>
                  </a:lnTo>
                  <a:lnTo>
                    <a:pt x="357651" y="52960"/>
                  </a:lnTo>
                  <a:lnTo>
                    <a:pt x="398682" y="32256"/>
                  </a:lnTo>
                  <a:lnTo>
                    <a:pt x="439411" y="16431"/>
                  </a:lnTo>
                  <a:lnTo>
                    <a:pt x="479443" y="5662"/>
                  </a:lnTo>
                  <a:lnTo>
                    <a:pt x="518381" y="126"/>
                  </a:lnTo>
                  <a:lnTo>
                    <a:pt x="555827" y="0"/>
                  </a:lnTo>
                  <a:lnTo>
                    <a:pt x="591385" y="5460"/>
                  </a:lnTo>
                  <a:lnTo>
                    <a:pt x="624659" y="16683"/>
                  </a:lnTo>
                  <a:lnTo>
                    <a:pt x="655250" y="33847"/>
                  </a:lnTo>
                  <a:lnTo>
                    <a:pt x="777624" y="119484"/>
                  </a:lnTo>
                  <a:lnTo>
                    <a:pt x="213970" y="932292"/>
                  </a:lnTo>
                  <a:close/>
                </a:path>
              </a:pathLst>
            </a:custGeom>
            <a:solidFill>
              <a:srgbClr val="FFC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637027" y="2533319"/>
              <a:ext cx="794385" cy="982980"/>
            </a:xfrm>
            <a:custGeom>
              <a:avLst/>
              <a:gdLst/>
              <a:ahLst/>
              <a:cxnLst/>
              <a:rect l="l" t="t" r="r" b="b"/>
              <a:pathLst>
                <a:path w="794384" h="982979">
                  <a:moveTo>
                    <a:pt x="794143" y="128816"/>
                  </a:moveTo>
                  <a:lnTo>
                    <a:pt x="793305" y="124040"/>
                  </a:lnTo>
                  <a:lnTo>
                    <a:pt x="774776" y="111086"/>
                  </a:lnTo>
                  <a:lnTo>
                    <a:pt x="774776" y="129819"/>
                  </a:lnTo>
                  <a:lnTo>
                    <a:pt x="390067" y="684568"/>
                  </a:lnTo>
                  <a:lnTo>
                    <a:pt x="75412" y="461518"/>
                  </a:lnTo>
                  <a:lnTo>
                    <a:pt x="54470" y="446684"/>
                  </a:lnTo>
                  <a:lnTo>
                    <a:pt x="70053" y="408609"/>
                  </a:lnTo>
                  <a:lnTo>
                    <a:pt x="90906" y="365747"/>
                  </a:lnTo>
                  <a:lnTo>
                    <a:pt x="114757" y="323672"/>
                  </a:lnTo>
                  <a:lnTo>
                    <a:pt x="141503" y="282536"/>
                  </a:lnTo>
                  <a:lnTo>
                    <a:pt x="174625" y="237998"/>
                  </a:lnTo>
                  <a:lnTo>
                    <a:pt x="209981" y="196684"/>
                  </a:lnTo>
                  <a:lnTo>
                    <a:pt x="247269" y="158851"/>
                  </a:lnTo>
                  <a:lnTo>
                    <a:pt x="286194" y="124764"/>
                  </a:lnTo>
                  <a:lnTo>
                    <a:pt x="326428" y="94691"/>
                  </a:lnTo>
                  <a:lnTo>
                    <a:pt x="367677" y="68910"/>
                  </a:lnTo>
                  <a:lnTo>
                    <a:pt x="409625" y="47688"/>
                  </a:lnTo>
                  <a:lnTo>
                    <a:pt x="445389" y="33540"/>
                  </a:lnTo>
                  <a:lnTo>
                    <a:pt x="513740" y="17373"/>
                  </a:lnTo>
                  <a:lnTo>
                    <a:pt x="545947" y="15354"/>
                  </a:lnTo>
                  <a:lnTo>
                    <a:pt x="576199" y="17373"/>
                  </a:lnTo>
                  <a:lnTo>
                    <a:pt x="576757" y="17373"/>
                  </a:lnTo>
                  <a:lnTo>
                    <a:pt x="606285" y="23647"/>
                  </a:lnTo>
                  <a:lnTo>
                    <a:pt x="633564" y="34036"/>
                  </a:lnTo>
                  <a:lnTo>
                    <a:pt x="658660" y="48564"/>
                  </a:lnTo>
                  <a:lnTo>
                    <a:pt x="774776" y="129819"/>
                  </a:lnTo>
                  <a:lnTo>
                    <a:pt x="774776" y="111086"/>
                  </a:lnTo>
                  <a:lnTo>
                    <a:pt x="667435" y="35979"/>
                  </a:lnTo>
                  <a:lnTo>
                    <a:pt x="631355" y="16256"/>
                  </a:lnTo>
                  <a:lnTo>
                    <a:pt x="628357" y="15354"/>
                  </a:lnTo>
                  <a:lnTo>
                    <a:pt x="591464" y="4254"/>
                  </a:lnTo>
                  <a:lnTo>
                    <a:pt x="548233" y="0"/>
                  </a:lnTo>
                  <a:lnTo>
                    <a:pt x="502158" y="3479"/>
                  </a:lnTo>
                  <a:lnTo>
                    <a:pt x="453707" y="14706"/>
                  </a:lnTo>
                  <a:lnTo>
                    <a:pt x="403364" y="33680"/>
                  </a:lnTo>
                  <a:lnTo>
                    <a:pt x="360349" y="55435"/>
                  </a:lnTo>
                  <a:lnTo>
                    <a:pt x="318071" y="81826"/>
                  </a:lnTo>
                  <a:lnTo>
                    <a:pt x="276860" y="112585"/>
                  </a:lnTo>
                  <a:lnTo>
                    <a:pt x="237020" y="147434"/>
                  </a:lnTo>
                  <a:lnTo>
                    <a:pt x="198869" y="186105"/>
                  </a:lnTo>
                  <a:lnTo>
                    <a:pt x="162712" y="228320"/>
                  </a:lnTo>
                  <a:lnTo>
                    <a:pt x="128879" y="273799"/>
                  </a:lnTo>
                  <a:lnTo>
                    <a:pt x="101612" y="315734"/>
                  </a:lnTo>
                  <a:lnTo>
                    <a:pt x="77304" y="358648"/>
                  </a:lnTo>
                  <a:lnTo>
                    <a:pt x="56019" y="402374"/>
                  </a:lnTo>
                  <a:lnTo>
                    <a:pt x="38811" y="444436"/>
                  </a:lnTo>
                  <a:lnTo>
                    <a:pt x="18694" y="506310"/>
                  </a:lnTo>
                  <a:lnTo>
                    <a:pt x="6096" y="563892"/>
                  </a:lnTo>
                  <a:lnTo>
                    <a:pt x="6007" y="564718"/>
                  </a:lnTo>
                  <a:lnTo>
                    <a:pt x="838" y="611263"/>
                  </a:lnTo>
                  <a:lnTo>
                    <a:pt x="0" y="618909"/>
                  </a:lnTo>
                  <a:lnTo>
                    <a:pt x="304" y="670788"/>
                  </a:lnTo>
                  <a:lnTo>
                    <a:pt x="6934" y="718870"/>
                  </a:lnTo>
                  <a:lnTo>
                    <a:pt x="19799" y="762584"/>
                  </a:lnTo>
                  <a:lnTo>
                    <a:pt x="38823" y="801306"/>
                  </a:lnTo>
                  <a:lnTo>
                    <a:pt x="63919" y="834440"/>
                  </a:lnTo>
                  <a:lnTo>
                    <a:pt x="95008" y="861377"/>
                  </a:lnTo>
                  <a:lnTo>
                    <a:pt x="218681" y="947928"/>
                  </a:lnTo>
                  <a:lnTo>
                    <a:pt x="219290" y="948118"/>
                  </a:lnTo>
                  <a:lnTo>
                    <a:pt x="244589" y="962685"/>
                  </a:lnTo>
                  <a:lnTo>
                    <a:pt x="274040" y="973785"/>
                  </a:lnTo>
                  <a:lnTo>
                    <a:pt x="305511" y="980414"/>
                  </a:lnTo>
                  <a:lnTo>
                    <a:pt x="338721" y="982599"/>
                  </a:lnTo>
                  <a:lnTo>
                    <a:pt x="383057" y="979081"/>
                  </a:lnTo>
                  <a:lnTo>
                    <a:pt x="429196" y="968616"/>
                  </a:lnTo>
                  <a:lnTo>
                    <a:pt x="432727" y="967320"/>
                  </a:lnTo>
                  <a:lnTo>
                    <a:pt x="476592" y="951318"/>
                  </a:lnTo>
                  <a:lnTo>
                    <a:pt x="524662" y="927315"/>
                  </a:lnTo>
                  <a:lnTo>
                    <a:pt x="572858" y="896734"/>
                  </a:lnTo>
                  <a:lnTo>
                    <a:pt x="620623" y="859688"/>
                  </a:lnTo>
                  <a:lnTo>
                    <a:pt x="623417" y="855878"/>
                  </a:lnTo>
                  <a:lnTo>
                    <a:pt x="623316" y="853516"/>
                  </a:lnTo>
                  <a:lnTo>
                    <a:pt x="623201" y="851141"/>
                  </a:lnTo>
                  <a:lnTo>
                    <a:pt x="622007" y="848956"/>
                  </a:lnTo>
                  <a:lnTo>
                    <a:pt x="402590" y="693445"/>
                  </a:lnTo>
                  <a:lnTo>
                    <a:pt x="794143" y="128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767222" y="2627381"/>
              <a:ext cx="747395" cy="881380"/>
            </a:xfrm>
            <a:custGeom>
              <a:avLst/>
              <a:gdLst/>
              <a:ahLst/>
              <a:cxnLst/>
              <a:rect l="l" t="t" r="r" b="b"/>
              <a:pathLst>
                <a:path w="747395" h="881379">
                  <a:moveTo>
                    <a:pt x="207968" y="881020"/>
                  </a:moveTo>
                  <a:lnTo>
                    <a:pt x="166108" y="877230"/>
                  </a:lnTo>
                  <a:lnTo>
                    <a:pt x="127117" y="865864"/>
                  </a:lnTo>
                  <a:lnTo>
                    <a:pt x="91603" y="846651"/>
                  </a:lnTo>
                  <a:lnTo>
                    <a:pt x="60820" y="819823"/>
                  </a:lnTo>
                  <a:lnTo>
                    <a:pt x="36308" y="786859"/>
                  </a:lnTo>
                  <a:lnTo>
                    <a:pt x="18028" y="748446"/>
                  </a:lnTo>
                  <a:lnTo>
                    <a:pt x="5938" y="705269"/>
                  </a:lnTo>
                  <a:lnTo>
                    <a:pt x="0" y="658014"/>
                  </a:lnTo>
                  <a:lnTo>
                    <a:pt x="171" y="607368"/>
                  </a:lnTo>
                  <a:lnTo>
                    <a:pt x="6412" y="554016"/>
                  </a:lnTo>
                  <a:lnTo>
                    <a:pt x="18683" y="498644"/>
                  </a:lnTo>
                  <a:lnTo>
                    <a:pt x="36942" y="441938"/>
                  </a:lnTo>
                  <a:lnTo>
                    <a:pt x="54463" y="398736"/>
                  </a:lnTo>
                  <a:lnTo>
                    <a:pt x="75425" y="355434"/>
                  </a:lnTo>
                  <a:lnTo>
                    <a:pt x="99756" y="312333"/>
                  </a:lnTo>
                  <a:lnTo>
                    <a:pt x="127385" y="269737"/>
                  </a:lnTo>
                  <a:lnTo>
                    <a:pt x="161913" y="223473"/>
                  </a:lnTo>
                  <a:lnTo>
                    <a:pt x="198514" y="181027"/>
                  </a:lnTo>
                  <a:lnTo>
                    <a:pt x="236790" y="142576"/>
                  </a:lnTo>
                  <a:lnTo>
                    <a:pt x="276347" y="108296"/>
                  </a:lnTo>
                  <a:lnTo>
                    <a:pt x="316788" y="78365"/>
                  </a:lnTo>
                  <a:lnTo>
                    <a:pt x="357718" y="52959"/>
                  </a:lnTo>
                  <a:lnTo>
                    <a:pt x="398741" y="32256"/>
                  </a:lnTo>
                  <a:lnTo>
                    <a:pt x="439460" y="16431"/>
                  </a:lnTo>
                  <a:lnTo>
                    <a:pt x="479481" y="5663"/>
                  </a:lnTo>
                  <a:lnTo>
                    <a:pt x="518407" y="126"/>
                  </a:lnTo>
                  <a:lnTo>
                    <a:pt x="555843" y="0"/>
                  </a:lnTo>
                  <a:lnTo>
                    <a:pt x="591392" y="5459"/>
                  </a:lnTo>
                  <a:lnTo>
                    <a:pt x="655248" y="33843"/>
                  </a:lnTo>
                  <a:lnTo>
                    <a:pt x="704223" y="83642"/>
                  </a:lnTo>
                  <a:lnTo>
                    <a:pt x="734816" y="150085"/>
                  </a:lnTo>
                  <a:lnTo>
                    <a:pt x="743285" y="188465"/>
                  </a:lnTo>
                  <a:lnTo>
                    <a:pt x="747239" y="229709"/>
                  </a:lnTo>
                  <a:lnTo>
                    <a:pt x="746703" y="273382"/>
                  </a:lnTo>
                  <a:lnTo>
                    <a:pt x="741704" y="319051"/>
                  </a:lnTo>
                  <a:lnTo>
                    <a:pt x="732269" y="366285"/>
                  </a:lnTo>
                  <a:lnTo>
                    <a:pt x="718424" y="414649"/>
                  </a:lnTo>
                  <a:lnTo>
                    <a:pt x="700196" y="463711"/>
                  </a:lnTo>
                  <a:lnTo>
                    <a:pt x="677611" y="513039"/>
                  </a:lnTo>
                  <a:lnTo>
                    <a:pt x="650695" y="562198"/>
                  </a:lnTo>
                  <a:lnTo>
                    <a:pt x="619476" y="610767"/>
                  </a:lnTo>
                  <a:lnTo>
                    <a:pt x="588317" y="652850"/>
                  </a:lnTo>
                  <a:lnTo>
                    <a:pt x="555390" y="691782"/>
                  </a:lnTo>
                  <a:lnTo>
                    <a:pt x="520996" y="727461"/>
                  </a:lnTo>
                  <a:lnTo>
                    <a:pt x="485437" y="759788"/>
                  </a:lnTo>
                  <a:lnTo>
                    <a:pt x="439093" y="795782"/>
                  </a:lnTo>
                  <a:lnTo>
                    <a:pt x="391980" y="825821"/>
                  </a:lnTo>
                  <a:lnTo>
                    <a:pt x="344705" y="849634"/>
                  </a:lnTo>
                  <a:lnTo>
                    <a:pt x="297873" y="866952"/>
                  </a:lnTo>
                  <a:lnTo>
                    <a:pt x="252092" y="877504"/>
                  </a:lnTo>
                  <a:lnTo>
                    <a:pt x="207968" y="881020"/>
                  </a:lnTo>
                  <a:close/>
                </a:path>
              </a:pathLst>
            </a:custGeom>
            <a:solidFill>
              <a:srgbClr val="7D5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759372" y="2618953"/>
              <a:ext cx="762635" cy="897255"/>
            </a:xfrm>
            <a:custGeom>
              <a:avLst/>
              <a:gdLst/>
              <a:ahLst/>
              <a:cxnLst/>
              <a:rect l="l" t="t" r="r" b="b"/>
              <a:pathLst>
                <a:path w="762634" h="897254">
                  <a:moveTo>
                    <a:pt x="216365" y="896961"/>
                  </a:moveTo>
                  <a:lnTo>
                    <a:pt x="151704" y="888149"/>
                  </a:lnTo>
                  <a:lnTo>
                    <a:pt x="95087" y="861391"/>
                  </a:lnTo>
                  <a:lnTo>
                    <a:pt x="64033" y="834511"/>
                  </a:lnTo>
                  <a:lnTo>
                    <a:pt x="38950" y="801448"/>
                  </a:lnTo>
                  <a:lnTo>
                    <a:pt x="19920" y="762807"/>
                  </a:lnTo>
                  <a:lnTo>
                    <a:pt x="7029" y="719193"/>
                  </a:lnTo>
                  <a:lnTo>
                    <a:pt x="361" y="671211"/>
                  </a:lnTo>
                  <a:lnTo>
                    <a:pt x="28" y="623549"/>
                  </a:lnTo>
                  <a:lnTo>
                    <a:pt x="0" y="619465"/>
                  </a:lnTo>
                  <a:lnTo>
                    <a:pt x="5940" y="565369"/>
                  </a:lnTo>
                  <a:lnTo>
                    <a:pt x="6029" y="564559"/>
                  </a:lnTo>
                  <a:lnTo>
                    <a:pt x="18533" y="507098"/>
                  </a:lnTo>
                  <a:lnTo>
                    <a:pt x="37597" y="447687"/>
                  </a:lnTo>
                  <a:lnTo>
                    <a:pt x="55551" y="403430"/>
                  </a:lnTo>
                  <a:lnTo>
                    <a:pt x="76810" y="359591"/>
                  </a:lnTo>
                  <a:lnTo>
                    <a:pt x="101291" y="316326"/>
                  </a:lnTo>
                  <a:lnTo>
                    <a:pt x="128911" y="273792"/>
                  </a:lnTo>
                  <a:lnTo>
                    <a:pt x="162776" y="228309"/>
                  </a:lnTo>
                  <a:lnTo>
                    <a:pt x="198950" y="186095"/>
                  </a:lnTo>
                  <a:lnTo>
                    <a:pt x="237119" y="147424"/>
                  </a:lnTo>
                  <a:lnTo>
                    <a:pt x="276969" y="112571"/>
                  </a:lnTo>
                  <a:lnTo>
                    <a:pt x="318184" y="81812"/>
                  </a:lnTo>
                  <a:lnTo>
                    <a:pt x="360450" y="55421"/>
                  </a:lnTo>
                  <a:lnTo>
                    <a:pt x="402730" y="34039"/>
                  </a:lnTo>
                  <a:lnTo>
                    <a:pt x="453784" y="14705"/>
                  </a:lnTo>
                  <a:lnTo>
                    <a:pt x="502225" y="3482"/>
                  </a:lnTo>
                  <a:lnTo>
                    <a:pt x="548295" y="0"/>
                  </a:lnTo>
                  <a:lnTo>
                    <a:pt x="591514" y="4255"/>
                  </a:lnTo>
                  <a:lnTo>
                    <a:pt x="628437" y="15355"/>
                  </a:lnTo>
                  <a:lnTo>
                    <a:pt x="546139" y="15355"/>
                  </a:lnTo>
                  <a:lnTo>
                    <a:pt x="513781" y="17384"/>
                  </a:lnTo>
                  <a:lnTo>
                    <a:pt x="445462" y="33547"/>
                  </a:lnTo>
                  <a:lnTo>
                    <a:pt x="409721" y="47694"/>
                  </a:lnTo>
                  <a:lnTo>
                    <a:pt x="367781" y="68914"/>
                  </a:lnTo>
                  <a:lnTo>
                    <a:pt x="326538" y="94692"/>
                  </a:lnTo>
                  <a:lnTo>
                    <a:pt x="286300" y="124758"/>
                  </a:lnTo>
                  <a:lnTo>
                    <a:pt x="247372" y="158844"/>
                  </a:lnTo>
                  <a:lnTo>
                    <a:pt x="210064" y="196682"/>
                  </a:lnTo>
                  <a:lnTo>
                    <a:pt x="174681" y="238003"/>
                  </a:lnTo>
                  <a:lnTo>
                    <a:pt x="141531" y="282539"/>
                  </a:lnTo>
                  <a:lnTo>
                    <a:pt x="114441" y="324254"/>
                  </a:lnTo>
                  <a:lnTo>
                    <a:pt x="90436" y="366670"/>
                  </a:lnTo>
                  <a:lnTo>
                    <a:pt x="69596" y="409637"/>
                  </a:lnTo>
                  <a:lnTo>
                    <a:pt x="51997" y="453007"/>
                  </a:lnTo>
                  <a:lnTo>
                    <a:pt x="33594" y="510161"/>
                  </a:lnTo>
                  <a:lnTo>
                    <a:pt x="21409" y="565369"/>
                  </a:lnTo>
                  <a:lnTo>
                    <a:pt x="15365" y="618054"/>
                  </a:lnTo>
                  <a:lnTo>
                    <a:pt x="15386" y="667636"/>
                  </a:lnTo>
                  <a:lnTo>
                    <a:pt x="21397" y="713539"/>
                  </a:lnTo>
                  <a:lnTo>
                    <a:pt x="33322" y="755184"/>
                  </a:lnTo>
                  <a:lnTo>
                    <a:pt x="51085" y="791992"/>
                  </a:lnTo>
                  <a:lnTo>
                    <a:pt x="74609" y="823385"/>
                  </a:lnTo>
                  <a:lnTo>
                    <a:pt x="103820" y="848786"/>
                  </a:lnTo>
                  <a:lnTo>
                    <a:pt x="137371" y="866951"/>
                  </a:lnTo>
                  <a:lnTo>
                    <a:pt x="174526" y="877882"/>
                  </a:lnTo>
                  <a:lnTo>
                    <a:pt x="214723" y="881704"/>
                  </a:lnTo>
                  <a:lnTo>
                    <a:pt x="310333" y="881704"/>
                  </a:lnTo>
                  <a:lnTo>
                    <a:pt x="306839" y="882979"/>
                  </a:lnTo>
                  <a:lnTo>
                    <a:pt x="260697" y="893445"/>
                  </a:lnTo>
                  <a:lnTo>
                    <a:pt x="216365" y="896961"/>
                  </a:lnTo>
                  <a:close/>
                </a:path>
                <a:path w="762634" h="897254">
                  <a:moveTo>
                    <a:pt x="310333" y="881704"/>
                  </a:moveTo>
                  <a:lnTo>
                    <a:pt x="214723" y="881704"/>
                  </a:lnTo>
                  <a:lnTo>
                    <a:pt x="257399" y="878543"/>
                  </a:lnTo>
                  <a:lnTo>
                    <a:pt x="301993" y="868523"/>
                  </a:lnTo>
                  <a:lnTo>
                    <a:pt x="347942" y="851771"/>
                  </a:lnTo>
                  <a:lnTo>
                    <a:pt x="394685" y="828411"/>
                  </a:lnTo>
                  <a:lnTo>
                    <a:pt x="441659" y="798570"/>
                  </a:lnTo>
                  <a:lnTo>
                    <a:pt x="488303" y="762372"/>
                  </a:lnTo>
                  <a:lnTo>
                    <a:pt x="524396" y="729523"/>
                  </a:lnTo>
                  <a:lnTo>
                    <a:pt x="558619" y="693897"/>
                  </a:lnTo>
                  <a:lnTo>
                    <a:pt x="590859" y="655624"/>
                  </a:lnTo>
                  <a:lnTo>
                    <a:pt x="621002" y="614830"/>
                  </a:lnTo>
                  <a:lnTo>
                    <a:pt x="651084" y="568166"/>
                  </a:lnTo>
                  <a:lnTo>
                    <a:pt x="677375" y="520540"/>
                  </a:lnTo>
                  <a:lnTo>
                    <a:pt x="699729" y="472335"/>
                  </a:lnTo>
                  <a:lnTo>
                    <a:pt x="718002" y="423932"/>
                  </a:lnTo>
                  <a:lnTo>
                    <a:pt x="732051" y="375710"/>
                  </a:lnTo>
                  <a:lnTo>
                    <a:pt x="741731" y="328053"/>
                  </a:lnTo>
                  <a:lnTo>
                    <a:pt x="746766" y="282539"/>
                  </a:lnTo>
                  <a:lnTo>
                    <a:pt x="746829" y="273792"/>
                  </a:lnTo>
                  <a:lnTo>
                    <a:pt x="746500" y="238003"/>
                  </a:lnTo>
                  <a:lnTo>
                    <a:pt x="746413" y="228509"/>
                  </a:lnTo>
                  <a:lnTo>
                    <a:pt x="746340" y="220574"/>
                  </a:lnTo>
                  <a:lnTo>
                    <a:pt x="736966" y="166185"/>
                  </a:lnTo>
                  <a:lnTo>
                    <a:pt x="719052" y="118902"/>
                  </a:lnTo>
                  <a:lnTo>
                    <a:pt x="692876" y="79455"/>
                  </a:lnTo>
                  <a:lnTo>
                    <a:pt x="658714" y="48574"/>
                  </a:lnTo>
                  <a:lnTo>
                    <a:pt x="606326" y="23659"/>
                  </a:lnTo>
                  <a:lnTo>
                    <a:pt x="576832" y="17384"/>
                  </a:lnTo>
                  <a:lnTo>
                    <a:pt x="576353" y="17384"/>
                  </a:lnTo>
                  <a:lnTo>
                    <a:pt x="545990" y="15355"/>
                  </a:lnTo>
                  <a:lnTo>
                    <a:pt x="628437" y="15355"/>
                  </a:lnTo>
                  <a:lnTo>
                    <a:pt x="631401" y="16246"/>
                  </a:lnTo>
                  <a:lnTo>
                    <a:pt x="667474" y="35968"/>
                  </a:lnTo>
                  <a:lnTo>
                    <a:pt x="698588" y="62804"/>
                  </a:lnTo>
                  <a:lnTo>
                    <a:pt x="723802" y="95924"/>
                  </a:lnTo>
                  <a:lnTo>
                    <a:pt x="742945" y="134880"/>
                  </a:lnTo>
                  <a:lnTo>
                    <a:pt x="755844" y="179225"/>
                  </a:lnTo>
                  <a:lnTo>
                    <a:pt x="762302" y="228309"/>
                  </a:lnTo>
                  <a:lnTo>
                    <a:pt x="762199" y="282539"/>
                  </a:lnTo>
                  <a:lnTo>
                    <a:pt x="756943" y="330179"/>
                  </a:lnTo>
                  <a:lnTo>
                    <a:pt x="747052" y="379010"/>
                  </a:lnTo>
                  <a:lnTo>
                    <a:pt x="732700" y="428388"/>
                  </a:lnTo>
                  <a:lnTo>
                    <a:pt x="714035" y="477922"/>
                  </a:lnTo>
                  <a:lnTo>
                    <a:pt x="691204" y="527221"/>
                  </a:lnTo>
                  <a:lnTo>
                    <a:pt x="664354" y="575894"/>
                  </a:lnTo>
                  <a:lnTo>
                    <a:pt x="633632" y="623549"/>
                  </a:lnTo>
                  <a:lnTo>
                    <a:pt x="602896" y="665146"/>
                  </a:lnTo>
                  <a:lnTo>
                    <a:pt x="570009" y="704185"/>
                  </a:lnTo>
                  <a:lnTo>
                    <a:pt x="535090" y="740533"/>
                  </a:lnTo>
                  <a:lnTo>
                    <a:pt x="498262" y="774060"/>
                  </a:lnTo>
                  <a:lnTo>
                    <a:pt x="450503" y="811103"/>
                  </a:lnTo>
                  <a:lnTo>
                    <a:pt x="402304" y="841686"/>
                  </a:lnTo>
                  <a:lnTo>
                    <a:pt x="354229" y="865685"/>
                  </a:lnTo>
                  <a:lnTo>
                    <a:pt x="310333" y="881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92424" y="2658060"/>
              <a:ext cx="136746" cy="104723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618740" marR="5080" indent="-2606675">
              <a:lnSpc>
                <a:spcPct val="116100"/>
              </a:lnSpc>
              <a:spcBef>
                <a:spcPts val="90"/>
              </a:spcBef>
            </a:pPr>
            <a:r>
              <a:rPr dirty="0" sz="5600" spc="-484" b="0">
                <a:latin typeface="Lucida Sans Unicode"/>
                <a:cs typeface="Lucida Sans Unicode"/>
              </a:rPr>
              <a:t>I</a:t>
            </a:r>
            <a:r>
              <a:rPr dirty="0" sz="5600" spc="45" b="0">
                <a:latin typeface="Lucida Sans Unicode"/>
                <a:cs typeface="Lucida Sans Unicode"/>
              </a:rPr>
              <a:t>f</a:t>
            </a:r>
            <a:r>
              <a:rPr dirty="0" sz="5600" spc="-950" b="0">
                <a:latin typeface="Lucida Sans Unicode"/>
                <a:cs typeface="Lucida Sans Unicode"/>
              </a:rPr>
              <a:t> </a:t>
            </a:r>
            <a:r>
              <a:rPr dirty="0" sz="5600" spc="-229" b="0">
                <a:latin typeface="Lucida Sans Unicode"/>
                <a:cs typeface="Lucida Sans Unicode"/>
              </a:rPr>
              <a:t>there</a:t>
            </a:r>
            <a:r>
              <a:rPr dirty="0" sz="5600" spc="-950" b="0">
                <a:latin typeface="Lucida Sans Unicode"/>
                <a:cs typeface="Lucida Sans Unicode"/>
              </a:rPr>
              <a:t> </a:t>
            </a:r>
            <a:r>
              <a:rPr dirty="0" sz="5600" spc="-795" b="0">
                <a:latin typeface="Lucida Sans Unicode"/>
                <a:cs typeface="Lucida Sans Unicode"/>
              </a:rPr>
              <a:t>i</a:t>
            </a:r>
            <a:r>
              <a:rPr dirty="0" sz="5600" spc="-229" b="0">
                <a:latin typeface="Lucida Sans Unicode"/>
                <a:cs typeface="Lucida Sans Unicode"/>
              </a:rPr>
              <a:t>s</a:t>
            </a:r>
            <a:r>
              <a:rPr dirty="0" sz="5600" spc="-944" b="0">
                <a:latin typeface="Lucida Sans Unicode"/>
                <a:cs typeface="Lucida Sans Unicode"/>
              </a:rPr>
              <a:t> </a:t>
            </a:r>
            <a:r>
              <a:rPr dirty="0" sz="5600" spc="-625" b="0">
                <a:latin typeface="Lucida Sans Unicode"/>
                <a:cs typeface="Lucida Sans Unicode"/>
              </a:rPr>
              <a:t>r</a:t>
            </a:r>
            <a:r>
              <a:rPr dirty="0" sz="5600" spc="-850" b="0">
                <a:latin typeface="Lucida Sans Unicode"/>
                <a:cs typeface="Lucida Sans Unicode"/>
              </a:rPr>
              <a:t>i</a:t>
            </a:r>
            <a:r>
              <a:rPr dirty="0" sz="5600" spc="-670" b="0">
                <a:latin typeface="Lucida Sans Unicode"/>
                <a:cs typeface="Lucida Sans Unicode"/>
              </a:rPr>
              <a:t>s</a:t>
            </a:r>
            <a:r>
              <a:rPr dirty="0" sz="5600" spc="-760" b="0">
                <a:latin typeface="Lucida Sans Unicode"/>
                <a:cs typeface="Lucida Sans Unicode"/>
              </a:rPr>
              <a:t>k</a:t>
            </a:r>
            <a:r>
              <a:rPr dirty="0" sz="5600" spc="-285" b="0">
                <a:latin typeface="Lucida Sans Unicode"/>
                <a:cs typeface="Lucida Sans Unicode"/>
              </a:rPr>
              <a:t>,</a:t>
            </a:r>
            <a:r>
              <a:rPr dirty="0" sz="5600" spc="-950" b="0">
                <a:latin typeface="Lucida Sans Unicode"/>
                <a:cs typeface="Lucida Sans Unicode"/>
              </a:rPr>
              <a:t> </a:t>
            </a:r>
            <a:r>
              <a:rPr dirty="0" sz="5600" spc="-345" b="0">
                <a:latin typeface="Lucida Sans Unicode"/>
                <a:cs typeface="Lucida Sans Unicode"/>
              </a:rPr>
              <a:t>then</a:t>
            </a:r>
            <a:r>
              <a:rPr dirty="0" sz="5600" spc="-955" b="0">
                <a:latin typeface="Lucida Sans Unicode"/>
                <a:cs typeface="Lucida Sans Unicode"/>
              </a:rPr>
              <a:t> </a:t>
            </a:r>
            <a:r>
              <a:rPr dirty="0" sz="5600" spc="-229" b="0">
                <a:latin typeface="Lucida Sans Unicode"/>
                <a:cs typeface="Lucida Sans Unicode"/>
              </a:rPr>
              <a:t>there</a:t>
            </a:r>
            <a:r>
              <a:rPr dirty="0" sz="5600" spc="-944" b="0">
                <a:latin typeface="Lucida Sans Unicode"/>
                <a:cs typeface="Lucida Sans Unicode"/>
              </a:rPr>
              <a:t> </a:t>
            </a:r>
            <a:r>
              <a:rPr dirty="0" sz="5600" spc="-810" b="0">
                <a:latin typeface="Lucida Sans Unicode"/>
                <a:cs typeface="Lucida Sans Unicode"/>
              </a:rPr>
              <a:t>i</a:t>
            </a:r>
            <a:r>
              <a:rPr dirty="0" sz="5600" spc="-245" b="0">
                <a:latin typeface="Lucida Sans Unicode"/>
                <a:cs typeface="Lucida Sans Unicode"/>
              </a:rPr>
              <a:t>s</a:t>
            </a:r>
            <a:r>
              <a:rPr dirty="0" sz="5600" spc="-530" b="0">
                <a:latin typeface="Lucida Sans Unicode"/>
                <a:cs typeface="Lucida Sans Unicode"/>
              </a:rPr>
              <a:t> </a:t>
            </a:r>
            <a:r>
              <a:rPr dirty="0" sz="5600" spc="-850" b="0">
                <a:latin typeface="Lucida Sans Unicode"/>
                <a:cs typeface="Lucida Sans Unicode"/>
              </a:rPr>
              <a:t>l</a:t>
            </a:r>
            <a:r>
              <a:rPr dirty="0" sz="5600" spc="-725" b="0">
                <a:latin typeface="Lucida Sans Unicode"/>
                <a:cs typeface="Lucida Sans Unicode"/>
              </a:rPr>
              <a:t>o</a:t>
            </a:r>
            <a:r>
              <a:rPr dirty="0" sz="5600" spc="-710" b="0">
                <a:latin typeface="Lucida Sans Unicode"/>
                <a:cs typeface="Lucida Sans Unicode"/>
              </a:rPr>
              <a:t>v</a:t>
            </a:r>
            <a:r>
              <a:rPr dirty="0" sz="5600" spc="-590" b="0">
                <a:latin typeface="Lucida Sans Unicode"/>
                <a:cs typeface="Lucida Sans Unicode"/>
              </a:rPr>
              <a:t>e</a:t>
            </a:r>
            <a:r>
              <a:rPr dirty="0" sz="5600" spc="-800" b="0">
                <a:latin typeface="Lucida Sans Unicode"/>
                <a:cs typeface="Lucida Sans Unicode"/>
              </a:rPr>
              <a:t>/</a:t>
            </a:r>
            <a:r>
              <a:rPr dirty="0" sz="5600" spc="-540" b="0">
                <a:latin typeface="Lucida Sans Unicode"/>
                <a:cs typeface="Lucida Sans Unicode"/>
              </a:rPr>
              <a:t>t</a:t>
            </a:r>
            <a:r>
              <a:rPr dirty="0" sz="5600" spc="-650" b="0">
                <a:latin typeface="Lucida Sans Unicode"/>
                <a:cs typeface="Lucida Sans Unicode"/>
              </a:rPr>
              <a:t>h</a:t>
            </a:r>
            <a:r>
              <a:rPr dirty="0" sz="5600" spc="-570" b="0">
                <a:latin typeface="Lucida Sans Unicode"/>
                <a:cs typeface="Lucida Sans Unicode"/>
              </a:rPr>
              <a:t>r</a:t>
            </a:r>
            <a:r>
              <a:rPr dirty="0" sz="5600" spc="-795" b="0">
                <a:latin typeface="Lucida Sans Unicode"/>
                <a:cs typeface="Lucida Sans Unicode"/>
              </a:rPr>
              <a:t>i</a:t>
            </a:r>
            <a:r>
              <a:rPr dirty="0" sz="5600" spc="-850" b="0">
                <a:latin typeface="Lucida Sans Unicode"/>
                <a:cs typeface="Lucida Sans Unicode"/>
              </a:rPr>
              <a:t>l</a:t>
            </a:r>
            <a:r>
              <a:rPr dirty="0" sz="5600" spc="-229" b="0">
                <a:latin typeface="Lucida Sans Unicode"/>
                <a:cs typeface="Lucida Sans Unicode"/>
              </a:rPr>
              <a:t>l</a:t>
            </a:r>
            <a:endParaRPr sz="5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Devarashetty Manideep</dc:creator>
  <cp:keywords>DAHDC0t0KNo,BAFzXWgY1Rw,0</cp:keywords>
  <dc:title>Indian Stock Market Analysis using MicroSoft Azure</dc:title>
  <dcterms:created xsi:type="dcterms:W3CDTF">2026-04-17T07:22:49Z</dcterms:created>
  <dcterms:modified xsi:type="dcterms:W3CDTF">2026-04-17T07:22:49Z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2026-04-17T00:00:00Z</vt:filetime>
  </property>
  <property fmtid="{D5CDD505-2E9C-101B-9397-08002B2CF9AE}" pid="5" name="Producer">
    <vt:lpwstr>Canva</vt:lpwstr>
  </property>
</Properties>
</file>